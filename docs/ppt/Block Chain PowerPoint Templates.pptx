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14.svg" ContentType="image/svg+xml"/>
  <Override PartName="/ppt/media/image1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74" r:id="rId4"/>
  </p:sldMasterIdLst>
  <p:notesMasterIdLst>
    <p:notesMasterId r:id="rId53"/>
  </p:notesMasterIdLst>
  <p:sldIdLst>
    <p:sldId id="356" r:id="rId5"/>
    <p:sldId id="348" r:id="rId6"/>
    <p:sldId id="347" r:id="rId7"/>
    <p:sldId id="259" r:id="rId8"/>
    <p:sldId id="260" r:id="rId9"/>
    <p:sldId id="307" r:id="rId10"/>
    <p:sldId id="298" r:id="rId11"/>
    <p:sldId id="354" r:id="rId12"/>
    <p:sldId id="309" r:id="rId13"/>
    <p:sldId id="331" r:id="rId14"/>
    <p:sldId id="311" r:id="rId15"/>
    <p:sldId id="310" r:id="rId16"/>
    <p:sldId id="313" r:id="rId17"/>
    <p:sldId id="314" r:id="rId18"/>
    <p:sldId id="357" r:id="rId19"/>
    <p:sldId id="322" r:id="rId20"/>
    <p:sldId id="317" r:id="rId21"/>
    <p:sldId id="315" r:id="rId22"/>
    <p:sldId id="319" r:id="rId23"/>
    <p:sldId id="344" r:id="rId24"/>
    <p:sldId id="316" r:id="rId25"/>
    <p:sldId id="321" r:id="rId26"/>
    <p:sldId id="323" r:id="rId27"/>
    <p:sldId id="324" r:id="rId28"/>
    <p:sldId id="325" r:id="rId29"/>
    <p:sldId id="327" r:id="rId30"/>
    <p:sldId id="343" r:id="rId31"/>
    <p:sldId id="339" r:id="rId32"/>
    <p:sldId id="329" r:id="rId33"/>
    <p:sldId id="328" r:id="rId34"/>
    <p:sldId id="330" r:id="rId35"/>
    <p:sldId id="332" r:id="rId36"/>
    <p:sldId id="318" r:id="rId37"/>
    <p:sldId id="334" r:id="rId38"/>
    <p:sldId id="335" r:id="rId39"/>
    <p:sldId id="336" r:id="rId40"/>
    <p:sldId id="337" r:id="rId41"/>
    <p:sldId id="278" r:id="rId42"/>
    <p:sldId id="340" r:id="rId43"/>
    <p:sldId id="333" r:id="rId44"/>
    <p:sldId id="300" r:id="rId45"/>
    <p:sldId id="299" r:id="rId46"/>
    <p:sldId id="346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758" y="102"/>
      </p:cViewPr>
      <p:guideLst>
        <p:guide orient="horz" pos="2544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4"/>
              </a:solidFill>
            </c:spPr>
          </c:dPt>
          <c:dPt>
            <c:idx val="1"/>
            <c:bubble3D val="0"/>
            <c:spPr>
              <a:solidFill>
                <a:schemeClr val="accent3"/>
              </a:solidFill>
            </c:spPr>
          </c:dPt>
          <c:dPt>
            <c:idx val="2"/>
            <c:bubble3D val="0"/>
            <c:spPr>
              <a:solidFill>
                <a:schemeClr val="accent2"/>
              </a:solidFill>
            </c:spPr>
          </c:dPt>
          <c:dPt>
            <c:idx val="3"/>
            <c:bubble3D val="0"/>
            <c:spPr>
              <a:solidFill>
                <a:schemeClr val="accent1"/>
              </a:solidFill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solidFill>
          <a:schemeClr val="bg1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0b8fe10-7cd2-4115-ae6b-395cf6687c6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2"/>
              </a:solidFill>
              <a:ln w="6350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6350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3"/>
              </a:solidFill>
              <a:ln w="6350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2300</c:v>
                </c:pt>
                <c:pt idx="1">
                  <c:v>3500</c:v>
                </c:pt>
                <c:pt idx="2">
                  <c:v>3007</c:v>
                </c:pt>
                <c:pt idx="3">
                  <c:v>5200</c:v>
                </c:pt>
                <c:pt idx="4">
                  <c:v>3400</c:v>
                </c:pt>
                <c:pt idx="5">
                  <c:v>3500</c:v>
                </c:pt>
                <c:pt idx="6">
                  <c:v>6400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4"/>
              </a:solidFill>
              <a:ln w="6350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5500</c:v>
                </c:pt>
                <c:pt idx="1">
                  <c:v>8200</c:v>
                </c:pt>
                <c:pt idx="2">
                  <c:v>6700</c:v>
                </c:pt>
                <c:pt idx="3">
                  <c:v>7800</c:v>
                </c:pt>
                <c:pt idx="4">
                  <c:v>5500</c:v>
                </c:pt>
                <c:pt idx="5">
                  <c:v>9000</c:v>
                </c:pt>
                <c:pt idx="6">
                  <c:v>9500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0931840"/>
        <c:axId val="552397824"/>
      </c:lineChart>
      <c:catAx>
        <c:axId val="5509318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2397824"/>
        <c:crosses val="autoZero"/>
        <c:auto val="1"/>
        <c:lblAlgn val="ctr"/>
        <c:lblOffset val="100"/>
        <c:noMultiLvlLbl val="0"/>
      </c:catAx>
      <c:valAx>
        <c:axId val="5523978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0931840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ce87c0a-6a5a-4b6a-83ab-21bfb11c055b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30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510981248"/>
        <c:axId val="510982784"/>
      </c:barChart>
      <c:catAx>
        <c:axId val="5109812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10982784"/>
        <c:crosses val="autoZero"/>
        <c:auto val="1"/>
        <c:lblAlgn val="ctr"/>
        <c:lblOffset val="100"/>
        <c:noMultiLvlLbl val="0"/>
      </c:catAx>
      <c:valAx>
        <c:axId val="51098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10981248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acbb931-ba7e-4968-9677-c38683b6a1ba}"/>
      </c:ext>
    </c:extLst>
  </c:chart>
  <c:spPr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  <a:headEnd w="med" len="med"/>
            </a:ln>
          </c:spPr>
          <c:marker>
            <c:symbol val="x"/>
            <c:size val="6"/>
            <c:spPr>
              <a:solidFill>
                <a:schemeClr val="accent2"/>
              </a:solidFill>
              <a:ln w="44450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1.3</c:v>
                </c:pt>
                <c:pt idx="1">
                  <c:v>0.6</c:v>
                </c:pt>
                <c:pt idx="2">
                  <c:v>0.5</c:v>
                </c:pt>
                <c:pt idx="3">
                  <c:v>1.5</c:v>
                </c:pt>
                <c:pt idx="4">
                  <c:v>1.8</c:v>
                </c:pt>
                <c:pt idx="5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square"/>
            <c:size val="8"/>
            <c:spPr>
              <a:solidFill>
                <a:schemeClr val="accent1"/>
              </a:solidFill>
              <a:ln w="44450" cap="rnd" cmpd="sng" algn="ctr">
                <a:noFill/>
                <a:prstDash val="solid"/>
                <a:round/>
                <a:headEnd type="none"/>
                <a:tailEnd type="none"/>
              </a:ln>
            </c:spPr>
          </c:marker>
          <c:dLbls>
            <c:delete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1.4</c:v>
                </c:pt>
                <c:pt idx="2">
                  <c:v>1.8</c:v>
                </c:pt>
                <c:pt idx="3">
                  <c:v>0.8</c:v>
                </c:pt>
                <c:pt idx="4">
                  <c:v>1.1</c:v>
                </c:pt>
                <c:pt idx="5">
                  <c:v>1.5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576832"/>
        <c:axId val="53578368"/>
      </c:lineChart>
      <c:catAx>
        <c:axId val="53576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53578368"/>
        <c:crosses val="autoZero"/>
        <c:auto val="1"/>
        <c:lblAlgn val="ctr"/>
        <c:lblOffset val="100"/>
        <c:noMultiLvlLbl val="0"/>
      </c:catAx>
      <c:valAx>
        <c:axId val="53578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35768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2194c96-b440-4889-ad45-9343e8687b1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  <a:endParaRPr lang="en-US" altLang="ko-KR" dirty="0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2064492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idx="12" hasCustomPrompt="1"/>
          </p:nvPr>
        </p:nvSpPr>
        <p:spPr>
          <a:xfrm>
            <a:off x="106341" y="126846"/>
            <a:ext cx="6248402" cy="6731154"/>
          </a:xfrm>
          <a:custGeom>
            <a:avLst/>
            <a:gdLst>
              <a:gd name="connsiteX0" fmla="*/ 1180828 w 6248402"/>
              <a:gd name="connsiteY0" fmla="*/ 6542589 h 6731154"/>
              <a:gd name="connsiteX1" fmla="*/ 1369393 w 6248402"/>
              <a:gd name="connsiteY1" fmla="*/ 6731154 h 6731154"/>
              <a:gd name="connsiteX2" fmla="*/ 992263 w 6248402"/>
              <a:gd name="connsiteY2" fmla="*/ 6731154 h 6731154"/>
              <a:gd name="connsiteX3" fmla="*/ 2482760 w 6248402"/>
              <a:gd name="connsiteY3" fmla="*/ 5218886 h 6731154"/>
              <a:gd name="connsiteX4" fmla="*/ 3654063 w 6248402"/>
              <a:gd name="connsiteY4" fmla="*/ 6390189 h 6731154"/>
              <a:gd name="connsiteX5" fmla="*/ 3313098 w 6248402"/>
              <a:gd name="connsiteY5" fmla="*/ 6731154 h 6731154"/>
              <a:gd name="connsiteX6" fmla="*/ 1652422 w 6248402"/>
              <a:gd name="connsiteY6" fmla="*/ 6731154 h 6731154"/>
              <a:gd name="connsiteX7" fmla="*/ 1311457 w 6248402"/>
              <a:gd name="connsiteY7" fmla="*/ 6390189 h 6731154"/>
              <a:gd name="connsiteX8" fmla="*/ 3775167 w 6248402"/>
              <a:gd name="connsiteY8" fmla="*/ 3918858 h 6731154"/>
              <a:gd name="connsiteX9" fmla="*/ 4946470 w 6248402"/>
              <a:gd name="connsiteY9" fmla="*/ 5090161 h 6731154"/>
              <a:gd name="connsiteX10" fmla="*/ 3775167 w 6248402"/>
              <a:gd name="connsiteY10" fmla="*/ 6261464 h 6731154"/>
              <a:gd name="connsiteX11" fmla="*/ 2603864 w 6248402"/>
              <a:gd name="connsiteY11" fmla="*/ 5090161 h 6731154"/>
              <a:gd name="connsiteX12" fmla="*/ 1171303 w 6248402"/>
              <a:gd name="connsiteY12" fmla="*/ 3918858 h 6731154"/>
              <a:gd name="connsiteX13" fmla="*/ 2342606 w 6248402"/>
              <a:gd name="connsiteY13" fmla="*/ 5090161 h 6731154"/>
              <a:gd name="connsiteX14" fmla="*/ 1171303 w 6248402"/>
              <a:gd name="connsiteY14" fmla="*/ 6261464 h 6731154"/>
              <a:gd name="connsiteX15" fmla="*/ 0 w 6248402"/>
              <a:gd name="connsiteY15" fmla="*/ 5090161 h 6731154"/>
              <a:gd name="connsiteX16" fmla="*/ 5077099 w 6248402"/>
              <a:gd name="connsiteY16" fmla="*/ 2595155 h 6731154"/>
              <a:gd name="connsiteX17" fmla="*/ 6248402 w 6248402"/>
              <a:gd name="connsiteY17" fmla="*/ 3766458 h 6731154"/>
              <a:gd name="connsiteX18" fmla="*/ 5077099 w 6248402"/>
              <a:gd name="connsiteY18" fmla="*/ 4937761 h 6731154"/>
              <a:gd name="connsiteX19" fmla="*/ 3905796 w 6248402"/>
              <a:gd name="connsiteY19" fmla="*/ 3766458 h 6731154"/>
              <a:gd name="connsiteX20" fmla="*/ 2473235 w 6248402"/>
              <a:gd name="connsiteY20" fmla="*/ 2595155 h 6731154"/>
              <a:gd name="connsiteX21" fmla="*/ 3644538 w 6248402"/>
              <a:gd name="connsiteY21" fmla="*/ 3766458 h 6731154"/>
              <a:gd name="connsiteX22" fmla="*/ 2473235 w 6248402"/>
              <a:gd name="connsiteY22" fmla="*/ 4937761 h 6731154"/>
              <a:gd name="connsiteX23" fmla="*/ 1301932 w 6248402"/>
              <a:gd name="connsiteY23" fmla="*/ 3766458 h 6731154"/>
              <a:gd name="connsiteX24" fmla="*/ 3775167 w 6248402"/>
              <a:gd name="connsiteY24" fmla="*/ 1323703 h 6731154"/>
              <a:gd name="connsiteX25" fmla="*/ 4946470 w 6248402"/>
              <a:gd name="connsiteY25" fmla="*/ 2495007 h 6731154"/>
              <a:gd name="connsiteX26" fmla="*/ 3775167 w 6248402"/>
              <a:gd name="connsiteY26" fmla="*/ 3666309 h 6731154"/>
              <a:gd name="connsiteX27" fmla="*/ 2603864 w 6248402"/>
              <a:gd name="connsiteY27" fmla="*/ 2495007 h 6731154"/>
              <a:gd name="connsiteX28" fmla="*/ 1171303 w 6248402"/>
              <a:gd name="connsiteY28" fmla="*/ 1323703 h 6731154"/>
              <a:gd name="connsiteX29" fmla="*/ 2342606 w 6248402"/>
              <a:gd name="connsiteY29" fmla="*/ 2495007 h 6731154"/>
              <a:gd name="connsiteX30" fmla="*/ 1171303 w 6248402"/>
              <a:gd name="connsiteY30" fmla="*/ 3666309 h 6731154"/>
              <a:gd name="connsiteX31" fmla="*/ 0 w 6248402"/>
              <a:gd name="connsiteY31" fmla="*/ 2495007 h 6731154"/>
              <a:gd name="connsiteX32" fmla="*/ 5077099 w 6248402"/>
              <a:gd name="connsiteY32" fmla="*/ 0 h 6731154"/>
              <a:gd name="connsiteX33" fmla="*/ 6248402 w 6248402"/>
              <a:gd name="connsiteY33" fmla="*/ 1171303 h 6731154"/>
              <a:gd name="connsiteX34" fmla="*/ 5077099 w 6248402"/>
              <a:gd name="connsiteY34" fmla="*/ 2342606 h 6731154"/>
              <a:gd name="connsiteX35" fmla="*/ 3905796 w 6248402"/>
              <a:gd name="connsiteY35" fmla="*/ 1171303 h 6731154"/>
              <a:gd name="connsiteX36" fmla="*/ 2473235 w 6248402"/>
              <a:gd name="connsiteY36" fmla="*/ 0 h 6731154"/>
              <a:gd name="connsiteX37" fmla="*/ 3644538 w 6248402"/>
              <a:gd name="connsiteY37" fmla="*/ 1171303 h 6731154"/>
              <a:gd name="connsiteX38" fmla="*/ 2473235 w 6248402"/>
              <a:gd name="connsiteY38" fmla="*/ 2342606 h 6731154"/>
              <a:gd name="connsiteX39" fmla="*/ 1301932 w 6248402"/>
              <a:gd name="connsiteY39" fmla="*/ 1171303 h 6731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248402" h="6731154">
                <a:moveTo>
                  <a:pt x="1180828" y="6542589"/>
                </a:moveTo>
                <a:lnTo>
                  <a:pt x="1369393" y="6731154"/>
                </a:lnTo>
                <a:lnTo>
                  <a:pt x="992263" y="6731154"/>
                </a:lnTo>
                <a:close/>
                <a:moveTo>
                  <a:pt x="2482760" y="5218886"/>
                </a:moveTo>
                <a:lnTo>
                  <a:pt x="3654063" y="6390189"/>
                </a:lnTo>
                <a:lnTo>
                  <a:pt x="3313098" y="6731154"/>
                </a:lnTo>
                <a:lnTo>
                  <a:pt x="1652422" y="6731154"/>
                </a:lnTo>
                <a:lnTo>
                  <a:pt x="1311457" y="6390189"/>
                </a:lnTo>
                <a:close/>
                <a:moveTo>
                  <a:pt x="3775167" y="3918858"/>
                </a:moveTo>
                <a:lnTo>
                  <a:pt x="4946470" y="5090161"/>
                </a:lnTo>
                <a:lnTo>
                  <a:pt x="3775167" y="6261464"/>
                </a:lnTo>
                <a:lnTo>
                  <a:pt x="2603864" y="5090161"/>
                </a:lnTo>
                <a:close/>
                <a:moveTo>
                  <a:pt x="1171303" y="3918858"/>
                </a:moveTo>
                <a:lnTo>
                  <a:pt x="2342606" y="5090161"/>
                </a:lnTo>
                <a:lnTo>
                  <a:pt x="1171303" y="6261464"/>
                </a:lnTo>
                <a:lnTo>
                  <a:pt x="0" y="5090161"/>
                </a:lnTo>
                <a:close/>
                <a:moveTo>
                  <a:pt x="5077099" y="2595155"/>
                </a:moveTo>
                <a:lnTo>
                  <a:pt x="6248402" y="3766458"/>
                </a:lnTo>
                <a:lnTo>
                  <a:pt x="5077099" y="4937761"/>
                </a:lnTo>
                <a:lnTo>
                  <a:pt x="3905796" y="3766458"/>
                </a:lnTo>
                <a:close/>
                <a:moveTo>
                  <a:pt x="2473235" y="2595155"/>
                </a:moveTo>
                <a:lnTo>
                  <a:pt x="3644538" y="3766458"/>
                </a:lnTo>
                <a:lnTo>
                  <a:pt x="2473235" y="4937761"/>
                </a:lnTo>
                <a:lnTo>
                  <a:pt x="1301932" y="3766458"/>
                </a:lnTo>
                <a:close/>
                <a:moveTo>
                  <a:pt x="3775167" y="1323703"/>
                </a:moveTo>
                <a:lnTo>
                  <a:pt x="4946470" y="2495007"/>
                </a:lnTo>
                <a:lnTo>
                  <a:pt x="3775167" y="3666309"/>
                </a:lnTo>
                <a:lnTo>
                  <a:pt x="2603864" y="2495007"/>
                </a:lnTo>
                <a:close/>
                <a:moveTo>
                  <a:pt x="1171303" y="1323703"/>
                </a:moveTo>
                <a:lnTo>
                  <a:pt x="2342606" y="2495007"/>
                </a:lnTo>
                <a:lnTo>
                  <a:pt x="1171303" y="3666309"/>
                </a:lnTo>
                <a:lnTo>
                  <a:pt x="0" y="2495007"/>
                </a:lnTo>
                <a:close/>
                <a:moveTo>
                  <a:pt x="5077099" y="0"/>
                </a:moveTo>
                <a:lnTo>
                  <a:pt x="6248402" y="1171303"/>
                </a:lnTo>
                <a:lnTo>
                  <a:pt x="5077099" y="2342606"/>
                </a:lnTo>
                <a:lnTo>
                  <a:pt x="3905796" y="1171303"/>
                </a:lnTo>
                <a:close/>
                <a:moveTo>
                  <a:pt x="2473235" y="0"/>
                </a:moveTo>
                <a:lnTo>
                  <a:pt x="3644538" y="1171303"/>
                </a:lnTo>
                <a:lnTo>
                  <a:pt x="2473235" y="2342606"/>
                </a:lnTo>
                <a:lnTo>
                  <a:pt x="1301932" y="117130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/>
          <p:cNvGrpSpPr/>
          <p:nvPr userDrawn="1"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6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877656" y="2102271"/>
            <a:ext cx="2152765" cy="3562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Oval 2"/>
          <p:cNvSpPr/>
          <p:nvPr userDrawn="1"/>
        </p:nvSpPr>
        <p:spPr>
          <a:xfrm>
            <a:off x="6925208" y="5035013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Graphic 14"/>
          <p:cNvGrpSpPr/>
          <p:nvPr userDrawn="1"/>
        </p:nvGrpSpPr>
        <p:grpSpPr>
          <a:xfrm>
            <a:off x="6859251" y="1585382"/>
            <a:ext cx="4568370" cy="3687236"/>
            <a:chOff x="2444748" y="555045"/>
            <a:chExt cx="7282048" cy="5727454"/>
          </a:xfrm>
        </p:grpSpPr>
        <p:sp>
          <p:nvSpPr>
            <p:cNvPr id="5" name="Freeform: Shape 4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004813" y="1717989"/>
            <a:ext cx="42558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3" y="-1"/>
            <a:ext cx="12192003" cy="3555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5100846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8480425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833" y="328764"/>
            <a:ext cx="10037135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14"/>
          <p:cNvSpPr>
            <a:spLocks noGrp="1"/>
          </p:cNvSpPr>
          <p:nvPr>
            <p:ph type="pic" sz="quarter" idx="11" hasCustomPrompt="1"/>
          </p:nvPr>
        </p:nvSpPr>
        <p:spPr>
          <a:xfrm>
            <a:off x="4074943" y="448887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그림 개체 틀 15"/>
          <p:cNvSpPr>
            <a:spLocks noGrp="1"/>
          </p:cNvSpPr>
          <p:nvPr>
            <p:ph type="pic" sz="quarter" idx="12" hasCustomPrompt="1"/>
          </p:nvPr>
        </p:nvSpPr>
        <p:spPr>
          <a:xfrm>
            <a:off x="5653743" y="2009396"/>
            <a:ext cx="2825140" cy="2825140"/>
          </a:xfrm>
          <a:custGeom>
            <a:avLst/>
            <a:gdLst>
              <a:gd name="connsiteX0" fmla="*/ 1412571 w 2825140"/>
              <a:gd name="connsiteY0" fmla="*/ 0 h 2825140"/>
              <a:gd name="connsiteX1" fmla="*/ 2825140 w 2825140"/>
              <a:gd name="connsiteY1" fmla="*/ 1412570 h 2825140"/>
              <a:gd name="connsiteX2" fmla="*/ 1412571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1" y="0"/>
                </a:moveTo>
                <a:lnTo>
                  <a:pt x="2825140" y="1412570"/>
                </a:lnTo>
                <a:lnTo>
                  <a:pt x="1412571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그림 개체 틀 16"/>
          <p:cNvSpPr>
            <a:spLocks noGrp="1"/>
          </p:cNvSpPr>
          <p:nvPr>
            <p:ph type="pic" sz="quarter" idx="13" hasCustomPrompt="1"/>
          </p:nvPr>
        </p:nvSpPr>
        <p:spPr>
          <a:xfrm>
            <a:off x="7232543" y="448886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그림 개체 틀 17"/>
          <p:cNvSpPr>
            <a:spLocks noGrp="1"/>
          </p:cNvSpPr>
          <p:nvPr>
            <p:ph type="pic" sz="quarter" idx="14" hasCustomPrompt="1"/>
          </p:nvPr>
        </p:nvSpPr>
        <p:spPr>
          <a:xfrm>
            <a:off x="7206298" y="3569906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8770034" y="14068"/>
            <a:ext cx="3421966" cy="6843932"/>
          </a:xfrm>
          <a:custGeom>
            <a:avLst/>
            <a:gdLst>
              <a:gd name="connsiteX0" fmla="*/ 3421966 w 3421966"/>
              <a:gd name="connsiteY0" fmla="*/ 0 h 6843932"/>
              <a:gd name="connsiteX1" fmla="*/ 3421966 w 3421966"/>
              <a:gd name="connsiteY1" fmla="*/ 6843932 h 6843932"/>
              <a:gd name="connsiteX2" fmla="*/ 0 w 3421966"/>
              <a:gd name="connsiteY2" fmla="*/ 3421966 h 6843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1966" h="6843932">
                <a:moveTo>
                  <a:pt x="3421966" y="0"/>
                </a:moveTo>
                <a:lnTo>
                  <a:pt x="3421966" y="6843932"/>
                </a:lnTo>
                <a:lnTo>
                  <a:pt x="0" y="34219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647699" y="619125"/>
            <a:ext cx="10906125" cy="5619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5"/>
          <p:cNvSpPr>
            <a:spLocks noGrp="1"/>
          </p:cNvSpPr>
          <p:nvPr>
            <p:ph type="pic" sz="quarter" idx="12" hasCustomPrompt="1"/>
          </p:nvPr>
        </p:nvSpPr>
        <p:spPr>
          <a:xfrm>
            <a:off x="2133600" y="0"/>
            <a:ext cx="3960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://www.free-powerpoint-templates-design.co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14.svg"/><Relationship Id="rId3" Type="http://schemas.openxmlformats.org/officeDocument/2006/relationships/image" Target="../media/image18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rId1"/>
          </p:cNvPr>
          <p:cNvSpPr txBox="1"/>
          <p:nvPr/>
        </p:nvSpPr>
        <p:spPr>
          <a:xfrm>
            <a:off x="-1" y="6372570"/>
            <a:ext cx="121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cs typeface="Arial" panose="020B0604020202020204" pitchFamily="34" charset="0"/>
                <a:hlinkClick r:id="rId1"/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" y="5047516"/>
            <a:ext cx="121919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j-lt"/>
              </a:rPr>
              <a:t>Free PPT Templates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896549"/>
            <a:ext cx="12192000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5" dirty="0">
                <a:solidFill>
                  <a:schemeClr val="bg1"/>
                </a:solidFill>
                <a:cs typeface="Arial" panose="020B0604020202020204" pitchFamily="34" charset="0"/>
              </a:rPr>
              <a:t>Insert the Subtitle of Your Presentation</a:t>
            </a:r>
            <a:endParaRPr lang="ko-KR" altLang="en-US" sz="18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" name="Graphic 1"/>
          <p:cNvGrpSpPr/>
          <p:nvPr/>
        </p:nvGrpSpPr>
        <p:grpSpPr>
          <a:xfrm>
            <a:off x="9752259" y="341313"/>
            <a:ext cx="1684599" cy="432917"/>
            <a:chOff x="28575" y="1871662"/>
            <a:chExt cx="12134850" cy="3118484"/>
          </a:xfrm>
          <a:solidFill>
            <a:schemeClr val="bg1"/>
          </a:solidFill>
        </p:grpSpPr>
        <p:sp>
          <p:nvSpPr>
            <p:cNvPr id="25" name="Freeform: Shape 24"/>
            <p:cNvSpPr/>
            <p:nvPr/>
          </p:nvSpPr>
          <p:spPr>
            <a:xfrm>
              <a:off x="28575" y="1871662"/>
              <a:ext cx="12134850" cy="3118484"/>
            </a:xfrm>
            <a:custGeom>
              <a:avLst/>
              <a:gdLst>
                <a:gd name="connsiteX0" fmla="*/ 10575608 w 12134850"/>
                <a:gd name="connsiteY0" fmla="*/ 3118485 h 3118484"/>
                <a:gd name="connsiteX1" fmla="*/ 1559243 w 12134850"/>
                <a:gd name="connsiteY1" fmla="*/ 3118485 h 3118484"/>
                <a:gd name="connsiteX2" fmla="*/ 0 w 12134850"/>
                <a:gd name="connsiteY2" fmla="*/ 1559243 h 3118484"/>
                <a:gd name="connsiteX3" fmla="*/ 1559243 w 12134850"/>
                <a:gd name="connsiteY3" fmla="*/ 0 h 3118484"/>
                <a:gd name="connsiteX4" fmla="*/ 10575608 w 12134850"/>
                <a:gd name="connsiteY4" fmla="*/ 0 h 3118484"/>
                <a:gd name="connsiteX5" fmla="*/ 12134850 w 12134850"/>
                <a:gd name="connsiteY5" fmla="*/ 1559243 h 3118484"/>
                <a:gd name="connsiteX6" fmla="*/ 10575608 w 12134850"/>
                <a:gd name="connsiteY6" fmla="*/ 3118485 h 3118484"/>
                <a:gd name="connsiteX7" fmla="*/ 1559243 w 12134850"/>
                <a:gd name="connsiteY7" fmla="*/ 135255 h 3118484"/>
                <a:gd name="connsiteX8" fmla="*/ 135255 w 12134850"/>
                <a:gd name="connsiteY8" fmla="*/ 1559243 h 3118484"/>
                <a:gd name="connsiteX9" fmla="*/ 1559243 w 12134850"/>
                <a:gd name="connsiteY9" fmla="*/ 2983230 h 3118484"/>
                <a:gd name="connsiteX10" fmla="*/ 10575608 w 12134850"/>
                <a:gd name="connsiteY10" fmla="*/ 2983230 h 3118484"/>
                <a:gd name="connsiteX11" fmla="*/ 11999595 w 12134850"/>
                <a:gd name="connsiteY11" fmla="*/ 1559243 h 3118484"/>
                <a:gd name="connsiteX12" fmla="*/ 10575608 w 12134850"/>
                <a:gd name="connsiteY12" fmla="*/ 135255 h 3118484"/>
                <a:gd name="connsiteX13" fmla="*/ 1559243 w 12134850"/>
                <a:gd name="connsiteY13" fmla="*/ 135255 h 311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34850" h="3118484">
                  <a:moveTo>
                    <a:pt x="10575608" y="3118485"/>
                  </a:moveTo>
                  <a:lnTo>
                    <a:pt x="1559243" y="3118485"/>
                  </a:lnTo>
                  <a:cubicBezTo>
                    <a:pt x="699135" y="3118485"/>
                    <a:pt x="0" y="2419350"/>
                    <a:pt x="0" y="1559243"/>
                  </a:cubicBezTo>
                  <a:cubicBezTo>
                    <a:pt x="0" y="699135"/>
                    <a:pt x="699135" y="0"/>
                    <a:pt x="1559243" y="0"/>
                  </a:cubicBezTo>
                  <a:lnTo>
                    <a:pt x="10575608" y="0"/>
                  </a:lnTo>
                  <a:cubicBezTo>
                    <a:pt x="11435715" y="0"/>
                    <a:pt x="12134850" y="699135"/>
                    <a:pt x="12134850" y="1559243"/>
                  </a:cubicBezTo>
                  <a:cubicBezTo>
                    <a:pt x="12134850" y="2419350"/>
                    <a:pt x="11435715" y="3118485"/>
                    <a:pt x="10575608" y="3118485"/>
                  </a:cubicBezTo>
                  <a:close/>
                  <a:moveTo>
                    <a:pt x="1559243" y="135255"/>
                  </a:moveTo>
                  <a:cubicBezTo>
                    <a:pt x="774383" y="135255"/>
                    <a:pt x="135255" y="774383"/>
                    <a:pt x="135255" y="1559243"/>
                  </a:cubicBezTo>
                  <a:cubicBezTo>
                    <a:pt x="135255" y="2344103"/>
                    <a:pt x="773430" y="2983230"/>
                    <a:pt x="1559243" y="2983230"/>
                  </a:cubicBezTo>
                  <a:lnTo>
                    <a:pt x="10575608" y="2983230"/>
                  </a:lnTo>
                  <a:cubicBezTo>
                    <a:pt x="11360467" y="2983230"/>
                    <a:pt x="11999595" y="2344103"/>
                    <a:pt x="11999595" y="1559243"/>
                  </a:cubicBezTo>
                  <a:cubicBezTo>
                    <a:pt x="11999595" y="774383"/>
                    <a:pt x="11361420" y="135255"/>
                    <a:pt x="10575608" y="135255"/>
                  </a:cubicBezTo>
                  <a:lnTo>
                    <a:pt x="1559243" y="1352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aphic 1"/>
            <p:cNvGrpSpPr/>
            <p:nvPr/>
          </p:nvGrpSpPr>
          <p:grpSpPr>
            <a:xfrm>
              <a:off x="1795462" y="2549841"/>
              <a:ext cx="8943975" cy="1763077"/>
              <a:chOff x="1795462" y="2549841"/>
              <a:chExt cx="8943975" cy="1763077"/>
            </a:xfrm>
            <a:grpFill/>
          </p:grpSpPr>
          <p:sp>
            <p:nvSpPr>
              <p:cNvPr id="27" name="Freeform: Shape 26"/>
              <p:cNvSpPr/>
              <p:nvPr/>
            </p:nvSpPr>
            <p:spPr>
              <a:xfrm>
                <a:off x="5654992" y="2549841"/>
                <a:ext cx="3864292" cy="1695450"/>
              </a:xfrm>
              <a:custGeom>
                <a:avLst/>
                <a:gdLst>
                  <a:gd name="connsiteX0" fmla="*/ 1693545 w 3864292"/>
                  <a:gd name="connsiteY0" fmla="*/ 286703 h 1695450"/>
                  <a:gd name="connsiteX1" fmla="*/ 1693545 w 3864292"/>
                  <a:gd name="connsiteY1" fmla="*/ 767715 h 1695450"/>
                  <a:gd name="connsiteX2" fmla="*/ 1858327 w 3864292"/>
                  <a:gd name="connsiteY2" fmla="*/ 767715 h 1695450"/>
                  <a:gd name="connsiteX3" fmla="*/ 2096452 w 3864292"/>
                  <a:gd name="connsiteY3" fmla="*/ 741045 h 1695450"/>
                  <a:gd name="connsiteX4" fmla="*/ 2190750 w 3864292"/>
                  <a:gd name="connsiteY4" fmla="*/ 658178 h 1695450"/>
                  <a:gd name="connsiteX5" fmla="*/ 2225040 w 3864292"/>
                  <a:gd name="connsiteY5" fmla="*/ 526733 h 1695450"/>
                  <a:gd name="connsiteX6" fmla="*/ 2177415 w 3864292"/>
                  <a:gd name="connsiteY6" fmla="*/ 374333 h 1695450"/>
                  <a:gd name="connsiteX7" fmla="*/ 2056447 w 3864292"/>
                  <a:gd name="connsiteY7" fmla="*/ 299085 h 1695450"/>
                  <a:gd name="connsiteX8" fmla="*/ 1839277 w 3864292"/>
                  <a:gd name="connsiteY8" fmla="*/ 287655 h 1695450"/>
                  <a:gd name="connsiteX9" fmla="*/ 1693545 w 3864292"/>
                  <a:gd name="connsiteY9" fmla="*/ 287655 h 1695450"/>
                  <a:gd name="connsiteX10" fmla="*/ 301943 w 3864292"/>
                  <a:gd name="connsiteY10" fmla="*/ 286703 h 1695450"/>
                  <a:gd name="connsiteX11" fmla="*/ 301943 w 3864292"/>
                  <a:gd name="connsiteY11" fmla="*/ 767715 h 1695450"/>
                  <a:gd name="connsiteX12" fmla="*/ 466725 w 3864292"/>
                  <a:gd name="connsiteY12" fmla="*/ 767715 h 1695450"/>
                  <a:gd name="connsiteX13" fmla="*/ 704850 w 3864292"/>
                  <a:gd name="connsiteY13" fmla="*/ 741045 h 1695450"/>
                  <a:gd name="connsiteX14" fmla="*/ 799147 w 3864292"/>
                  <a:gd name="connsiteY14" fmla="*/ 658178 h 1695450"/>
                  <a:gd name="connsiteX15" fmla="*/ 833438 w 3864292"/>
                  <a:gd name="connsiteY15" fmla="*/ 526733 h 1695450"/>
                  <a:gd name="connsiteX16" fmla="*/ 785813 w 3864292"/>
                  <a:gd name="connsiteY16" fmla="*/ 374333 h 1695450"/>
                  <a:gd name="connsiteX17" fmla="*/ 664845 w 3864292"/>
                  <a:gd name="connsiteY17" fmla="*/ 299085 h 1695450"/>
                  <a:gd name="connsiteX18" fmla="*/ 447675 w 3864292"/>
                  <a:gd name="connsiteY18" fmla="*/ 287655 h 1695450"/>
                  <a:gd name="connsiteX19" fmla="*/ 301943 w 3864292"/>
                  <a:gd name="connsiteY19" fmla="*/ 287655 h 1695450"/>
                  <a:gd name="connsiteX20" fmla="*/ 2676525 w 3864292"/>
                  <a:gd name="connsiteY20" fmla="*/ 0 h 1695450"/>
                  <a:gd name="connsiteX21" fmla="*/ 3864293 w 3864292"/>
                  <a:gd name="connsiteY21" fmla="*/ 0 h 1695450"/>
                  <a:gd name="connsiteX22" fmla="*/ 3864293 w 3864292"/>
                  <a:gd name="connsiteY22" fmla="*/ 286703 h 1695450"/>
                  <a:gd name="connsiteX23" fmla="*/ 3422333 w 3864292"/>
                  <a:gd name="connsiteY23" fmla="*/ 286703 h 1695450"/>
                  <a:gd name="connsiteX24" fmla="*/ 3422333 w 3864292"/>
                  <a:gd name="connsiteY24" fmla="*/ 1695450 h 1695450"/>
                  <a:gd name="connsiteX25" fmla="*/ 3120390 w 3864292"/>
                  <a:gd name="connsiteY25" fmla="*/ 1695450 h 1695450"/>
                  <a:gd name="connsiteX26" fmla="*/ 3120390 w 3864292"/>
                  <a:gd name="connsiteY26" fmla="*/ 286703 h 1695450"/>
                  <a:gd name="connsiteX27" fmla="*/ 2676525 w 3864292"/>
                  <a:gd name="connsiteY27" fmla="*/ 286703 h 1695450"/>
                  <a:gd name="connsiteX28" fmla="*/ 2676525 w 3864292"/>
                  <a:gd name="connsiteY28" fmla="*/ 0 h 1695450"/>
                  <a:gd name="connsiteX29" fmla="*/ 2676525 w 3864292"/>
                  <a:gd name="connsiteY29" fmla="*/ 0 h 1695450"/>
                  <a:gd name="connsiteX30" fmla="*/ 1392555 w 3864292"/>
                  <a:gd name="connsiteY30" fmla="*/ 0 h 1695450"/>
                  <a:gd name="connsiteX31" fmla="*/ 1876425 w 3864292"/>
                  <a:gd name="connsiteY31" fmla="*/ 0 h 1695450"/>
                  <a:gd name="connsiteX32" fmla="*/ 2235518 w 3864292"/>
                  <a:gd name="connsiteY32" fmla="*/ 25718 h 1695450"/>
                  <a:gd name="connsiteX33" fmla="*/ 2450783 w 3864292"/>
                  <a:gd name="connsiteY33" fmla="*/ 191453 h 1695450"/>
                  <a:gd name="connsiteX34" fmla="*/ 2537460 w 3864292"/>
                  <a:gd name="connsiteY34" fmla="*/ 521970 h 1695450"/>
                  <a:gd name="connsiteX35" fmla="*/ 2487930 w 3864292"/>
                  <a:gd name="connsiteY35" fmla="*/ 784860 h 1695450"/>
                  <a:gd name="connsiteX36" fmla="*/ 2361247 w 3864292"/>
                  <a:gd name="connsiteY36" fmla="*/ 951548 h 1695450"/>
                  <a:gd name="connsiteX37" fmla="*/ 2205038 w 3864292"/>
                  <a:gd name="connsiteY37" fmla="*/ 1031558 h 1695450"/>
                  <a:gd name="connsiteX38" fmla="*/ 1891665 w 3864292"/>
                  <a:gd name="connsiteY38" fmla="*/ 1055370 h 1695450"/>
                  <a:gd name="connsiteX39" fmla="*/ 1694497 w 3864292"/>
                  <a:gd name="connsiteY39" fmla="*/ 1055370 h 1695450"/>
                  <a:gd name="connsiteX40" fmla="*/ 1694497 w 3864292"/>
                  <a:gd name="connsiteY40" fmla="*/ 1694498 h 1695450"/>
                  <a:gd name="connsiteX41" fmla="*/ 1392555 w 3864292"/>
                  <a:gd name="connsiteY41" fmla="*/ 1694498 h 1695450"/>
                  <a:gd name="connsiteX42" fmla="*/ 1392555 w 3864292"/>
                  <a:gd name="connsiteY42" fmla="*/ 0 h 1695450"/>
                  <a:gd name="connsiteX43" fmla="*/ 1392555 w 3864292"/>
                  <a:gd name="connsiteY43" fmla="*/ 0 h 1695450"/>
                  <a:gd name="connsiteX44" fmla="*/ 0 w 3864292"/>
                  <a:gd name="connsiteY44" fmla="*/ 0 h 1695450"/>
                  <a:gd name="connsiteX45" fmla="*/ 483870 w 3864292"/>
                  <a:gd name="connsiteY45" fmla="*/ 0 h 1695450"/>
                  <a:gd name="connsiteX46" fmla="*/ 842963 w 3864292"/>
                  <a:gd name="connsiteY46" fmla="*/ 25718 h 1695450"/>
                  <a:gd name="connsiteX47" fmla="*/ 1058227 w 3864292"/>
                  <a:gd name="connsiteY47" fmla="*/ 191453 h 1695450"/>
                  <a:gd name="connsiteX48" fmla="*/ 1144905 w 3864292"/>
                  <a:gd name="connsiteY48" fmla="*/ 521970 h 1695450"/>
                  <a:gd name="connsiteX49" fmla="*/ 1095375 w 3864292"/>
                  <a:gd name="connsiteY49" fmla="*/ 784860 h 1695450"/>
                  <a:gd name="connsiteX50" fmla="*/ 968693 w 3864292"/>
                  <a:gd name="connsiteY50" fmla="*/ 951548 h 1695450"/>
                  <a:gd name="connsiteX51" fmla="*/ 812482 w 3864292"/>
                  <a:gd name="connsiteY51" fmla="*/ 1031558 h 1695450"/>
                  <a:gd name="connsiteX52" fmla="*/ 499110 w 3864292"/>
                  <a:gd name="connsiteY52" fmla="*/ 1055370 h 1695450"/>
                  <a:gd name="connsiteX53" fmla="*/ 301943 w 3864292"/>
                  <a:gd name="connsiteY53" fmla="*/ 1055370 h 1695450"/>
                  <a:gd name="connsiteX54" fmla="*/ 301943 w 3864292"/>
                  <a:gd name="connsiteY54" fmla="*/ 1694498 h 1695450"/>
                  <a:gd name="connsiteX55" fmla="*/ 0 w 3864292"/>
                  <a:gd name="connsiteY55" fmla="*/ 1694498 h 1695450"/>
                  <a:gd name="connsiteX56" fmla="*/ 0 w 3864292"/>
                  <a:gd name="connsiteY56" fmla="*/ 0 h 1695450"/>
                  <a:gd name="connsiteX57" fmla="*/ 0 w 3864292"/>
                  <a:gd name="connsiteY57" fmla="*/ 0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864292" h="1695450">
                    <a:moveTo>
                      <a:pt x="1693545" y="286703"/>
                    </a:moveTo>
                    <a:lnTo>
                      <a:pt x="1693545" y="767715"/>
                    </a:lnTo>
                    <a:lnTo>
                      <a:pt x="1858327" y="767715"/>
                    </a:lnTo>
                    <a:cubicBezTo>
                      <a:pt x="1977390" y="767715"/>
                      <a:pt x="2056447" y="759143"/>
                      <a:pt x="2096452" y="741045"/>
                    </a:cubicBezTo>
                    <a:cubicBezTo>
                      <a:pt x="2136458" y="722948"/>
                      <a:pt x="2167890" y="695325"/>
                      <a:pt x="2190750" y="658178"/>
                    </a:cubicBezTo>
                    <a:cubicBezTo>
                      <a:pt x="2213610" y="620078"/>
                      <a:pt x="2225040" y="576263"/>
                      <a:pt x="2225040" y="526733"/>
                    </a:cubicBezTo>
                    <a:cubicBezTo>
                      <a:pt x="2225040" y="464820"/>
                      <a:pt x="2208847" y="414338"/>
                      <a:pt x="2177415" y="374333"/>
                    </a:cubicBezTo>
                    <a:cubicBezTo>
                      <a:pt x="2145030" y="334328"/>
                      <a:pt x="2105025" y="309563"/>
                      <a:pt x="2056447" y="299085"/>
                    </a:cubicBezTo>
                    <a:cubicBezTo>
                      <a:pt x="2020252" y="291465"/>
                      <a:pt x="1947863" y="287655"/>
                      <a:pt x="1839277" y="287655"/>
                    </a:cubicBezTo>
                    <a:lnTo>
                      <a:pt x="1693545" y="287655"/>
                    </a:lnTo>
                    <a:close/>
                    <a:moveTo>
                      <a:pt x="301943" y="286703"/>
                    </a:moveTo>
                    <a:lnTo>
                      <a:pt x="301943" y="767715"/>
                    </a:lnTo>
                    <a:lnTo>
                      <a:pt x="466725" y="767715"/>
                    </a:lnTo>
                    <a:cubicBezTo>
                      <a:pt x="585788" y="767715"/>
                      <a:pt x="664845" y="759143"/>
                      <a:pt x="704850" y="741045"/>
                    </a:cubicBezTo>
                    <a:cubicBezTo>
                      <a:pt x="744855" y="722948"/>
                      <a:pt x="776288" y="695325"/>
                      <a:pt x="799147" y="658178"/>
                    </a:cubicBezTo>
                    <a:cubicBezTo>
                      <a:pt x="822007" y="620078"/>
                      <a:pt x="833438" y="576263"/>
                      <a:pt x="833438" y="526733"/>
                    </a:cubicBezTo>
                    <a:cubicBezTo>
                      <a:pt x="833438" y="464820"/>
                      <a:pt x="817245" y="414338"/>
                      <a:pt x="785813" y="374333"/>
                    </a:cubicBezTo>
                    <a:cubicBezTo>
                      <a:pt x="753427" y="334328"/>
                      <a:pt x="713422" y="309563"/>
                      <a:pt x="664845" y="299085"/>
                    </a:cubicBezTo>
                    <a:cubicBezTo>
                      <a:pt x="628650" y="291465"/>
                      <a:pt x="556260" y="287655"/>
                      <a:pt x="447675" y="287655"/>
                    </a:cubicBezTo>
                    <a:lnTo>
                      <a:pt x="301943" y="287655"/>
                    </a:lnTo>
                    <a:close/>
                    <a:moveTo>
                      <a:pt x="2676525" y="0"/>
                    </a:moveTo>
                    <a:lnTo>
                      <a:pt x="3864293" y="0"/>
                    </a:lnTo>
                    <a:lnTo>
                      <a:pt x="3864293" y="286703"/>
                    </a:lnTo>
                    <a:lnTo>
                      <a:pt x="3422333" y="286703"/>
                    </a:lnTo>
                    <a:lnTo>
                      <a:pt x="3422333" y="1695450"/>
                    </a:lnTo>
                    <a:lnTo>
                      <a:pt x="3120390" y="1695450"/>
                    </a:lnTo>
                    <a:lnTo>
                      <a:pt x="3120390" y="286703"/>
                    </a:lnTo>
                    <a:lnTo>
                      <a:pt x="2676525" y="286703"/>
                    </a:lnTo>
                    <a:lnTo>
                      <a:pt x="2676525" y="0"/>
                    </a:lnTo>
                    <a:lnTo>
                      <a:pt x="2676525" y="0"/>
                    </a:lnTo>
                    <a:close/>
                    <a:moveTo>
                      <a:pt x="1392555" y="0"/>
                    </a:moveTo>
                    <a:lnTo>
                      <a:pt x="1876425" y="0"/>
                    </a:lnTo>
                    <a:cubicBezTo>
                      <a:pt x="2060257" y="0"/>
                      <a:pt x="2179320" y="8573"/>
                      <a:pt x="2235518" y="25718"/>
                    </a:cubicBezTo>
                    <a:cubicBezTo>
                      <a:pt x="2321243" y="51435"/>
                      <a:pt x="2392680" y="106680"/>
                      <a:pt x="2450783" y="191453"/>
                    </a:cubicBezTo>
                    <a:cubicBezTo>
                      <a:pt x="2508885" y="276225"/>
                      <a:pt x="2537460" y="386715"/>
                      <a:pt x="2537460" y="521970"/>
                    </a:cubicBezTo>
                    <a:cubicBezTo>
                      <a:pt x="2537460" y="625793"/>
                      <a:pt x="2521268" y="713423"/>
                      <a:pt x="2487930" y="784860"/>
                    </a:cubicBezTo>
                    <a:cubicBezTo>
                      <a:pt x="2454593" y="855345"/>
                      <a:pt x="2412683" y="911543"/>
                      <a:pt x="2361247" y="951548"/>
                    </a:cubicBezTo>
                    <a:cubicBezTo>
                      <a:pt x="2309813" y="991553"/>
                      <a:pt x="2257425" y="1019175"/>
                      <a:pt x="2205038" y="1031558"/>
                    </a:cubicBezTo>
                    <a:cubicBezTo>
                      <a:pt x="2132647" y="1047750"/>
                      <a:pt x="2028825" y="1055370"/>
                      <a:pt x="1891665" y="1055370"/>
                    </a:cubicBezTo>
                    <a:lnTo>
                      <a:pt x="1694497" y="1055370"/>
                    </a:lnTo>
                    <a:lnTo>
                      <a:pt x="1694497" y="1694498"/>
                    </a:lnTo>
                    <a:lnTo>
                      <a:pt x="1392555" y="1694498"/>
                    </a:lnTo>
                    <a:lnTo>
                      <a:pt x="1392555" y="0"/>
                    </a:lnTo>
                    <a:lnTo>
                      <a:pt x="1392555" y="0"/>
                    </a:lnTo>
                    <a:close/>
                    <a:moveTo>
                      <a:pt x="0" y="0"/>
                    </a:moveTo>
                    <a:lnTo>
                      <a:pt x="483870" y="0"/>
                    </a:lnTo>
                    <a:cubicBezTo>
                      <a:pt x="667702" y="0"/>
                      <a:pt x="786765" y="8573"/>
                      <a:pt x="842963" y="25718"/>
                    </a:cubicBezTo>
                    <a:cubicBezTo>
                      <a:pt x="928688" y="51435"/>
                      <a:pt x="1000125" y="106680"/>
                      <a:pt x="1058227" y="191453"/>
                    </a:cubicBezTo>
                    <a:cubicBezTo>
                      <a:pt x="1116330" y="276225"/>
                      <a:pt x="1144905" y="386715"/>
                      <a:pt x="1144905" y="521970"/>
                    </a:cubicBezTo>
                    <a:cubicBezTo>
                      <a:pt x="1144905" y="625793"/>
                      <a:pt x="1128713" y="713423"/>
                      <a:pt x="1095375" y="784860"/>
                    </a:cubicBezTo>
                    <a:cubicBezTo>
                      <a:pt x="1062038" y="855345"/>
                      <a:pt x="1020127" y="911543"/>
                      <a:pt x="968693" y="951548"/>
                    </a:cubicBezTo>
                    <a:cubicBezTo>
                      <a:pt x="917257" y="991553"/>
                      <a:pt x="864870" y="1019175"/>
                      <a:pt x="812482" y="1031558"/>
                    </a:cubicBezTo>
                    <a:cubicBezTo>
                      <a:pt x="740093" y="1047750"/>
                      <a:pt x="636270" y="1055370"/>
                      <a:pt x="499110" y="1055370"/>
                    </a:cubicBezTo>
                    <a:lnTo>
                      <a:pt x="301943" y="1055370"/>
                    </a:lnTo>
                    <a:lnTo>
                      <a:pt x="301943" y="1694498"/>
                    </a:lnTo>
                    <a:lnTo>
                      <a:pt x="0" y="169449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8" name="Graphic 1"/>
              <p:cNvGrpSpPr/>
              <p:nvPr/>
            </p:nvGrpSpPr>
            <p:grpSpPr>
              <a:xfrm>
                <a:off x="1795462" y="2615564"/>
                <a:ext cx="8943975" cy="1697354"/>
                <a:chOff x="1795462" y="2615564"/>
                <a:chExt cx="8943975" cy="1697354"/>
              </a:xfrm>
              <a:grpFill/>
            </p:grpSpPr>
            <p:sp>
              <p:nvSpPr>
                <p:cNvPr id="29" name="Freeform: Shape 28"/>
                <p:cNvSpPr/>
                <p:nvPr/>
              </p:nvSpPr>
              <p:spPr>
                <a:xfrm>
                  <a:off x="1795462" y="2615564"/>
                  <a:ext cx="1414462" cy="1697354"/>
                </a:xfrm>
                <a:custGeom>
                  <a:avLst/>
                  <a:gdLst>
                    <a:gd name="connsiteX0" fmla="*/ 1288732 w 1414462"/>
                    <a:gd name="connsiteY0" fmla="*/ 1835468 h 1835467"/>
                    <a:gd name="connsiteX1" fmla="*/ 689610 w 1414462"/>
                    <a:gd name="connsiteY1" fmla="*/ 365760 h 1835467"/>
                    <a:gd name="connsiteX2" fmla="*/ 126683 w 1414462"/>
                    <a:gd name="connsiteY2" fmla="*/ 1798320 h 1835467"/>
                    <a:gd name="connsiteX3" fmla="*/ 0 w 1414462"/>
                    <a:gd name="connsiteY3" fmla="*/ 1747838 h 1835467"/>
                    <a:gd name="connsiteX4" fmla="*/ 687705 w 1414462"/>
                    <a:gd name="connsiteY4" fmla="*/ 0 h 1835467"/>
                    <a:gd name="connsiteX5" fmla="*/ 1414463 w 1414462"/>
                    <a:gd name="connsiteY5" fmla="*/ 1784985 h 1835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4462" h="1835467">
                      <a:moveTo>
                        <a:pt x="1288732" y="1835468"/>
                      </a:moveTo>
                      <a:lnTo>
                        <a:pt x="689610" y="365760"/>
                      </a:lnTo>
                      <a:lnTo>
                        <a:pt x="126683" y="1798320"/>
                      </a:lnTo>
                      <a:lnTo>
                        <a:pt x="0" y="1747838"/>
                      </a:lnTo>
                      <a:lnTo>
                        <a:pt x="687705" y="0"/>
                      </a:lnTo>
                      <a:lnTo>
                        <a:pt x="1414463" y="178498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0" name="Graphic 1"/>
                <p:cNvGrpSpPr/>
                <p:nvPr/>
              </p:nvGrpSpPr>
              <p:grpSpPr>
                <a:xfrm>
                  <a:off x="3416617" y="2615564"/>
                  <a:ext cx="7322820" cy="1697354"/>
                  <a:chOff x="3416617" y="2615564"/>
                  <a:chExt cx="7322820" cy="1697354"/>
                </a:xfrm>
                <a:grpFill/>
              </p:grpSpPr>
              <p:sp>
                <p:nvSpPr>
                  <p:cNvPr id="31" name="Freeform: Shape 30"/>
                  <p:cNvSpPr/>
                  <p:nvPr/>
                </p:nvSpPr>
                <p:spPr>
                  <a:xfrm>
                    <a:off x="3416617" y="2615564"/>
                    <a:ext cx="815339" cy="1697354"/>
                  </a:xfrm>
                  <a:custGeom>
                    <a:avLst/>
                    <a:gdLst>
                      <a:gd name="connsiteX0" fmla="*/ 815340 w 815339"/>
                      <a:gd name="connsiteY0" fmla="*/ 1697355 h 1697354"/>
                      <a:gd name="connsiteX1" fmla="*/ 0 w 815339"/>
                      <a:gd name="connsiteY1" fmla="*/ 1697355 h 1697354"/>
                      <a:gd name="connsiteX2" fmla="*/ 37147 w 815339"/>
                      <a:gd name="connsiteY2" fmla="*/ 0 h 1697354"/>
                      <a:gd name="connsiteX3" fmla="*/ 172402 w 815339"/>
                      <a:gd name="connsiteY3" fmla="*/ 3810 h 1697354"/>
                      <a:gd name="connsiteX4" fmla="*/ 139065 w 815339"/>
                      <a:gd name="connsiteY4" fmla="*/ 1561148 h 1697354"/>
                      <a:gd name="connsiteX5" fmla="*/ 815340 w 815339"/>
                      <a:gd name="connsiteY5" fmla="*/ 1561148 h 16973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15339" h="1697354">
                        <a:moveTo>
                          <a:pt x="815340" y="1697355"/>
                        </a:moveTo>
                        <a:lnTo>
                          <a:pt x="0" y="1697355"/>
                        </a:lnTo>
                        <a:lnTo>
                          <a:pt x="37147" y="0"/>
                        </a:lnTo>
                        <a:lnTo>
                          <a:pt x="172402" y="3810"/>
                        </a:lnTo>
                        <a:lnTo>
                          <a:pt x="139065" y="1561148"/>
                        </a:lnTo>
                        <a:lnTo>
                          <a:pt x="815340" y="156114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32" name="Graphic 1"/>
                  <p:cNvGrpSpPr/>
                  <p:nvPr/>
                </p:nvGrpSpPr>
                <p:grpSpPr>
                  <a:xfrm>
                    <a:off x="4501515" y="2615564"/>
                    <a:ext cx="6237922" cy="1697354"/>
                    <a:chOff x="4501515" y="2615564"/>
                    <a:chExt cx="6237922" cy="1697354"/>
                  </a:xfrm>
                  <a:grpFill/>
                </p:grpSpPr>
                <p:sp>
                  <p:nvSpPr>
                    <p:cNvPr id="33" name="Freeform: Shape 32"/>
                    <p:cNvSpPr/>
                    <p:nvPr/>
                  </p:nvSpPr>
                  <p:spPr>
                    <a:xfrm>
                      <a:off x="4501515" y="2615564"/>
                      <a:ext cx="882967" cy="1697354"/>
                    </a:xfrm>
                    <a:custGeom>
                      <a:avLst/>
                      <a:gdLst>
                        <a:gd name="connsiteX0" fmla="*/ 882967 w 882967"/>
                        <a:gd name="connsiteY0" fmla="*/ 1697355 h 1697354"/>
                        <a:gd name="connsiteX1" fmla="*/ 0 w 882967"/>
                        <a:gd name="connsiteY1" fmla="*/ 1697355 h 1697354"/>
                        <a:gd name="connsiteX2" fmla="*/ 40005 w 882967"/>
                        <a:gd name="connsiteY2" fmla="*/ 0 h 1697354"/>
                        <a:gd name="connsiteX3" fmla="*/ 175260 w 882967"/>
                        <a:gd name="connsiteY3" fmla="*/ 3810 h 1697354"/>
                        <a:gd name="connsiteX4" fmla="*/ 138113 w 882967"/>
                        <a:gd name="connsiteY4" fmla="*/ 1561148 h 1697354"/>
                        <a:gd name="connsiteX5" fmla="*/ 882967 w 882967"/>
                        <a:gd name="connsiteY5" fmla="*/ 1561148 h 16973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82967" h="1697354">
                          <a:moveTo>
                            <a:pt x="882967" y="1697355"/>
                          </a:moveTo>
                          <a:lnTo>
                            <a:pt x="0" y="1697355"/>
                          </a:lnTo>
                          <a:lnTo>
                            <a:pt x="40005" y="0"/>
                          </a:lnTo>
                          <a:lnTo>
                            <a:pt x="175260" y="3810"/>
                          </a:lnTo>
                          <a:lnTo>
                            <a:pt x="138113" y="1561148"/>
                          </a:lnTo>
                          <a:lnTo>
                            <a:pt x="882967" y="1561148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: Shape 33"/>
                    <p:cNvSpPr/>
                    <p:nvPr/>
                  </p:nvSpPr>
                  <p:spPr>
                    <a:xfrm>
                      <a:off x="9180194" y="3837621"/>
                      <a:ext cx="1559242" cy="407670"/>
                    </a:xfrm>
                    <a:custGeom>
                      <a:avLst/>
                      <a:gdLst>
                        <a:gd name="connsiteX0" fmla="*/ 0 w 1559242"/>
                        <a:gd name="connsiteY0" fmla="*/ 324803 h 407670"/>
                        <a:gd name="connsiteX1" fmla="*/ 88582 w 1559242"/>
                        <a:gd name="connsiteY1" fmla="*/ 324803 h 407670"/>
                        <a:gd name="connsiteX2" fmla="*/ 88582 w 1559242"/>
                        <a:gd name="connsiteY2" fmla="*/ 400050 h 407670"/>
                        <a:gd name="connsiteX3" fmla="*/ 0 w 1559242"/>
                        <a:gd name="connsiteY3" fmla="*/ 400050 h 407670"/>
                        <a:gd name="connsiteX4" fmla="*/ 0 w 1559242"/>
                        <a:gd name="connsiteY4" fmla="*/ 324803 h 407670"/>
                        <a:gd name="connsiteX5" fmla="*/ 0 w 1559242"/>
                        <a:gd name="connsiteY5" fmla="*/ 324803 h 407670"/>
                        <a:gd name="connsiteX6" fmla="*/ 851535 w 1559242"/>
                        <a:gd name="connsiteY6" fmla="*/ 68580 h 407670"/>
                        <a:gd name="connsiteX7" fmla="*/ 758190 w 1559242"/>
                        <a:gd name="connsiteY7" fmla="*/ 101918 h 407670"/>
                        <a:gd name="connsiteX8" fmla="*/ 722947 w 1559242"/>
                        <a:gd name="connsiteY8" fmla="*/ 203835 h 407670"/>
                        <a:gd name="connsiteX9" fmla="*/ 759143 w 1559242"/>
                        <a:gd name="connsiteY9" fmla="*/ 304800 h 407670"/>
                        <a:gd name="connsiteX10" fmla="*/ 851535 w 1559242"/>
                        <a:gd name="connsiteY10" fmla="*/ 339090 h 407670"/>
                        <a:gd name="connsiteX11" fmla="*/ 942976 w 1559242"/>
                        <a:gd name="connsiteY11" fmla="*/ 304800 h 407670"/>
                        <a:gd name="connsiteX12" fmla="*/ 979170 w 1559242"/>
                        <a:gd name="connsiteY12" fmla="*/ 201930 h 407670"/>
                        <a:gd name="connsiteX13" fmla="*/ 943928 w 1559242"/>
                        <a:gd name="connsiteY13" fmla="*/ 100965 h 407670"/>
                        <a:gd name="connsiteX14" fmla="*/ 851535 w 1559242"/>
                        <a:gd name="connsiteY14" fmla="*/ 68580 h 407670"/>
                        <a:gd name="connsiteX15" fmla="*/ 851535 w 1559242"/>
                        <a:gd name="connsiteY15" fmla="*/ 68580 h 407670"/>
                        <a:gd name="connsiteX16" fmla="*/ 1113472 w 1559242"/>
                        <a:gd name="connsiteY16" fmla="*/ 6668 h 407670"/>
                        <a:gd name="connsiteX17" fmla="*/ 1252538 w 1559242"/>
                        <a:gd name="connsiteY17" fmla="*/ 6668 h 407670"/>
                        <a:gd name="connsiteX18" fmla="*/ 1336357 w 1559242"/>
                        <a:gd name="connsiteY18" fmla="*/ 275273 h 407670"/>
                        <a:gd name="connsiteX19" fmla="*/ 1419226 w 1559242"/>
                        <a:gd name="connsiteY19" fmla="*/ 6668 h 407670"/>
                        <a:gd name="connsiteX20" fmla="*/ 1559243 w 1559242"/>
                        <a:gd name="connsiteY20" fmla="*/ 6668 h 407670"/>
                        <a:gd name="connsiteX21" fmla="*/ 1559243 w 1559242"/>
                        <a:gd name="connsiteY21" fmla="*/ 400050 h 407670"/>
                        <a:gd name="connsiteX22" fmla="*/ 1472565 w 1559242"/>
                        <a:gd name="connsiteY22" fmla="*/ 400050 h 407670"/>
                        <a:gd name="connsiteX23" fmla="*/ 1472565 w 1559242"/>
                        <a:gd name="connsiteY23" fmla="*/ 90488 h 407670"/>
                        <a:gd name="connsiteX24" fmla="*/ 1381126 w 1559242"/>
                        <a:gd name="connsiteY24" fmla="*/ 400050 h 407670"/>
                        <a:gd name="connsiteX25" fmla="*/ 1291590 w 1559242"/>
                        <a:gd name="connsiteY25" fmla="*/ 400050 h 407670"/>
                        <a:gd name="connsiteX26" fmla="*/ 1200151 w 1559242"/>
                        <a:gd name="connsiteY26" fmla="*/ 90488 h 407670"/>
                        <a:gd name="connsiteX27" fmla="*/ 1200151 w 1559242"/>
                        <a:gd name="connsiteY27" fmla="*/ 400050 h 407670"/>
                        <a:gd name="connsiteX28" fmla="*/ 1113472 w 1559242"/>
                        <a:gd name="connsiteY28" fmla="*/ 400050 h 407670"/>
                        <a:gd name="connsiteX29" fmla="*/ 1113472 w 1559242"/>
                        <a:gd name="connsiteY29" fmla="*/ 6668 h 407670"/>
                        <a:gd name="connsiteX30" fmla="*/ 1113472 w 1559242"/>
                        <a:gd name="connsiteY30" fmla="*/ 6668 h 407670"/>
                        <a:gd name="connsiteX31" fmla="*/ 850582 w 1559242"/>
                        <a:gd name="connsiteY31" fmla="*/ 0 h 407670"/>
                        <a:gd name="connsiteX32" fmla="*/ 1013460 w 1559242"/>
                        <a:gd name="connsiteY32" fmla="*/ 54293 h 407670"/>
                        <a:gd name="connsiteX33" fmla="*/ 1074420 w 1559242"/>
                        <a:gd name="connsiteY33" fmla="*/ 203835 h 407670"/>
                        <a:gd name="connsiteX34" fmla="*/ 1013460 w 1559242"/>
                        <a:gd name="connsiteY34" fmla="*/ 352425 h 407670"/>
                        <a:gd name="connsiteX35" fmla="*/ 850582 w 1559242"/>
                        <a:gd name="connsiteY35" fmla="*/ 405765 h 407670"/>
                        <a:gd name="connsiteX36" fmla="*/ 686753 w 1559242"/>
                        <a:gd name="connsiteY36" fmla="*/ 352425 h 407670"/>
                        <a:gd name="connsiteX37" fmla="*/ 625793 w 1559242"/>
                        <a:gd name="connsiteY37" fmla="*/ 204788 h 407670"/>
                        <a:gd name="connsiteX38" fmla="*/ 646747 w 1559242"/>
                        <a:gd name="connsiteY38" fmla="*/ 103823 h 407670"/>
                        <a:gd name="connsiteX39" fmla="*/ 689610 w 1559242"/>
                        <a:gd name="connsiteY39" fmla="*/ 49530 h 407670"/>
                        <a:gd name="connsiteX40" fmla="*/ 749618 w 1559242"/>
                        <a:gd name="connsiteY40" fmla="*/ 14288 h 407670"/>
                        <a:gd name="connsiteX41" fmla="*/ 850582 w 1559242"/>
                        <a:gd name="connsiteY41" fmla="*/ 0 h 407670"/>
                        <a:gd name="connsiteX42" fmla="*/ 850582 w 1559242"/>
                        <a:gd name="connsiteY42" fmla="*/ 0 h 407670"/>
                        <a:gd name="connsiteX43" fmla="*/ 376238 w 1559242"/>
                        <a:gd name="connsiteY43" fmla="*/ 0 h 407670"/>
                        <a:gd name="connsiteX44" fmla="*/ 513398 w 1559242"/>
                        <a:gd name="connsiteY44" fmla="*/ 42863 h 407670"/>
                        <a:gd name="connsiteX45" fmla="*/ 561023 w 1559242"/>
                        <a:gd name="connsiteY45" fmla="*/ 115253 h 407670"/>
                        <a:gd name="connsiteX46" fmla="*/ 468630 w 1559242"/>
                        <a:gd name="connsiteY46" fmla="*/ 134303 h 407670"/>
                        <a:gd name="connsiteX47" fmla="*/ 434340 w 1559242"/>
                        <a:gd name="connsiteY47" fmla="*/ 85725 h 407670"/>
                        <a:gd name="connsiteX48" fmla="*/ 371475 w 1559242"/>
                        <a:gd name="connsiteY48" fmla="*/ 67628 h 407670"/>
                        <a:gd name="connsiteX49" fmla="*/ 288607 w 1559242"/>
                        <a:gd name="connsiteY49" fmla="*/ 99060 h 407670"/>
                        <a:gd name="connsiteX50" fmla="*/ 256223 w 1559242"/>
                        <a:gd name="connsiteY50" fmla="*/ 200978 h 407670"/>
                        <a:gd name="connsiteX51" fmla="*/ 287655 w 1559242"/>
                        <a:gd name="connsiteY51" fmla="*/ 307658 h 407670"/>
                        <a:gd name="connsiteX52" fmla="*/ 369570 w 1559242"/>
                        <a:gd name="connsiteY52" fmla="*/ 339090 h 407670"/>
                        <a:gd name="connsiteX53" fmla="*/ 433388 w 1559242"/>
                        <a:gd name="connsiteY53" fmla="*/ 319088 h 407670"/>
                        <a:gd name="connsiteX54" fmla="*/ 471488 w 1559242"/>
                        <a:gd name="connsiteY54" fmla="*/ 256223 h 407670"/>
                        <a:gd name="connsiteX55" fmla="*/ 561975 w 1559242"/>
                        <a:gd name="connsiteY55" fmla="*/ 280988 h 407670"/>
                        <a:gd name="connsiteX56" fmla="*/ 492443 w 1559242"/>
                        <a:gd name="connsiteY56" fmla="*/ 376238 h 407670"/>
                        <a:gd name="connsiteX57" fmla="*/ 369570 w 1559242"/>
                        <a:gd name="connsiteY57" fmla="*/ 407670 h 407670"/>
                        <a:gd name="connsiteX58" fmla="*/ 218123 w 1559242"/>
                        <a:gd name="connsiteY58" fmla="*/ 354330 h 407670"/>
                        <a:gd name="connsiteX59" fmla="*/ 159068 w 1559242"/>
                        <a:gd name="connsiteY59" fmla="*/ 207645 h 407670"/>
                        <a:gd name="connsiteX60" fmla="*/ 218123 w 1559242"/>
                        <a:gd name="connsiteY60" fmla="*/ 55245 h 407670"/>
                        <a:gd name="connsiteX61" fmla="*/ 376238 w 1559242"/>
                        <a:gd name="connsiteY61" fmla="*/ 0 h 407670"/>
                        <a:gd name="connsiteX62" fmla="*/ 376238 w 1559242"/>
                        <a:gd name="connsiteY62" fmla="*/ 0 h 4076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</a:cxnLst>
                      <a:rect l="l" t="t" r="r" b="b"/>
                      <a:pathLst>
                        <a:path w="1559242" h="407670">
                          <a:moveTo>
                            <a:pt x="0" y="324803"/>
                          </a:moveTo>
                          <a:lnTo>
                            <a:pt x="88582" y="324803"/>
                          </a:lnTo>
                          <a:lnTo>
                            <a:pt x="88582" y="400050"/>
                          </a:lnTo>
                          <a:lnTo>
                            <a:pt x="0" y="400050"/>
                          </a:lnTo>
                          <a:lnTo>
                            <a:pt x="0" y="324803"/>
                          </a:lnTo>
                          <a:lnTo>
                            <a:pt x="0" y="324803"/>
                          </a:lnTo>
                          <a:close/>
                          <a:moveTo>
                            <a:pt x="851535" y="68580"/>
                          </a:moveTo>
                          <a:cubicBezTo>
                            <a:pt x="813435" y="68580"/>
                            <a:pt x="782003" y="80010"/>
                            <a:pt x="758190" y="101918"/>
                          </a:cubicBezTo>
                          <a:cubicBezTo>
                            <a:pt x="734378" y="124778"/>
                            <a:pt x="722947" y="158115"/>
                            <a:pt x="722947" y="203835"/>
                          </a:cubicBezTo>
                          <a:cubicBezTo>
                            <a:pt x="722947" y="248603"/>
                            <a:pt x="735330" y="281940"/>
                            <a:pt x="759143" y="304800"/>
                          </a:cubicBezTo>
                          <a:cubicBezTo>
                            <a:pt x="782955" y="327660"/>
                            <a:pt x="814388" y="339090"/>
                            <a:pt x="851535" y="339090"/>
                          </a:cubicBezTo>
                          <a:cubicBezTo>
                            <a:pt x="888682" y="339090"/>
                            <a:pt x="919163" y="327660"/>
                            <a:pt x="942976" y="304800"/>
                          </a:cubicBezTo>
                          <a:cubicBezTo>
                            <a:pt x="966788" y="281940"/>
                            <a:pt x="979170" y="247650"/>
                            <a:pt x="979170" y="201930"/>
                          </a:cubicBezTo>
                          <a:cubicBezTo>
                            <a:pt x="979170" y="157163"/>
                            <a:pt x="967740" y="122873"/>
                            <a:pt x="943928" y="100965"/>
                          </a:cubicBezTo>
                          <a:cubicBezTo>
                            <a:pt x="920115" y="79058"/>
                            <a:pt x="889635" y="68580"/>
                            <a:pt x="851535" y="68580"/>
                          </a:cubicBezTo>
                          <a:lnTo>
                            <a:pt x="851535" y="68580"/>
                          </a:lnTo>
                          <a:close/>
                          <a:moveTo>
                            <a:pt x="1113472" y="6668"/>
                          </a:moveTo>
                          <a:lnTo>
                            <a:pt x="1252538" y="6668"/>
                          </a:lnTo>
                          <a:lnTo>
                            <a:pt x="1336357" y="275273"/>
                          </a:lnTo>
                          <a:lnTo>
                            <a:pt x="1419226" y="6668"/>
                          </a:lnTo>
                          <a:lnTo>
                            <a:pt x="1559243" y="6668"/>
                          </a:lnTo>
                          <a:lnTo>
                            <a:pt x="1559243" y="400050"/>
                          </a:lnTo>
                          <a:lnTo>
                            <a:pt x="1472565" y="400050"/>
                          </a:lnTo>
                          <a:lnTo>
                            <a:pt x="1472565" y="90488"/>
                          </a:lnTo>
                          <a:lnTo>
                            <a:pt x="1381126" y="400050"/>
                          </a:lnTo>
                          <a:lnTo>
                            <a:pt x="1291590" y="400050"/>
                          </a:lnTo>
                          <a:lnTo>
                            <a:pt x="1200151" y="90488"/>
                          </a:lnTo>
                          <a:lnTo>
                            <a:pt x="1200151" y="400050"/>
                          </a:lnTo>
                          <a:lnTo>
                            <a:pt x="1113472" y="400050"/>
                          </a:lnTo>
                          <a:lnTo>
                            <a:pt x="1113472" y="6668"/>
                          </a:lnTo>
                          <a:lnTo>
                            <a:pt x="1113472" y="6668"/>
                          </a:lnTo>
                          <a:close/>
                          <a:moveTo>
                            <a:pt x="850582" y="0"/>
                          </a:moveTo>
                          <a:cubicBezTo>
                            <a:pt x="918210" y="0"/>
                            <a:pt x="973455" y="18098"/>
                            <a:pt x="1013460" y="54293"/>
                          </a:cubicBezTo>
                          <a:cubicBezTo>
                            <a:pt x="1054418" y="90488"/>
                            <a:pt x="1074420" y="140018"/>
                            <a:pt x="1074420" y="203835"/>
                          </a:cubicBezTo>
                          <a:cubicBezTo>
                            <a:pt x="1074420" y="267653"/>
                            <a:pt x="1054418" y="317183"/>
                            <a:pt x="1013460" y="352425"/>
                          </a:cubicBezTo>
                          <a:cubicBezTo>
                            <a:pt x="972503" y="388620"/>
                            <a:pt x="919163" y="405765"/>
                            <a:pt x="850582" y="405765"/>
                          </a:cubicBezTo>
                          <a:cubicBezTo>
                            <a:pt x="782003" y="405765"/>
                            <a:pt x="727710" y="387668"/>
                            <a:pt x="686753" y="352425"/>
                          </a:cubicBezTo>
                          <a:cubicBezTo>
                            <a:pt x="645795" y="317183"/>
                            <a:pt x="625793" y="267653"/>
                            <a:pt x="625793" y="204788"/>
                          </a:cubicBezTo>
                          <a:cubicBezTo>
                            <a:pt x="625793" y="164783"/>
                            <a:pt x="632460" y="131445"/>
                            <a:pt x="646747" y="103823"/>
                          </a:cubicBezTo>
                          <a:cubicBezTo>
                            <a:pt x="657226" y="83820"/>
                            <a:pt x="671513" y="65723"/>
                            <a:pt x="689610" y="49530"/>
                          </a:cubicBezTo>
                          <a:cubicBezTo>
                            <a:pt x="707707" y="33338"/>
                            <a:pt x="727710" y="21908"/>
                            <a:pt x="749618" y="14288"/>
                          </a:cubicBezTo>
                          <a:cubicBezTo>
                            <a:pt x="779145" y="5715"/>
                            <a:pt x="812482" y="0"/>
                            <a:pt x="850582" y="0"/>
                          </a:cubicBezTo>
                          <a:lnTo>
                            <a:pt x="850582" y="0"/>
                          </a:lnTo>
                          <a:close/>
                          <a:moveTo>
                            <a:pt x="376238" y="0"/>
                          </a:moveTo>
                          <a:cubicBezTo>
                            <a:pt x="432435" y="0"/>
                            <a:pt x="478155" y="14288"/>
                            <a:pt x="513398" y="42863"/>
                          </a:cubicBezTo>
                          <a:cubicBezTo>
                            <a:pt x="534353" y="60008"/>
                            <a:pt x="550545" y="83820"/>
                            <a:pt x="561023" y="115253"/>
                          </a:cubicBezTo>
                          <a:lnTo>
                            <a:pt x="468630" y="134303"/>
                          </a:lnTo>
                          <a:cubicBezTo>
                            <a:pt x="462915" y="114300"/>
                            <a:pt x="451485" y="98108"/>
                            <a:pt x="434340" y="85725"/>
                          </a:cubicBezTo>
                          <a:cubicBezTo>
                            <a:pt x="417195" y="74295"/>
                            <a:pt x="396240" y="67628"/>
                            <a:pt x="371475" y="67628"/>
                          </a:cubicBezTo>
                          <a:cubicBezTo>
                            <a:pt x="337185" y="67628"/>
                            <a:pt x="309563" y="78105"/>
                            <a:pt x="288607" y="99060"/>
                          </a:cubicBezTo>
                          <a:cubicBezTo>
                            <a:pt x="267653" y="120015"/>
                            <a:pt x="256223" y="154305"/>
                            <a:pt x="256223" y="200978"/>
                          </a:cubicBezTo>
                          <a:cubicBezTo>
                            <a:pt x="256223" y="250508"/>
                            <a:pt x="266700" y="285750"/>
                            <a:pt x="287655" y="307658"/>
                          </a:cubicBezTo>
                          <a:cubicBezTo>
                            <a:pt x="308610" y="328613"/>
                            <a:pt x="336232" y="339090"/>
                            <a:pt x="369570" y="339090"/>
                          </a:cubicBezTo>
                          <a:cubicBezTo>
                            <a:pt x="394335" y="339090"/>
                            <a:pt x="415290" y="332423"/>
                            <a:pt x="433388" y="319088"/>
                          </a:cubicBezTo>
                          <a:cubicBezTo>
                            <a:pt x="451485" y="305753"/>
                            <a:pt x="463868" y="284798"/>
                            <a:pt x="471488" y="256223"/>
                          </a:cubicBezTo>
                          <a:lnTo>
                            <a:pt x="561975" y="280988"/>
                          </a:lnTo>
                          <a:cubicBezTo>
                            <a:pt x="547688" y="323850"/>
                            <a:pt x="524828" y="356235"/>
                            <a:pt x="492443" y="376238"/>
                          </a:cubicBezTo>
                          <a:cubicBezTo>
                            <a:pt x="460057" y="397193"/>
                            <a:pt x="419100" y="407670"/>
                            <a:pt x="369570" y="407670"/>
                          </a:cubicBezTo>
                          <a:cubicBezTo>
                            <a:pt x="308610" y="407670"/>
                            <a:pt x="258128" y="389573"/>
                            <a:pt x="218123" y="354330"/>
                          </a:cubicBezTo>
                          <a:cubicBezTo>
                            <a:pt x="179070" y="319088"/>
                            <a:pt x="159068" y="269558"/>
                            <a:pt x="159068" y="207645"/>
                          </a:cubicBezTo>
                          <a:cubicBezTo>
                            <a:pt x="159068" y="141923"/>
                            <a:pt x="179070" y="91440"/>
                            <a:pt x="218123" y="55245"/>
                          </a:cubicBezTo>
                          <a:cubicBezTo>
                            <a:pt x="257175" y="19050"/>
                            <a:pt x="311468" y="0"/>
                            <a:pt x="376238" y="0"/>
                          </a:cubicBezTo>
                          <a:lnTo>
                            <a:pt x="376238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804532" y="2857630"/>
            <a:ext cx="4797245" cy="1142740"/>
            <a:chOff x="6665542" y="2749602"/>
            <a:chExt cx="4797245" cy="1142740"/>
          </a:xfrm>
        </p:grpSpPr>
        <p:sp>
          <p:nvSpPr>
            <p:cNvPr id="8" name="TextBox 7"/>
            <p:cNvSpPr txBox="1"/>
            <p:nvPr/>
          </p:nvSpPr>
          <p:spPr>
            <a:xfrm>
              <a:off x="6665542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Section</a:t>
              </a:r>
              <a:r>
                <a:rPr lang="en-US" altLang="ko-KR" sz="4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Break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85691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865" dirty="0">
                  <a:solidFill>
                    <a:schemeClr val="bg1"/>
                  </a:solidFill>
                  <a:cs typeface="Arial" panose="020B0604020202020204" pitchFamily="34" charset="0"/>
                </a:rPr>
                <a:t>Insert the Subtitle of Your Presentation</a:t>
              </a:r>
              <a:endParaRPr lang="ko-KR" altLang="en-US" sz="1865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0317" y="343544"/>
            <a:ext cx="343988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anose="020B0604020202020204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 flipV="1">
            <a:off x="3642230" y="895350"/>
            <a:ext cx="7919927" cy="5200650"/>
            <a:chOff x="2995646" y="448561"/>
            <a:chExt cx="8566511" cy="5919461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4361457" y="448561"/>
              <a:ext cx="0" cy="48730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4361457" y="477136"/>
              <a:ext cx="7181650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543107" y="448561"/>
              <a:ext cx="0" cy="5896218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995646" y="6354750"/>
              <a:ext cx="8566511" cy="1327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4563871" y="1527679"/>
            <a:ext cx="682161" cy="682161"/>
          </a:xfrm>
          <a:prstGeom prst="rect">
            <a:avLst/>
          </a:prstGeom>
          <a:solidFill>
            <a:schemeClr val="accent1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63871" y="2662622"/>
            <a:ext cx="682161" cy="682161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563871" y="3797565"/>
            <a:ext cx="682161" cy="682161"/>
          </a:xfrm>
          <a:prstGeom prst="rect">
            <a:avLst/>
          </a:prstGeom>
          <a:solidFill>
            <a:schemeClr val="accent3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563871" y="4932508"/>
            <a:ext cx="682161" cy="682161"/>
          </a:xfrm>
          <a:prstGeom prst="rect">
            <a:avLst/>
          </a:prstGeom>
          <a:solidFill>
            <a:schemeClr val="accent4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63871" y="1636205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63871" y="2775123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63871" y="3914041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63871" y="5052958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672289" y="1359279"/>
            <a:ext cx="5433857" cy="933787"/>
            <a:chOff x="5794723" y="1703980"/>
            <a:chExt cx="4507692" cy="933787"/>
          </a:xfrm>
        </p:grpSpPr>
        <p:sp>
          <p:nvSpPr>
            <p:cNvPr id="25" name="TextBox 24"/>
            <p:cNvSpPr txBox="1"/>
            <p:nvPr/>
          </p:nvSpPr>
          <p:spPr>
            <a:xfrm>
              <a:off x="5794723" y="217610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bg1"/>
                  </a:solidFill>
                  <a:ea typeface="方正舒体" panose="02010601030101010101" pitchFamily="2" charset="-122"/>
                  <a:cs typeface="Arial" panose="020B0604020202020204" pitchFamily="34" charset="0"/>
                </a:rPr>
                <a:t>I hope and I believe that this Template will your Time.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94723" y="1703980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684430" y="2498179"/>
            <a:ext cx="5433857" cy="933787"/>
            <a:chOff x="5794723" y="1703980"/>
            <a:chExt cx="4507692" cy="933787"/>
          </a:xfrm>
        </p:grpSpPr>
        <p:sp>
          <p:nvSpPr>
            <p:cNvPr id="28" name="TextBox 27"/>
            <p:cNvSpPr txBox="1"/>
            <p:nvPr/>
          </p:nvSpPr>
          <p:spPr>
            <a:xfrm>
              <a:off x="5794723" y="217610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bg1"/>
                  </a:solidFill>
                  <a:ea typeface="方正舒体" panose="02010601030101010101" pitchFamily="2" charset="-122"/>
                  <a:cs typeface="Arial" panose="020B0604020202020204" pitchFamily="34" charset="0"/>
                </a:rPr>
                <a:t>I hope and I believe that this Template will your Time.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94723" y="1703980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696571" y="3637079"/>
            <a:ext cx="5433857" cy="933787"/>
            <a:chOff x="5794723" y="1703980"/>
            <a:chExt cx="4507692" cy="933787"/>
          </a:xfrm>
        </p:grpSpPr>
        <p:sp>
          <p:nvSpPr>
            <p:cNvPr id="31" name="TextBox 30"/>
            <p:cNvSpPr txBox="1"/>
            <p:nvPr/>
          </p:nvSpPr>
          <p:spPr>
            <a:xfrm>
              <a:off x="5794723" y="217610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bg1"/>
                  </a:solidFill>
                  <a:ea typeface="方正舒体" panose="02010601030101010101" pitchFamily="2" charset="-122"/>
                  <a:cs typeface="Arial" panose="020B0604020202020204" pitchFamily="34" charset="0"/>
                </a:rPr>
                <a:t>I hope and I believe that this Template will your Time.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94723" y="1703980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708712" y="4775979"/>
            <a:ext cx="5433857" cy="933787"/>
            <a:chOff x="5794723" y="1703980"/>
            <a:chExt cx="4507692" cy="933787"/>
          </a:xfrm>
        </p:grpSpPr>
        <p:sp>
          <p:nvSpPr>
            <p:cNvPr id="34" name="TextBox 33"/>
            <p:cNvSpPr txBox="1"/>
            <p:nvPr/>
          </p:nvSpPr>
          <p:spPr>
            <a:xfrm>
              <a:off x="5794723" y="217610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bg1"/>
                  </a:solidFill>
                  <a:ea typeface="方正舒体" panose="02010601030101010101" pitchFamily="2" charset="-122"/>
                  <a:cs typeface="Arial" panose="020B0604020202020204" pitchFamily="34" charset="0"/>
                </a:rPr>
                <a:t>I hope and I believe that this Template will your Time.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94723" y="1703980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27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6" name="Oval 35"/>
          <p:cNvSpPr/>
          <p:nvPr/>
        </p:nvSpPr>
        <p:spPr>
          <a:xfrm>
            <a:off x="3531173" y="839821"/>
            <a:ext cx="111057" cy="1110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Timeline Style</a:t>
            </a:r>
            <a:endParaRPr lang="en-US" dirty="0"/>
          </a:p>
        </p:txBody>
      </p:sp>
      <p:sp>
        <p:nvSpPr>
          <p:cNvPr id="41" name="Rectangle: Rounded Corners 40"/>
          <p:cNvSpPr/>
          <p:nvPr/>
        </p:nvSpPr>
        <p:spPr>
          <a:xfrm>
            <a:off x="9958717" y="2254313"/>
            <a:ext cx="1298512" cy="12985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/>
          <p:cNvSpPr/>
          <p:nvPr/>
        </p:nvSpPr>
        <p:spPr>
          <a:xfrm>
            <a:off x="934772" y="2254313"/>
            <a:ext cx="1298512" cy="12985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3190758" y="2254313"/>
            <a:ext cx="1298512" cy="129851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/>
          <p:cNvSpPr/>
          <p:nvPr/>
        </p:nvSpPr>
        <p:spPr>
          <a:xfrm>
            <a:off x="5446744" y="2254313"/>
            <a:ext cx="1298512" cy="1298512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7702730" y="2254313"/>
            <a:ext cx="1298512" cy="129851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983779" y="2685555"/>
            <a:ext cx="1456483" cy="436028"/>
            <a:chOff x="2906464" y="3248298"/>
            <a:chExt cx="1886168" cy="564662"/>
          </a:xfrm>
        </p:grpSpPr>
        <p:sp>
          <p:nvSpPr>
            <p:cNvPr id="13" name="Freeform: Shape 12"/>
            <p:cNvSpPr/>
            <p:nvPr/>
          </p:nvSpPr>
          <p:spPr>
            <a:xfrm>
              <a:off x="3418473" y="3248298"/>
              <a:ext cx="862149" cy="564662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/>
          </p:nvSpPr>
          <p:spPr>
            <a:xfrm>
              <a:off x="3930483" y="3443169"/>
              <a:ext cx="862149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/>
          </p:nvSpPr>
          <p:spPr>
            <a:xfrm>
              <a:off x="2906464" y="3446663"/>
              <a:ext cx="862147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39765" y="2685555"/>
            <a:ext cx="1456483" cy="436028"/>
            <a:chOff x="2906464" y="3248298"/>
            <a:chExt cx="1886168" cy="564662"/>
          </a:xfrm>
        </p:grpSpPr>
        <p:sp>
          <p:nvSpPr>
            <p:cNvPr id="25" name="Freeform: Shape 24"/>
            <p:cNvSpPr/>
            <p:nvPr/>
          </p:nvSpPr>
          <p:spPr>
            <a:xfrm>
              <a:off x="3418473" y="3248298"/>
              <a:ext cx="862149" cy="564662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3930483" y="3443169"/>
              <a:ext cx="862149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/>
            <p:cNvSpPr/>
            <p:nvPr/>
          </p:nvSpPr>
          <p:spPr>
            <a:xfrm>
              <a:off x="2906464" y="3446663"/>
              <a:ext cx="862147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495751" y="2685555"/>
            <a:ext cx="1456483" cy="436028"/>
            <a:chOff x="2906464" y="3248298"/>
            <a:chExt cx="1886168" cy="564662"/>
          </a:xfrm>
        </p:grpSpPr>
        <p:sp>
          <p:nvSpPr>
            <p:cNvPr id="29" name="Freeform: Shape 28"/>
            <p:cNvSpPr/>
            <p:nvPr/>
          </p:nvSpPr>
          <p:spPr>
            <a:xfrm>
              <a:off x="3418473" y="3248298"/>
              <a:ext cx="862149" cy="564662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/>
            <p:cNvSpPr/>
            <p:nvPr/>
          </p:nvSpPr>
          <p:spPr>
            <a:xfrm>
              <a:off x="3930483" y="3443169"/>
              <a:ext cx="862149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/>
            <p:cNvSpPr/>
            <p:nvPr/>
          </p:nvSpPr>
          <p:spPr>
            <a:xfrm>
              <a:off x="2906464" y="3446663"/>
              <a:ext cx="862147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751737" y="2685555"/>
            <a:ext cx="1456483" cy="436028"/>
            <a:chOff x="2906464" y="3248298"/>
            <a:chExt cx="1886168" cy="564662"/>
          </a:xfrm>
        </p:grpSpPr>
        <p:sp>
          <p:nvSpPr>
            <p:cNvPr id="33" name="Freeform: Shape 32"/>
            <p:cNvSpPr/>
            <p:nvPr/>
          </p:nvSpPr>
          <p:spPr>
            <a:xfrm>
              <a:off x="3418473" y="3248298"/>
              <a:ext cx="862149" cy="564662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/>
            <p:cNvSpPr/>
            <p:nvPr/>
          </p:nvSpPr>
          <p:spPr>
            <a:xfrm>
              <a:off x="3930483" y="3443169"/>
              <a:ext cx="862149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/>
            <p:cNvSpPr/>
            <p:nvPr/>
          </p:nvSpPr>
          <p:spPr>
            <a:xfrm>
              <a:off x="2906464" y="3446663"/>
              <a:ext cx="862147" cy="16793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-5096" y="2685555"/>
            <a:ext cx="1189372" cy="436028"/>
            <a:chOff x="-5096" y="2714130"/>
            <a:chExt cx="1189372" cy="436028"/>
          </a:xfrm>
        </p:grpSpPr>
        <p:sp>
          <p:nvSpPr>
            <p:cNvPr id="37" name="Freeform: Shape 36"/>
            <p:cNvSpPr/>
            <p:nvPr/>
          </p:nvSpPr>
          <p:spPr>
            <a:xfrm>
              <a:off x="123162" y="2714130"/>
              <a:ext cx="665744" cy="436028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/>
            <p:cNvSpPr/>
            <p:nvPr/>
          </p:nvSpPr>
          <p:spPr>
            <a:xfrm>
              <a:off x="518532" y="2864608"/>
              <a:ext cx="665744" cy="12967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/>
            <p:cNvSpPr/>
            <p:nvPr/>
          </p:nvSpPr>
          <p:spPr>
            <a:xfrm>
              <a:off x="-5096" y="2867306"/>
              <a:ext cx="398632" cy="129676"/>
            </a:xfrm>
            <a:custGeom>
              <a:avLst/>
              <a:gdLst>
                <a:gd name="connsiteX0" fmla="*/ 0 w 398632"/>
                <a:gd name="connsiteY0" fmla="*/ 0 h 129676"/>
                <a:gd name="connsiteX1" fmla="*/ 333794 w 398632"/>
                <a:gd name="connsiteY1" fmla="*/ 0 h 129676"/>
                <a:gd name="connsiteX2" fmla="*/ 398632 w 398632"/>
                <a:gd name="connsiteY2" fmla="*/ 64838 h 129676"/>
                <a:gd name="connsiteX3" fmla="*/ 333794 w 398632"/>
                <a:gd name="connsiteY3" fmla="*/ 129676 h 129676"/>
                <a:gd name="connsiteX4" fmla="*/ 0 w 398632"/>
                <a:gd name="connsiteY4" fmla="*/ 129676 h 129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632" h="129676">
                  <a:moveTo>
                    <a:pt x="0" y="0"/>
                  </a:moveTo>
                  <a:lnTo>
                    <a:pt x="333794" y="0"/>
                  </a:lnTo>
                  <a:cubicBezTo>
                    <a:pt x="369603" y="0"/>
                    <a:pt x="398632" y="29029"/>
                    <a:pt x="398632" y="64838"/>
                  </a:cubicBezTo>
                  <a:cubicBezTo>
                    <a:pt x="398632" y="100647"/>
                    <a:pt x="369603" y="129676"/>
                    <a:pt x="333794" y="129676"/>
                  </a:cubicBezTo>
                  <a:lnTo>
                    <a:pt x="0" y="129676"/>
                  </a:lnTo>
                  <a:close/>
                </a:path>
              </a:pathLst>
            </a:cu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1007725" y="2685555"/>
            <a:ext cx="1194361" cy="436028"/>
            <a:chOff x="11007725" y="2714130"/>
            <a:chExt cx="1194361" cy="436028"/>
          </a:xfrm>
        </p:grpSpPr>
        <p:sp>
          <p:nvSpPr>
            <p:cNvPr id="50" name="Freeform: Shape 49"/>
            <p:cNvSpPr/>
            <p:nvPr/>
          </p:nvSpPr>
          <p:spPr>
            <a:xfrm>
              <a:off x="11403094" y="2714130"/>
              <a:ext cx="665744" cy="436028"/>
            </a:xfrm>
            <a:custGeom>
              <a:avLst/>
              <a:gdLst>
                <a:gd name="connsiteX0" fmla="*/ 288530 w 862149"/>
                <a:gd name="connsiteY0" fmla="*/ 155674 h 564662"/>
                <a:gd name="connsiteX1" fmla="*/ 161872 w 862149"/>
                <a:gd name="connsiteY1" fmla="*/ 282332 h 564662"/>
                <a:gd name="connsiteX2" fmla="*/ 288530 w 862149"/>
                <a:gd name="connsiteY2" fmla="*/ 408990 h 564662"/>
                <a:gd name="connsiteX3" fmla="*/ 573620 w 862149"/>
                <a:gd name="connsiteY3" fmla="*/ 408990 h 564662"/>
                <a:gd name="connsiteX4" fmla="*/ 700278 w 862149"/>
                <a:gd name="connsiteY4" fmla="*/ 282332 h 564662"/>
                <a:gd name="connsiteX5" fmla="*/ 573620 w 862149"/>
                <a:gd name="connsiteY5" fmla="*/ 155674 h 564662"/>
                <a:gd name="connsiteX6" fmla="*/ 282331 w 862149"/>
                <a:gd name="connsiteY6" fmla="*/ 0 h 564662"/>
                <a:gd name="connsiteX7" fmla="*/ 579818 w 862149"/>
                <a:gd name="connsiteY7" fmla="*/ 0 h 564662"/>
                <a:gd name="connsiteX8" fmla="*/ 862149 w 862149"/>
                <a:gd name="connsiteY8" fmla="*/ 282331 h 564662"/>
                <a:gd name="connsiteX9" fmla="*/ 579818 w 862149"/>
                <a:gd name="connsiteY9" fmla="*/ 564662 h 564662"/>
                <a:gd name="connsiteX10" fmla="*/ 282331 w 862149"/>
                <a:gd name="connsiteY10" fmla="*/ 564662 h 564662"/>
                <a:gd name="connsiteX11" fmla="*/ 0 w 862149"/>
                <a:gd name="connsiteY11" fmla="*/ 282331 h 564662"/>
                <a:gd name="connsiteX12" fmla="*/ 282331 w 862149"/>
                <a:gd name="connsiteY12" fmla="*/ 0 h 56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/>
            <p:cNvSpPr/>
            <p:nvPr/>
          </p:nvSpPr>
          <p:spPr>
            <a:xfrm>
              <a:off x="11798464" y="2864608"/>
              <a:ext cx="403622" cy="129676"/>
            </a:xfrm>
            <a:custGeom>
              <a:avLst/>
              <a:gdLst>
                <a:gd name="connsiteX0" fmla="*/ 64838 w 403622"/>
                <a:gd name="connsiteY0" fmla="*/ 0 h 129676"/>
                <a:gd name="connsiteX1" fmla="*/ 403622 w 403622"/>
                <a:gd name="connsiteY1" fmla="*/ 0 h 129676"/>
                <a:gd name="connsiteX2" fmla="*/ 403622 w 403622"/>
                <a:gd name="connsiteY2" fmla="*/ 129676 h 129676"/>
                <a:gd name="connsiteX3" fmla="*/ 64838 w 403622"/>
                <a:gd name="connsiteY3" fmla="*/ 129676 h 129676"/>
                <a:gd name="connsiteX4" fmla="*/ 0 w 403622"/>
                <a:gd name="connsiteY4" fmla="*/ 64838 h 129676"/>
                <a:gd name="connsiteX5" fmla="*/ 64838 w 403622"/>
                <a:gd name="connsiteY5" fmla="*/ 0 h 129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22" h="129676">
                  <a:moveTo>
                    <a:pt x="64838" y="0"/>
                  </a:moveTo>
                  <a:lnTo>
                    <a:pt x="403622" y="0"/>
                  </a:lnTo>
                  <a:lnTo>
                    <a:pt x="403622" y="129676"/>
                  </a:lnTo>
                  <a:lnTo>
                    <a:pt x="64838" y="129676"/>
                  </a:lnTo>
                  <a:cubicBezTo>
                    <a:pt x="29029" y="129676"/>
                    <a:pt x="0" y="100647"/>
                    <a:pt x="0" y="64838"/>
                  </a:cubicBezTo>
                  <a:cubicBezTo>
                    <a:pt x="0" y="29029"/>
                    <a:pt x="29029" y="0"/>
                    <a:pt x="64838" y="0"/>
                  </a:cubicBezTo>
                  <a:close/>
                </a:path>
              </a:pathLst>
            </a:cu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/>
            <p:cNvSpPr/>
            <p:nvPr/>
          </p:nvSpPr>
          <p:spPr>
            <a:xfrm>
              <a:off x="11007725" y="2867306"/>
              <a:ext cx="665743" cy="12967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7823193" y="3057863"/>
            <a:ext cx="105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2020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67207" y="3057863"/>
            <a:ext cx="105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2019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11221" y="3057863"/>
            <a:ext cx="105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2018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55235" y="3057863"/>
            <a:ext cx="105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2017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8" name="직사각형 113"/>
          <p:cNvSpPr>
            <a:spLocks noChangeArrowheads="1"/>
          </p:cNvSpPr>
          <p:nvPr/>
        </p:nvSpPr>
        <p:spPr bwMode="auto">
          <a:xfrm>
            <a:off x="10086975" y="3057863"/>
            <a:ext cx="104199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2021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55649" y="2403159"/>
            <a:ext cx="105675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Text  Here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079594" y="2403159"/>
            <a:ext cx="105675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Text  Here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311635" y="2379088"/>
            <a:ext cx="105675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Text  Here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567621" y="2355017"/>
            <a:ext cx="105675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Text  Here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23607" y="2330946"/>
            <a:ext cx="105675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Text  Here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772214" y="3999105"/>
            <a:ext cx="1623626" cy="1846659"/>
            <a:chOff x="3017859" y="4283314"/>
            <a:chExt cx="1890849" cy="1846659"/>
          </a:xfrm>
        </p:grpSpPr>
        <p:sp>
          <p:nvSpPr>
            <p:cNvPr id="65" name="TextBox 64"/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028201" y="3999105"/>
            <a:ext cx="1623626" cy="1846659"/>
            <a:chOff x="3017859" y="4283314"/>
            <a:chExt cx="1890849" cy="1846659"/>
          </a:xfrm>
        </p:grpSpPr>
        <p:sp>
          <p:nvSpPr>
            <p:cNvPr id="68" name="TextBox 67"/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5284188" y="3999105"/>
            <a:ext cx="1623626" cy="1846659"/>
            <a:chOff x="3017859" y="4283314"/>
            <a:chExt cx="1890849" cy="1846659"/>
          </a:xfrm>
        </p:grpSpPr>
        <p:sp>
          <p:nvSpPr>
            <p:cNvPr id="71" name="TextBox 70"/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540175" y="3999105"/>
            <a:ext cx="1623626" cy="1846659"/>
            <a:chOff x="3017859" y="4283314"/>
            <a:chExt cx="1890849" cy="1846659"/>
          </a:xfrm>
        </p:grpSpPr>
        <p:sp>
          <p:nvSpPr>
            <p:cNvPr id="74" name="TextBox 73"/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9796160" y="3999105"/>
            <a:ext cx="1623626" cy="1846659"/>
            <a:chOff x="3017859" y="4283314"/>
            <a:chExt cx="1890849" cy="1846659"/>
          </a:xfrm>
        </p:grpSpPr>
        <p:sp>
          <p:nvSpPr>
            <p:cNvPr id="77" name="TextBox 76"/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Team Style</a:t>
            </a:r>
            <a:endParaRPr lang="en-US" dirty="0"/>
          </a:p>
        </p:txBody>
      </p:sp>
      <p:graphicFrame>
        <p:nvGraphicFramePr>
          <p:cNvPr id="3" name="Chart 21"/>
          <p:cNvGraphicFramePr/>
          <p:nvPr/>
        </p:nvGraphicFramePr>
        <p:xfrm>
          <a:off x="7902304" y="4141073"/>
          <a:ext cx="2218782" cy="2008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4" name="Group 30"/>
          <p:cNvGrpSpPr/>
          <p:nvPr/>
        </p:nvGrpSpPr>
        <p:grpSpPr>
          <a:xfrm>
            <a:off x="10161666" y="4684883"/>
            <a:ext cx="1268359" cy="920637"/>
            <a:chOff x="7848856" y="4058120"/>
            <a:chExt cx="1006205" cy="920637"/>
          </a:xfrm>
        </p:grpSpPr>
        <p:sp>
          <p:nvSpPr>
            <p:cNvPr id="5" name="Rectangle 22"/>
            <p:cNvSpPr/>
            <p:nvPr/>
          </p:nvSpPr>
          <p:spPr>
            <a:xfrm>
              <a:off x="7848856" y="4121462"/>
              <a:ext cx="114237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Rectangle 23"/>
            <p:cNvSpPr/>
            <p:nvPr/>
          </p:nvSpPr>
          <p:spPr>
            <a:xfrm>
              <a:off x="7848856" y="4337486"/>
              <a:ext cx="114237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Rectangle 24"/>
            <p:cNvSpPr/>
            <p:nvPr/>
          </p:nvSpPr>
          <p:spPr>
            <a:xfrm>
              <a:off x="7848856" y="4553510"/>
              <a:ext cx="114237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Rectangle 25"/>
            <p:cNvSpPr/>
            <p:nvPr/>
          </p:nvSpPr>
          <p:spPr>
            <a:xfrm>
              <a:off x="7848856" y="4769534"/>
              <a:ext cx="114237" cy="144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27477" y="4058120"/>
              <a:ext cx="82758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27477" y="4272666"/>
              <a:ext cx="82758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27477" y="4487212"/>
              <a:ext cx="82758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027477" y="4701758"/>
              <a:ext cx="82758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Presentation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</p:grpSp>
      <p:sp>
        <p:nvSpPr>
          <p:cNvPr id="13" name="Text Placeholder 27"/>
          <p:cNvSpPr txBox="1"/>
          <p:nvPr/>
        </p:nvSpPr>
        <p:spPr>
          <a:xfrm>
            <a:off x="4419671" y="1793173"/>
            <a:ext cx="6957575" cy="43204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MICHAEL DOE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Placeholder 27"/>
          <p:cNvSpPr txBox="1"/>
          <p:nvPr/>
        </p:nvSpPr>
        <p:spPr>
          <a:xfrm>
            <a:off x="4453362" y="3771891"/>
            <a:ext cx="2520280" cy="28803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Experience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텍스트 개체 틀 37"/>
          <p:cNvSpPr txBox="1"/>
          <p:nvPr/>
        </p:nvSpPr>
        <p:spPr>
          <a:xfrm>
            <a:off x="7963848" y="3771891"/>
            <a:ext cx="2408984" cy="2880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Progress Company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직사각형 1"/>
          <p:cNvSpPr/>
          <p:nvPr/>
        </p:nvSpPr>
        <p:spPr>
          <a:xfrm>
            <a:off x="4419671" y="2332263"/>
            <a:ext cx="68700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 I hope and I believe that this Template will your Time, Money and Reputation.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 hope and I believe that this Template will your Time, Money and Reputation. Easy to change colors, photos and Text.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22"/>
          <p:cNvSpPr/>
          <p:nvPr/>
        </p:nvSpPr>
        <p:spPr>
          <a:xfrm>
            <a:off x="4453363" y="4100988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2013 ~ 2014  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5"/>
          <p:cNvSpPr/>
          <p:nvPr/>
        </p:nvSpPr>
        <p:spPr>
          <a:xfrm>
            <a:off x="4453363" y="4788383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2014 ~ 2016Text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직사각형 24"/>
          <p:cNvSpPr/>
          <p:nvPr/>
        </p:nvSpPr>
        <p:spPr>
          <a:xfrm>
            <a:off x="4453363" y="5475779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2016 ~ 2019  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4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8" name="Freeform: Shape 7"/>
          <p:cNvSpPr/>
          <p:nvPr/>
        </p:nvSpPr>
        <p:spPr>
          <a:xfrm>
            <a:off x="881750" y="1961816"/>
            <a:ext cx="1725648" cy="1355774"/>
          </a:xfrm>
          <a:custGeom>
            <a:avLst/>
            <a:gdLst>
              <a:gd name="connsiteX0" fmla="*/ 3437669 w 4395438"/>
              <a:gd name="connsiteY0" fmla="*/ 3099455 h 3453324"/>
              <a:gd name="connsiteX1" fmla="*/ 3410637 w 4395438"/>
              <a:gd name="connsiteY1" fmla="*/ 3138581 h 3453324"/>
              <a:gd name="connsiteX2" fmla="*/ 3558603 w 4395438"/>
              <a:gd name="connsiteY2" fmla="*/ 3138581 h 3453324"/>
              <a:gd name="connsiteX3" fmla="*/ 3529437 w 4395438"/>
              <a:gd name="connsiteY3" fmla="*/ 3100878 h 3453324"/>
              <a:gd name="connsiteX4" fmla="*/ 3437669 w 4395438"/>
              <a:gd name="connsiteY4" fmla="*/ 3099455 h 3453324"/>
              <a:gd name="connsiteX5" fmla="*/ 878146 w 4395438"/>
              <a:gd name="connsiteY5" fmla="*/ 3097321 h 3453324"/>
              <a:gd name="connsiteX6" fmla="*/ 841866 w 4395438"/>
              <a:gd name="connsiteY6" fmla="*/ 3133601 h 3453324"/>
              <a:gd name="connsiteX7" fmla="*/ 1002637 w 4395438"/>
              <a:gd name="connsiteY7" fmla="*/ 3133601 h 3453324"/>
              <a:gd name="connsiteX8" fmla="*/ 981295 w 4395438"/>
              <a:gd name="connsiteY8" fmla="*/ 3099455 h 3453324"/>
              <a:gd name="connsiteX9" fmla="*/ 878146 w 4395438"/>
              <a:gd name="connsiteY9" fmla="*/ 3097321 h 3453324"/>
              <a:gd name="connsiteX10" fmla="*/ 2575340 w 4395438"/>
              <a:gd name="connsiteY10" fmla="*/ 2971397 h 3453324"/>
              <a:gd name="connsiteX11" fmla="*/ 2546318 w 4395438"/>
              <a:gd name="connsiteY11" fmla="*/ 2974965 h 3453324"/>
              <a:gd name="connsiteX12" fmla="*/ 2549163 w 4395438"/>
              <a:gd name="connsiteY12" fmla="*/ 3022627 h 3453324"/>
              <a:gd name="connsiteX13" fmla="*/ 2233313 w 4395438"/>
              <a:gd name="connsiteY13" fmla="*/ 3022627 h 3453324"/>
              <a:gd name="connsiteX14" fmla="*/ 2230468 w 4395438"/>
              <a:gd name="connsiteY14" fmla="*/ 2972831 h 3453324"/>
              <a:gd name="connsiteX15" fmla="*/ 2187074 w 4395438"/>
              <a:gd name="connsiteY15" fmla="*/ 2972831 h 3453324"/>
              <a:gd name="connsiteX16" fmla="*/ 2182805 w 4395438"/>
              <a:gd name="connsiteY16" fmla="*/ 3020493 h 3453324"/>
              <a:gd name="connsiteX17" fmla="*/ 1860554 w 4395438"/>
              <a:gd name="connsiteY17" fmla="*/ 3020493 h 3453324"/>
              <a:gd name="connsiteX18" fmla="*/ 1862687 w 4395438"/>
              <a:gd name="connsiteY18" fmla="*/ 2996306 h 3453324"/>
              <a:gd name="connsiteX19" fmla="*/ 1864822 w 4395438"/>
              <a:gd name="connsiteY19" fmla="*/ 2973542 h 3453324"/>
              <a:gd name="connsiteX20" fmla="*/ 1818582 w 4395438"/>
              <a:gd name="connsiteY20" fmla="*/ 3034720 h 3453324"/>
              <a:gd name="connsiteX21" fmla="*/ 2598248 w 4395438"/>
              <a:gd name="connsiteY21" fmla="*/ 3034720 h 3453324"/>
              <a:gd name="connsiteX22" fmla="*/ 2575340 w 4395438"/>
              <a:gd name="connsiteY22" fmla="*/ 2971397 h 3453324"/>
              <a:gd name="connsiteX23" fmla="*/ 2524266 w 4395438"/>
              <a:gd name="connsiteY23" fmla="*/ 2757996 h 3453324"/>
              <a:gd name="connsiteX24" fmla="*/ 2563391 w 4395438"/>
              <a:gd name="connsiteY24" fmla="*/ 2928726 h 3453324"/>
              <a:gd name="connsiteX25" fmla="*/ 1871224 w 4395438"/>
              <a:gd name="connsiteY25" fmla="*/ 2928726 h 3453324"/>
              <a:gd name="connsiteX26" fmla="*/ 1906081 w 4395438"/>
              <a:gd name="connsiteY26" fmla="*/ 2771512 h 3453324"/>
              <a:gd name="connsiteX27" fmla="*/ 1927422 w 4395438"/>
              <a:gd name="connsiteY27" fmla="*/ 2758708 h 3453324"/>
              <a:gd name="connsiteX28" fmla="*/ 2524266 w 4395438"/>
              <a:gd name="connsiteY28" fmla="*/ 2757996 h 3453324"/>
              <a:gd name="connsiteX29" fmla="*/ 2431075 w 4395438"/>
              <a:gd name="connsiteY29" fmla="*/ 2735943 h 3453324"/>
              <a:gd name="connsiteX30" fmla="*/ 1901813 w 4395438"/>
              <a:gd name="connsiteY30" fmla="*/ 2738789 h 3453324"/>
              <a:gd name="connsiteX31" fmla="*/ 1863399 w 4395438"/>
              <a:gd name="connsiteY31" fmla="*/ 2752304 h 3453324"/>
              <a:gd name="connsiteX32" fmla="*/ 1818582 w 4395438"/>
              <a:gd name="connsiteY32" fmla="*/ 2945798 h 3453324"/>
              <a:gd name="connsiteX33" fmla="*/ 2618166 w 4395438"/>
              <a:gd name="connsiteY33" fmla="*/ 2946510 h 3453324"/>
              <a:gd name="connsiteX34" fmla="*/ 2571927 w 4395438"/>
              <a:gd name="connsiteY34" fmla="*/ 2750882 h 3453324"/>
              <a:gd name="connsiteX35" fmla="*/ 2544895 w 4395438"/>
              <a:gd name="connsiteY35" fmla="*/ 2736654 h 3453324"/>
              <a:gd name="connsiteX36" fmla="*/ 2431075 w 4395438"/>
              <a:gd name="connsiteY36" fmla="*/ 2735943 h 3453324"/>
              <a:gd name="connsiteX37" fmla="*/ 3009422 w 4395438"/>
              <a:gd name="connsiteY37" fmla="*/ 2574372 h 3453324"/>
              <a:gd name="connsiteX38" fmla="*/ 3096921 w 4395438"/>
              <a:gd name="connsiteY38" fmla="*/ 2577307 h 3453324"/>
              <a:gd name="connsiteX39" fmla="*/ 3136047 w 4395438"/>
              <a:gd name="connsiteY39" fmla="*/ 2622124 h 3453324"/>
              <a:gd name="connsiteX40" fmla="*/ 3128933 w 4395438"/>
              <a:gd name="connsiteY40" fmla="*/ 2632794 h 3453324"/>
              <a:gd name="connsiteX41" fmla="*/ 2951090 w 4395438"/>
              <a:gd name="connsiteY41" fmla="*/ 2630660 h 3453324"/>
              <a:gd name="connsiteX42" fmla="*/ 2914809 w 4395438"/>
              <a:gd name="connsiteY42" fmla="*/ 2583709 h 3453324"/>
              <a:gd name="connsiteX43" fmla="*/ 2921923 w 4395438"/>
              <a:gd name="connsiteY43" fmla="*/ 2575173 h 3453324"/>
              <a:gd name="connsiteX44" fmla="*/ 3009422 w 4395438"/>
              <a:gd name="connsiteY44" fmla="*/ 2574372 h 3453324"/>
              <a:gd name="connsiteX45" fmla="*/ 1309949 w 4395438"/>
              <a:gd name="connsiteY45" fmla="*/ 2573750 h 3453324"/>
              <a:gd name="connsiteX46" fmla="*/ 1426615 w 4395438"/>
              <a:gd name="connsiteY46" fmla="*/ 2573750 h 3453324"/>
              <a:gd name="connsiteX47" fmla="*/ 1364014 w 4395438"/>
              <a:gd name="connsiteY47" fmla="*/ 2634928 h 3453324"/>
              <a:gd name="connsiteX48" fmla="*/ 1248060 w 4395438"/>
              <a:gd name="connsiteY48" fmla="*/ 2634928 h 3453324"/>
              <a:gd name="connsiteX49" fmla="*/ 1309949 w 4395438"/>
              <a:gd name="connsiteY49" fmla="*/ 2573750 h 3453324"/>
              <a:gd name="connsiteX50" fmla="*/ 1128549 w 4395438"/>
              <a:gd name="connsiteY50" fmla="*/ 2573750 h 3453324"/>
              <a:gd name="connsiteX51" fmla="*/ 1244503 w 4395438"/>
              <a:gd name="connsiteY51" fmla="*/ 2573750 h 3453324"/>
              <a:gd name="connsiteX52" fmla="*/ 1172654 w 4395438"/>
              <a:gd name="connsiteY52" fmla="*/ 2635640 h 3453324"/>
              <a:gd name="connsiteX53" fmla="*/ 1059546 w 4395438"/>
              <a:gd name="connsiteY53" fmla="*/ 2635640 h 3453324"/>
              <a:gd name="connsiteX54" fmla="*/ 1128549 w 4395438"/>
              <a:gd name="connsiteY54" fmla="*/ 2573750 h 3453324"/>
              <a:gd name="connsiteX55" fmla="*/ 2633017 w 4395438"/>
              <a:gd name="connsiteY55" fmla="*/ 2573661 h 3453324"/>
              <a:gd name="connsiteX56" fmla="*/ 2707800 w 4395438"/>
              <a:gd name="connsiteY56" fmla="*/ 2576596 h 3453324"/>
              <a:gd name="connsiteX57" fmla="*/ 2737677 w 4395438"/>
              <a:gd name="connsiteY57" fmla="*/ 2620701 h 3453324"/>
              <a:gd name="connsiteX58" fmla="*/ 2729852 w 4395438"/>
              <a:gd name="connsiteY58" fmla="*/ 2633506 h 3453324"/>
              <a:gd name="connsiteX59" fmla="*/ 2582598 w 4395438"/>
              <a:gd name="connsiteY59" fmla="*/ 2631372 h 3453324"/>
              <a:gd name="connsiteX60" fmla="*/ 2549163 w 4395438"/>
              <a:gd name="connsiteY60" fmla="*/ 2574462 h 3453324"/>
              <a:gd name="connsiteX61" fmla="*/ 2633017 w 4395438"/>
              <a:gd name="connsiteY61" fmla="*/ 2573661 h 3453324"/>
              <a:gd name="connsiteX62" fmla="*/ 3206117 w 4395438"/>
              <a:gd name="connsiteY62" fmla="*/ 2573394 h 3453324"/>
              <a:gd name="connsiteX63" fmla="*/ 3279033 w 4395438"/>
              <a:gd name="connsiteY63" fmla="*/ 2576595 h 3453324"/>
              <a:gd name="connsiteX64" fmla="*/ 3316735 w 4395438"/>
              <a:gd name="connsiteY64" fmla="*/ 2621412 h 3453324"/>
              <a:gd name="connsiteX65" fmla="*/ 3310332 w 4395438"/>
              <a:gd name="connsiteY65" fmla="*/ 2632082 h 3453324"/>
              <a:gd name="connsiteX66" fmla="*/ 3170192 w 4395438"/>
              <a:gd name="connsiteY66" fmla="*/ 2629948 h 3453324"/>
              <a:gd name="connsiteX67" fmla="*/ 3126087 w 4395438"/>
              <a:gd name="connsiteY67" fmla="*/ 2585843 h 3453324"/>
              <a:gd name="connsiteX68" fmla="*/ 3133201 w 4395438"/>
              <a:gd name="connsiteY68" fmla="*/ 2574461 h 3453324"/>
              <a:gd name="connsiteX69" fmla="*/ 3206117 w 4395438"/>
              <a:gd name="connsiteY69" fmla="*/ 2573394 h 3453324"/>
              <a:gd name="connsiteX70" fmla="*/ 3560737 w 4395438"/>
              <a:gd name="connsiteY70" fmla="*/ 2573128 h 3453324"/>
              <a:gd name="connsiteX71" fmla="*/ 3631163 w 4395438"/>
              <a:gd name="connsiteY71" fmla="*/ 2576596 h 3453324"/>
              <a:gd name="connsiteX72" fmla="*/ 3679536 w 4395438"/>
              <a:gd name="connsiteY72" fmla="*/ 2620702 h 3453324"/>
              <a:gd name="connsiteX73" fmla="*/ 3674556 w 4395438"/>
              <a:gd name="connsiteY73" fmla="*/ 2629949 h 3453324"/>
              <a:gd name="connsiteX74" fmla="*/ 3523034 w 4395438"/>
              <a:gd name="connsiteY74" fmla="*/ 2627815 h 3453324"/>
              <a:gd name="connsiteX75" fmla="*/ 3481774 w 4395438"/>
              <a:gd name="connsiteY75" fmla="*/ 2574462 h 3453324"/>
              <a:gd name="connsiteX76" fmla="*/ 3560737 w 4395438"/>
              <a:gd name="connsiteY76" fmla="*/ 2573128 h 3453324"/>
              <a:gd name="connsiteX77" fmla="*/ 1497752 w 4395438"/>
              <a:gd name="connsiteY77" fmla="*/ 2573039 h 3453324"/>
              <a:gd name="connsiteX78" fmla="*/ 1610149 w 4395438"/>
              <a:gd name="connsiteY78" fmla="*/ 2573039 h 3453324"/>
              <a:gd name="connsiteX79" fmla="*/ 1551817 w 4395438"/>
              <a:gd name="connsiteY79" fmla="*/ 2634929 h 3453324"/>
              <a:gd name="connsiteX80" fmla="*/ 1432306 w 4395438"/>
              <a:gd name="connsiteY80" fmla="*/ 2634929 h 3453324"/>
              <a:gd name="connsiteX81" fmla="*/ 1497752 w 4395438"/>
              <a:gd name="connsiteY81" fmla="*/ 2573039 h 3453324"/>
              <a:gd name="connsiteX82" fmla="*/ 812699 w 4395438"/>
              <a:gd name="connsiteY82" fmla="*/ 2573039 h 3453324"/>
              <a:gd name="connsiteX83" fmla="*/ 1058124 w 4395438"/>
              <a:gd name="connsiteY83" fmla="*/ 2573039 h 3453324"/>
              <a:gd name="connsiteX84" fmla="*/ 991254 w 4395438"/>
              <a:gd name="connsiteY84" fmla="*/ 2634929 h 3453324"/>
              <a:gd name="connsiteX85" fmla="*/ 770731 w 4395438"/>
              <a:gd name="connsiteY85" fmla="*/ 2634929 h 3453324"/>
              <a:gd name="connsiteX86" fmla="*/ 735872 w 4395438"/>
              <a:gd name="connsiteY86" fmla="*/ 2633506 h 3453324"/>
              <a:gd name="connsiteX87" fmla="*/ 812699 w 4395438"/>
              <a:gd name="connsiteY87" fmla="*/ 2573039 h 3453324"/>
              <a:gd name="connsiteX88" fmla="*/ 2811838 w 4395438"/>
              <a:gd name="connsiteY88" fmla="*/ 2572683 h 3453324"/>
              <a:gd name="connsiteX89" fmla="*/ 2883509 w 4395438"/>
              <a:gd name="connsiteY89" fmla="*/ 2575884 h 3453324"/>
              <a:gd name="connsiteX90" fmla="*/ 2921211 w 4395438"/>
              <a:gd name="connsiteY90" fmla="*/ 2621412 h 3453324"/>
              <a:gd name="connsiteX91" fmla="*/ 2914808 w 4395438"/>
              <a:gd name="connsiteY91" fmla="*/ 2631371 h 3453324"/>
              <a:gd name="connsiteX92" fmla="*/ 2763998 w 4395438"/>
              <a:gd name="connsiteY92" fmla="*/ 2629237 h 3453324"/>
              <a:gd name="connsiteX93" fmla="*/ 2730563 w 4395438"/>
              <a:gd name="connsiteY93" fmla="*/ 2573750 h 3453324"/>
              <a:gd name="connsiteX94" fmla="*/ 2811838 w 4395438"/>
              <a:gd name="connsiteY94" fmla="*/ 2572683 h 3453324"/>
              <a:gd name="connsiteX95" fmla="*/ 3382004 w 4395438"/>
              <a:gd name="connsiteY95" fmla="*/ 2572416 h 3453324"/>
              <a:gd name="connsiteX96" fmla="*/ 3448339 w 4395438"/>
              <a:gd name="connsiteY96" fmla="*/ 2575884 h 3453324"/>
              <a:gd name="connsiteX97" fmla="*/ 3499559 w 4395438"/>
              <a:gd name="connsiteY97" fmla="*/ 2619278 h 3453324"/>
              <a:gd name="connsiteX98" fmla="*/ 3493156 w 4395438"/>
              <a:gd name="connsiteY98" fmla="*/ 2630660 h 3453324"/>
              <a:gd name="connsiteX99" fmla="*/ 3343768 w 4395438"/>
              <a:gd name="connsiteY99" fmla="*/ 2628525 h 3453324"/>
              <a:gd name="connsiteX100" fmla="*/ 3306776 w 4395438"/>
              <a:gd name="connsiteY100" fmla="*/ 2582998 h 3453324"/>
              <a:gd name="connsiteX101" fmla="*/ 3314602 w 4395438"/>
              <a:gd name="connsiteY101" fmla="*/ 2573750 h 3453324"/>
              <a:gd name="connsiteX102" fmla="*/ 3382004 w 4395438"/>
              <a:gd name="connsiteY102" fmla="*/ 2572416 h 3453324"/>
              <a:gd name="connsiteX103" fmla="*/ 1677731 w 4395438"/>
              <a:gd name="connsiteY103" fmla="*/ 2572327 h 3453324"/>
              <a:gd name="connsiteX104" fmla="*/ 2499367 w 4395438"/>
              <a:gd name="connsiteY104" fmla="*/ 2573039 h 3453324"/>
              <a:gd name="connsiteX105" fmla="*/ 2544895 w 4395438"/>
              <a:gd name="connsiteY105" fmla="*/ 2631372 h 3453324"/>
              <a:gd name="connsiteX106" fmla="*/ 1623666 w 4395438"/>
              <a:gd name="connsiteY106" fmla="*/ 2631372 h 3453324"/>
              <a:gd name="connsiteX107" fmla="*/ 1677731 w 4395438"/>
              <a:gd name="connsiteY107" fmla="*/ 2572327 h 3453324"/>
              <a:gd name="connsiteX108" fmla="*/ 2263902 w 4395438"/>
              <a:gd name="connsiteY108" fmla="*/ 2505458 h 3453324"/>
              <a:gd name="connsiteX109" fmla="*/ 2426096 w 4395438"/>
              <a:gd name="connsiteY109" fmla="*/ 2505458 h 3453324"/>
              <a:gd name="connsiteX110" fmla="*/ 2434632 w 4395438"/>
              <a:gd name="connsiteY110" fmla="*/ 2557388 h 3453324"/>
              <a:gd name="connsiteX111" fmla="*/ 2285243 w 4395438"/>
              <a:gd name="connsiteY111" fmla="*/ 2555254 h 3453324"/>
              <a:gd name="connsiteX112" fmla="*/ 2263902 w 4395438"/>
              <a:gd name="connsiteY112" fmla="*/ 2505458 h 3453324"/>
              <a:gd name="connsiteX113" fmla="*/ 2698462 w 4395438"/>
              <a:gd name="connsiteY113" fmla="*/ 2504213 h 3453324"/>
              <a:gd name="connsiteX114" fmla="*/ 2772533 w 4395438"/>
              <a:gd name="connsiteY114" fmla="*/ 2506881 h 3453324"/>
              <a:gd name="connsiteX115" fmla="*/ 2796721 w 4395438"/>
              <a:gd name="connsiteY115" fmla="*/ 2558100 h 3453324"/>
              <a:gd name="connsiteX116" fmla="*/ 2654446 w 4395438"/>
              <a:gd name="connsiteY116" fmla="*/ 2555965 h 3453324"/>
              <a:gd name="connsiteX117" fmla="*/ 2616743 w 4395438"/>
              <a:gd name="connsiteY117" fmla="*/ 2518263 h 3453324"/>
              <a:gd name="connsiteX118" fmla="*/ 2623857 w 4395438"/>
              <a:gd name="connsiteY118" fmla="*/ 2504746 h 3453324"/>
              <a:gd name="connsiteX119" fmla="*/ 2698462 w 4395438"/>
              <a:gd name="connsiteY119" fmla="*/ 2504213 h 3453324"/>
              <a:gd name="connsiteX120" fmla="*/ 3520100 w 4395438"/>
              <a:gd name="connsiteY120" fmla="*/ 2503680 h 3453324"/>
              <a:gd name="connsiteX121" fmla="*/ 3589192 w 4395438"/>
              <a:gd name="connsiteY121" fmla="*/ 2506882 h 3453324"/>
              <a:gd name="connsiteX122" fmla="*/ 3632586 w 4395438"/>
              <a:gd name="connsiteY122" fmla="*/ 2547429 h 3453324"/>
              <a:gd name="connsiteX123" fmla="*/ 3626183 w 4395438"/>
              <a:gd name="connsiteY123" fmla="*/ 2558100 h 3453324"/>
              <a:gd name="connsiteX124" fmla="*/ 3490311 w 4395438"/>
              <a:gd name="connsiteY124" fmla="*/ 2555966 h 3453324"/>
              <a:gd name="connsiteX125" fmla="*/ 3445494 w 4395438"/>
              <a:gd name="connsiteY125" fmla="*/ 2514706 h 3453324"/>
              <a:gd name="connsiteX126" fmla="*/ 3450474 w 4395438"/>
              <a:gd name="connsiteY126" fmla="*/ 2504747 h 3453324"/>
              <a:gd name="connsiteX127" fmla="*/ 3520100 w 4395438"/>
              <a:gd name="connsiteY127" fmla="*/ 2503680 h 3453324"/>
              <a:gd name="connsiteX128" fmla="*/ 2450993 w 4395438"/>
              <a:gd name="connsiteY128" fmla="*/ 2503324 h 3453324"/>
              <a:gd name="connsiteX129" fmla="*/ 2585443 w 4395438"/>
              <a:gd name="connsiteY129" fmla="*/ 2504035 h 3453324"/>
              <a:gd name="connsiteX130" fmla="*/ 2612475 w 4395438"/>
              <a:gd name="connsiteY130" fmla="*/ 2558099 h 3453324"/>
              <a:gd name="connsiteX131" fmla="*/ 2469489 w 4395438"/>
              <a:gd name="connsiteY131" fmla="*/ 2555965 h 3453324"/>
              <a:gd name="connsiteX132" fmla="*/ 2441034 w 4395438"/>
              <a:gd name="connsiteY132" fmla="*/ 2513283 h 3453324"/>
              <a:gd name="connsiteX133" fmla="*/ 2450993 w 4395438"/>
              <a:gd name="connsiteY133" fmla="*/ 2503324 h 3453324"/>
              <a:gd name="connsiteX134" fmla="*/ 3345102 w 4395438"/>
              <a:gd name="connsiteY134" fmla="*/ 2502969 h 3453324"/>
              <a:gd name="connsiteX135" fmla="*/ 3412771 w 4395438"/>
              <a:gd name="connsiteY135" fmla="*/ 2506171 h 3453324"/>
              <a:gd name="connsiteX136" fmla="*/ 3454030 w 4395438"/>
              <a:gd name="connsiteY136" fmla="*/ 2547429 h 3453324"/>
              <a:gd name="connsiteX137" fmla="*/ 3447628 w 4395438"/>
              <a:gd name="connsiteY137" fmla="*/ 2558100 h 3453324"/>
              <a:gd name="connsiteX138" fmla="*/ 3313890 w 4395438"/>
              <a:gd name="connsiteY138" fmla="*/ 2555967 h 3453324"/>
              <a:gd name="connsiteX139" fmla="*/ 3270496 w 4395438"/>
              <a:gd name="connsiteY139" fmla="*/ 2516129 h 3453324"/>
              <a:gd name="connsiteX140" fmla="*/ 3276899 w 4395438"/>
              <a:gd name="connsiteY140" fmla="*/ 2504036 h 3453324"/>
              <a:gd name="connsiteX141" fmla="*/ 3345102 w 4395438"/>
              <a:gd name="connsiteY141" fmla="*/ 2502969 h 3453324"/>
              <a:gd name="connsiteX142" fmla="*/ 3106969 w 4395438"/>
              <a:gd name="connsiteY142" fmla="*/ 2502791 h 3453324"/>
              <a:gd name="connsiteX143" fmla="*/ 3234928 w 4395438"/>
              <a:gd name="connsiteY143" fmla="*/ 2505459 h 3453324"/>
              <a:gd name="connsiteX144" fmla="*/ 3278321 w 4395438"/>
              <a:gd name="connsiteY144" fmla="*/ 2546007 h 3453324"/>
              <a:gd name="connsiteX145" fmla="*/ 3271919 w 4395438"/>
              <a:gd name="connsiteY145" fmla="*/ 2558100 h 3453324"/>
              <a:gd name="connsiteX146" fmla="*/ 3181574 w 4395438"/>
              <a:gd name="connsiteY146" fmla="*/ 2558100 h 3453324"/>
              <a:gd name="connsiteX147" fmla="*/ 3032897 w 4395438"/>
              <a:gd name="connsiteY147" fmla="*/ 2558100 h 3453324"/>
              <a:gd name="connsiteX148" fmla="*/ 2977410 w 4395438"/>
              <a:gd name="connsiteY148" fmla="*/ 2503324 h 3453324"/>
              <a:gd name="connsiteX149" fmla="*/ 3106969 w 4395438"/>
              <a:gd name="connsiteY149" fmla="*/ 2502791 h 3453324"/>
              <a:gd name="connsiteX150" fmla="*/ 2165555 w 4395438"/>
              <a:gd name="connsiteY150" fmla="*/ 2502791 h 3453324"/>
              <a:gd name="connsiteX151" fmla="*/ 2237582 w 4395438"/>
              <a:gd name="connsiteY151" fmla="*/ 2505459 h 3453324"/>
              <a:gd name="connsiteX152" fmla="*/ 2261769 w 4395438"/>
              <a:gd name="connsiteY152" fmla="*/ 2558100 h 3453324"/>
              <a:gd name="connsiteX153" fmla="*/ 2110246 w 4395438"/>
              <a:gd name="connsiteY153" fmla="*/ 2557389 h 3453324"/>
              <a:gd name="connsiteX154" fmla="*/ 2090327 w 4395438"/>
              <a:gd name="connsiteY154" fmla="*/ 2503324 h 3453324"/>
              <a:gd name="connsiteX155" fmla="*/ 2165555 w 4395438"/>
              <a:gd name="connsiteY155" fmla="*/ 2502791 h 3453324"/>
              <a:gd name="connsiteX156" fmla="*/ 1957301 w 4395438"/>
              <a:gd name="connsiteY156" fmla="*/ 2502613 h 3453324"/>
              <a:gd name="connsiteX157" fmla="*/ 2068274 w 4395438"/>
              <a:gd name="connsiteY157" fmla="*/ 2502613 h 3453324"/>
              <a:gd name="connsiteX158" fmla="*/ 2028438 w 4395438"/>
              <a:gd name="connsiteY158" fmla="*/ 2558811 h 3453324"/>
              <a:gd name="connsiteX159" fmla="*/ 1913195 w 4395438"/>
              <a:gd name="connsiteY159" fmla="*/ 2558811 h 3453324"/>
              <a:gd name="connsiteX160" fmla="*/ 1957301 w 4395438"/>
              <a:gd name="connsiteY160" fmla="*/ 2502613 h 3453324"/>
              <a:gd name="connsiteX161" fmla="*/ 1775900 w 4395438"/>
              <a:gd name="connsiteY161" fmla="*/ 2502613 h 3453324"/>
              <a:gd name="connsiteX162" fmla="*/ 1891142 w 4395438"/>
              <a:gd name="connsiteY162" fmla="*/ 2502613 h 3453324"/>
              <a:gd name="connsiteX163" fmla="*/ 1846326 w 4395438"/>
              <a:gd name="connsiteY163" fmla="*/ 2558100 h 3453324"/>
              <a:gd name="connsiteX164" fmla="*/ 1733928 w 4395438"/>
              <a:gd name="connsiteY164" fmla="*/ 2558100 h 3453324"/>
              <a:gd name="connsiteX165" fmla="*/ 1775900 w 4395438"/>
              <a:gd name="connsiteY165" fmla="*/ 2502613 h 3453324"/>
              <a:gd name="connsiteX166" fmla="*/ 1599478 w 4395438"/>
              <a:gd name="connsiteY166" fmla="*/ 2502613 h 3453324"/>
              <a:gd name="connsiteX167" fmla="*/ 1711164 w 4395438"/>
              <a:gd name="connsiteY167" fmla="*/ 2502613 h 3453324"/>
              <a:gd name="connsiteX168" fmla="*/ 1668482 w 4395438"/>
              <a:gd name="connsiteY168" fmla="*/ 2558100 h 3453324"/>
              <a:gd name="connsiteX169" fmla="*/ 1549682 w 4395438"/>
              <a:gd name="connsiteY169" fmla="*/ 2558100 h 3453324"/>
              <a:gd name="connsiteX170" fmla="*/ 1599478 w 4395438"/>
              <a:gd name="connsiteY170" fmla="*/ 2502613 h 3453324"/>
              <a:gd name="connsiteX171" fmla="*/ 1420213 w 4395438"/>
              <a:gd name="connsiteY171" fmla="*/ 2502613 h 3453324"/>
              <a:gd name="connsiteX172" fmla="*/ 1536166 w 4395438"/>
              <a:gd name="connsiteY172" fmla="*/ 2502613 h 3453324"/>
              <a:gd name="connsiteX173" fmla="*/ 1484236 w 4395438"/>
              <a:gd name="connsiteY173" fmla="*/ 2558100 h 3453324"/>
              <a:gd name="connsiteX174" fmla="*/ 1367571 w 4395438"/>
              <a:gd name="connsiteY174" fmla="*/ 2558100 h 3453324"/>
              <a:gd name="connsiteX175" fmla="*/ 1420213 w 4395438"/>
              <a:gd name="connsiteY175" fmla="*/ 2502613 h 3453324"/>
              <a:gd name="connsiteX176" fmla="*/ 1240947 w 4395438"/>
              <a:gd name="connsiteY176" fmla="*/ 2502613 h 3453324"/>
              <a:gd name="connsiteX177" fmla="*/ 1357613 w 4395438"/>
              <a:gd name="connsiteY177" fmla="*/ 2502613 h 3453324"/>
              <a:gd name="connsiteX178" fmla="*/ 1300703 w 4395438"/>
              <a:gd name="connsiteY178" fmla="*/ 2558100 h 3453324"/>
              <a:gd name="connsiteX179" fmla="*/ 1184037 w 4395438"/>
              <a:gd name="connsiteY179" fmla="*/ 2558100 h 3453324"/>
              <a:gd name="connsiteX180" fmla="*/ 1240947 w 4395438"/>
              <a:gd name="connsiteY180" fmla="*/ 2502613 h 3453324"/>
              <a:gd name="connsiteX181" fmla="*/ 2870348 w 4395438"/>
              <a:gd name="connsiteY181" fmla="*/ 2502257 h 3453324"/>
              <a:gd name="connsiteX182" fmla="*/ 2938995 w 4395438"/>
              <a:gd name="connsiteY182" fmla="*/ 2505458 h 3453324"/>
              <a:gd name="connsiteX183" fmla="*/ 2975275 w 4395438"/>
              <a:gd name="connsiteY183" fmla="*/ 2547429 h 3453324"/>
              <a:gd name="connsiteX184" fmla="*/ 2966027 w 4395438"/>
              <a:gd name="connsiteY184" fmla="*/ 2558100 h 3453324"/>
              <a:gd name="connsiteX185" fmla="*/ 2831578 w 4395438"/>
              <a:gd name="connsiteY185" fmla="*/ 2555966 h 3453324"/>
              <a:gd name="connsiteX186" fmla="*/ 2793875 w 4395438"/>
              <a:gd name="connsiteY186" fmla="*/ 2513283 h 3453324"/>
              <a:gd name="connsiteX187" fmla="*/ 2801701 w 4395438"/>
              <a:gd name="connsiteY187" fmla="*/ 2503324 h 3453324"/>
              <a:gd name="connsiteX188" fmla="*/ 2870348 w 4395438"/>
              <a:gd name="connsiteY188" fmla="*/ 2502257 h 3453324"/>
              <a:gd name="connsiteX189" fmla="*/ 1060969 w 4395438"/>
              <a:gd name="connsiteY189" fmla="*/ 2501190 h 3453324"/>
              <a:gd name="connsiteX190" fmla="*/ 1177634 w 4395438"/>
              <a:gd name="connsiteY190" fmla="*/ 2501901 h 3453324"/>
              <a:gd name="connsiteX191" fmla="*/ 1115745 w 4395438"/>
              <a:gd name="connsiteY191" fmla="*/ 2558100 h 3453324"/>
              <a:gd name="connsiteX192" fmla="*/ 998368 w 4395438"/>
              <a:gd name="connsiteY192" fmla="*/ 2558100 h 3453324"/>
              <a:gd name="connsiteX193" fmla="*/ 1060969 w 4395438"/>
              <a:gd name="connsiteY193" fmla="*/ 2501190 h 3453324"/>
              <a:gd name="connsiteX194" fmla="*/ 857515 w 4395438"/>
              <a:gd name="connsiteY194" fmla="*/ 2501190 h 3453324"/>
              <a:gd name="connsiteX195" fmla="*/ 995522 w 4395438"/>
              <a:gd name="connsiteY195" fmla="*/ 2501901 h 3453324"/>
              <a:gd name="connsiteX196" fmla="*/ 935055 w 4395438"/>
              <a:gd name="connsiteY196" fmla="*/ 2557389 h 3453324"/>
              <a:gd name="connsiteX197" fmla="*/ 780688 w 4395438"/>
              <a:gd name="connsiteY197" fmla="*/ 2558100 h 3453324"/>
              <a:gd name="connsiteX198" fmla="*/ 857515 w 4395438"/>
              <a:gd name="connsiteY198" fmla="*/ 2501190 h 3453324"/>
              <a:gd name="connsiteX199" fmla="*/ 2189208 w 4395438"/>
              <a:gd name="connsiteY199" fmla="*/ 2440011 h 3453324"/>
              <a:gd name="connsiteX200" fmla="*/ 2338596 w 4395438"/>
              <a:gd name="connsiteY200" fmla="*/ 2440011 h 3453324"/>
              <a:gd name="connsiteX201" fmla="*/ 2345710 w 4395438"/>
              <a:gd name="connsiteY201" fmla="*/ 2483405 h 3453324"/>
              <a:gd name="connsiteX202" fmla="*/ 2189208 w 4395438"/>
              <a:gd name="connsiteY202" fmla="*/ 2483405 h 3453324"/>
              <a:gd name="connsiteX203" fmla="*/ 2189208 w 4395438"/>
              <a:gd name="connsiteY203" fmla="*/ 2440011 h 3453324"/>
              <a:gd name="connsiteX204" fmla="*/ 3481329 w 4395438"/>
              <a:gd name="connsiteY204" fmla="*/ 2439211 h 3453324"/>
              <a:gd name="connsiteX205" fmla="*/ 3550065 w 4395438"/>
              <a:gd name="connsiteY205" fmla="*/ 2442146 h 3453324"/>
              <a:gd name="connsiteX206" fmla="*/ 3592036 w 4395438"/>
              <a:gd name="connsiteY206" fmla="*/ 2486962 h 3453324"/>
              <a:gd name="connsiteX207" fmla="*/ 3445494 w 4395438"/>
              <a:gd name="connsiteY207" fmla="*/ 2485539 h 3453324"/>
              <a:gd name="connsiteX208" fmla="*/ 3408502 w 4395438"/>
              <a:gd name="connsiteY208" fmla="*/ 2449259 h 3453324"/>
              <a:gd name="connsiteX209" fmla="*/ 3412059 w 4395438"/>
              <a:gd name="connsiteY209" fmla="*/ 2440012 h 3453324"/>
              <a:gd name="connsiteX210" fmla="*/ 3481329 w 4395438"/>
              <a:gd name="connsiteY210" fmla="*/ 2439211 h 3453324"/>
              <a:gd name="connsiteX211" fmla="*/ 2599582 w 4395438"/>
              <a:gd name="connsiteY211" fmla="*/ 2438767 h 3453324"/>
              <a:gd name="connsiteX212" fmla="*/ 2668674 w 4395438"/>
              <a:gd name="connsiteY212" fmla="*/ 2441435 h 3453324"/>
              <a:gd name="connsiteX213" fmla="*/ 2697840 w 4395438"/>
              <a:gd name="connsiteY213" fmla="*/ 2487673 h 3453324"/>
              <a:gd name="connsiteX214" fmla="*/ 2553431 w 4395438"/>
              <a:gd name="connsiteY214" fmla="*/ 2486251 h 3453324"/>
              <a:gd name="connsiteX215" fmla="*/ 2522842 w 4395438"/>
              <a:gd name="connsiteY215" fmla="*/ 2450682 h 3453324"/>
              <a:gd name="connsiteX216" fmla="*/ 2529956 w 4395438"/>
              <a:gd name="connsiteY216" fmla="*/ 2439300 h 3453324"/>
              <a:gd name="connsiteX217" fmla="*/ 2599582 w 4395438"/>
              <a:gd name="connsiteY217" fmla="*/ 2438767 h 3453324"/>
              <a:gd name="connsiteX218" fmla="*/ 2768889 w 4395438"/>
              <a:gd name="connsiteY218" fmla="*/ 2438500 h 3453324"/>
              <a:gd name="connsiteX219" fmla="*/ 2836558 w 4395438"/>
              <a:gd name="connsiteY219" fmla="*/ 2441435 h 3453324"/>
              <a:gd name="connsiteX220" fmla="*/ 2865725 w 4395438"/>
              <a:gd name="connsiteY220" fmla="*/ 2480560 h 3453324"/>
              <a:gd name="connsiteX221" fmla="*/ 2855054 w 4395438"/>
              <a:gd name="connsiteY221" fmla="*/ 2488385 h 3453324"/>
              <a:gd name="connsiteX222" fmla="*/ 2746214 w 4395438"/>
              <a:gd name="connsiteY222" fmla="*/ 2488385 h 3453324"/>
              <a:gd name="connsiteX223" fmla="*/ 2700686 w 4395438"/>
              <a:gd name="connsiteY223" fmla="*/ 2439301 h 3453324"/>
              <a:gd name="connsiteX224" fmla="*/ 2768889 w 4395438"/>
              <a:gd name="connsiteY224" fmla="*/ 2438500 h 3453324"/>
              <a:gd name="connsiteX225" fmla="*/ 2428497 w 4395438"/>
              <a:gd name="connsiteY225" fmla="*/ 2437077 h 3453324"/>
              <a:gd name="connsiteX226" fmla="*/ 2495099 w 4395438"/>
              <a:gd name="connsiteY226" fmla="*/ 2440012 h 3453324"/>
              <a:gd name="connsiteX227" fmla="*/ 2522843 w 4395438"/>
              <a:gd name="connsiteY227" fmla="*/ 2478426 h 3453324"/>
              <a:gd name="connsiteX228" fmla="*/ 2515729 w 4395438"/>
              <a:gd name="connsiteY228" fmla="*/ 2487674 h 3453324"/>
              <a:gd name="connsiteX229" fmla="*/ 2378434 w 4395438"/>
              <a:gd name="connsiteY229" fmla="*/ 2485539 h 3453324"/>
              <a:gd name="connsiteX230" fmla="*/ 2352824 w 4395438"/>
              <a:gd name="connsiteY230" fmla="*/ 2447125 h 3453324"/>
              <a:gd name="connsiteX231" fmla="*/ 2361361 w 4395438"/>
              <a:gd name="connsiteY231" fmla="*/ 2437878 h 3453324"/>
              <a:gd name="connsiteX232" fmla="*/ 2428497 w 4395438"/>
              <a:gd name="connsiteY232" fmla="*/ 2437077 h 3453324"/>
              <a:gd name="connsiteX233" fmla="*/ 3101634 w 4395438"/>
              <a:gd name="connsiteY233" fmla="*/ 2436722 h 3453324"/>
              <a:gd name="connsiteX234" fmla="*/ 3164501 w 4395438"/>
              <a:gd name="connsiteY234" fmla="*/ 2439301 h 3453324"/>
              <a:gd name="connsiteX235" fmla="*/ 3209318 w 4395438"/>
              <a:gd name="connsiteY235" fmla="*/ 2472735 h 3453324"/>
              <a:gd name="connsiteX236" fmla="*/ 3203626 w 4395438"/>
              <a:gd name="connsiteY236" fmla="*/ 2485540 h 3453324"/>
              <a:gd name="connsiteX237" fmla="*/ 3059218 w 4395438"/>
              <a:gd name="connsiteY237" fmla="*/ 2483406 h 3453324"/>
              <a:gd name="connsiteX238" fmla="*/ 3030763 w 4395438"/>
              <a:gd name="connsiteY238" fmla="*/ 2437878 h 3453324"/>
              <a:gd name="connsiteX239" fmla="*/ 3101634 w 4395438"/>
              <a:gd name="connsiteY239" fmla="*/ 2436722 h 3453324"/>
              <a:gd name="connsiteX240" fmla="*/ 2934639 w 4395438"/>
              <a:gd name="connsiteY240" fmla="*/ 2436722 h 3453324"/>
              <a:gd name="connsiteX241" fmla="*/ 2997329 w 4395438"/>
              <a:gd name="connsiteY241" fmla="*/ 2439301 h 3453324"/>
              <a:gd name="connsiteX242" fmla="*/ 3037877 w 4395438"/>
              <a:gd name="connsiteY242" fmla="*/ 2475580 h 3453324"/>
              <a:gd name="connsiteX243" fmla="*/ 3030764 w 4395438"/>
              <a:gd name="connsiteY243" fmla="*/ 2486962 h 3453324"/>
              <a:gd name="connsiteX244" fmla="*/ 2894891 w 4395438"/>
              <a:gd name="connsiteY244" fmla="*/ 2484829 h 3453324"/>
              <a:gd name="connsiteX245" fmla="*/ 2862879 w 4395438"/>
              <a:gd name="connsiteY245" fmla="*/ 2447126 h 3453324"/>
              <a:gd name="connsiteX246" fmla="*/ 2871416 w 4395438"/>
              <a:gd name="connsiteY246" fmla="*/ 2437878 h 3453324"/>
              <a:gd name="connsiteX247" fmla="*/ 2934639 w 4395438"/>
              <a:gd name="connsiteY247" fmla="*/ 2436722 h 3453324"/>
              <a:gd name="connsiteX248" fmla="*/ 2056892 w 4395438"/>
              <a:gd name="connsiteY248" fmla="*/ 2436455 h 3453324"/>
              <a:gd name="connsiteX249" fmla="*/ 2131587 w 4395438"/>
              <a:gd name="connsiteY249" fmla="*/ 2437167 h 3453324"/>
              <a:gd name="connsiteX250" fmla="*/ 2166444 w 4395438"/>
              <a:gd name="connsiteY250" fmla="*/ 2485540 h 3453324"/>
              <a:gd name="connsiteX251" fmla="*/ 2019901 w 4395438"/>
              <a:gd name="connsiteY251" fmla="*/ 2485540 h 3453324"/>
              <a:gd name="connsiteX252" fmla="*/ 2056892 w 4395438"/>
              <a:gd name="connsiteY252" fmla="*/ 2436455 h 3453324"/>
              <a:gd name="connsiteX253" fmla="*/ 1889720 w 4395438"/>
              <a:gd name="connsiteY253" fmla="*/ 2435032 h 3453324"/>
              <a:gd name="connsiteX254" fmla="*/ 1981487 w 4395438"/>
              <a:gd name="connsiteY254" fmla="*/ 2437166 h 3453324"/>
              <a:gd name="connsiteX255" fmla="*/ 1998560 w 4395438"/>
              <a:gd name="connsiteY255" fmla="*/ 2459930 h 3453324"/>
              <a:gd name="connsiteX256" fmla="*/ 1980775 w 4395438"/>
              <a:gd name="connsiteY256" fmla="*/ 2486251 h 3453324"/>
              <a:gd name="connsiteX257" fmla="*/ 1843480 w 4395438"/>
              <a:gd name="connsiteY257" fmla="*/ 2487674 h 3453324"/>
              <a:gd name="connsiteX258" fmla="*/ 1889720 w 4395438"/>
              <a:gd name="connsiteY258" fmla="*/ 2435032 h 3453324"/>
              <a:gd name="connsiteX259" fmla="*/ 1711877 w 4395438"/>
              <a:gd name="connsiteY259" fmla="*/ 2435032 h 3453324"/>
              <a:gd name="connsiteX260" fmla="*/ 1825697 w 4395438"/>
              <a:gd name="connsiteY260" fmla="*/ 2435032 h 3453324"/>
              <a:gd name="connsiteX261" fmla="*/ 1785148 w 4395438"/>
              <a:gd name="connsiteY261" fmla="*/ 2489096 h 3453324"/>
              <a:gd name="connsiteX262" fmla="*/ 1672750 w 4395438"/>
              <a:gd name="connsiteY262" fmla="*/ 2488385 h 3453324"/>
              <a:gd name="connsiteX263" fmla="*/ 1711877 w 4395438"/>
              <a:gd name="connsiteY263" fmla="*/ 2435032 h 3453324"/>
              <a:gd name="connsiteX264" fmla="*/ 1543281 w 4395438"/>
              <a:gd name="connsiteY264" fmla="*/ 2434321 h 3453324"/>
              <a:gd name="connsiteX265" fmla="*/ 1654967 w 4395438"/>
              <a:gd name="connsiteY265" fmla="*/ 2435033 h 3453324"/>
              <a:gd name="connsiteX266" fmla="*/ 1608727 w 4395438"/>
              <a:gd name="connsiteY266" fmla="*/ 2488385 h 3453324"/>
              <a:gd name="connsiteX267" fmla="*/ 1495619 w 4395438"/>
              <a:gd name="connsiteY267" fmla="*/ 2487674 h 3453324"/>
              <a:gd name="connsiteX268" fmla="*/ 1543281 w 4395438"/>
              <a:gd name="connsiteY268" fmla="*/ 2434321 h 3453324"/>
              <a:gd name="connsiteX269" fmla="*/ 887395 w 4395438"/>
              <a:gd name="connsiteY269" fmla="*/ 2434321 h 3453324"/>
              <a:gd name="connsiteX270" fmla="*/ 1126416 w 4395438"/>
              <a:gd name="connsiteY270" fmla="*/ 2434321 h 3453324"/>
              <a:gd name="connsiteX271" fmla="*/ 1063815 w 4395438"/>
              <a:gd name="connsiteY271" fmla="*/ 2488385 h 3453324"/>
              <a:gd name="connsiteX272" fmla="*/ 824082 w 4395438"/>
              <a:gd name="connsiteY272" fmla="*/ 2487673 h 3453324"/>
              <a:gd name="connsiteX273" fmla="*/ 887395 w 4395438"/>
              <a:gd name="connsiteY273" fmla="*/ 2434321 h 3453324"/>
              <a:gd name="connsiteX274" fmla="*/ 1368994 w 4395438"/>
              <a:gd name="connsiteY274" fmla="*/ 2433610 h 3453324"/>
              <a:gd name="connsiteX275" fmla="*/ 1482814 w 4395438"/>
              <a:gd name="connsiteY275" fmla="*/ 2434322 h 3453324"/>
              <a:gd name="connsiteX276" fmla="*/ 1428037 w 4395438"/>
              <a:gd name="connsiteY276" fmla="*/ 2487674 h 3453324"/>
              <a:gd name="connsiteX277" fmla="*/ 1317063 w 4395438"/>
              <a:gd name="connsiteY277" fmla="*/ 2486963 h 3453324"/>
              <a:gd name="connsiteX278" fmla="*/ 1368994 w 4395438"/>
              <a:gd name="connsiteY278" fmla="*/ 2433610 h 3453324"/>
              <a:gd name="connsiteX279" fmla="*/ 1196841 w 4395438"/>
              <a:gd name="connsiteY279" fmla="*/ 2433609 h 3453324"/>
              <a:gd name="connsiteX280" fmla="*/ 1310661 w 4395438"/>
              <a:gd name="connsiteY280" fmla="*/ 2434320 h 3453324"/>
              <a:gd name="connsiteX281" fmla="*/ 1255174 w 4395438"/>
              <a:gd name="connsiteY281" fmla="*/ 2488385 h 3453324"/>
              <a:gd name="connsiteX282" fmla="*/ 1141354 w 4395438"/>
              <a:gd name="connsiteY282" fmla="*/ 2487674 h 3453324"/>
              <a:gd name="connsiteX283" fmla="*/ 1196841 w 4395438"/>
              <a:gd name="connsiteY283" fmla="*/ 2433609 h 3453324"/>
              <a:gd name="connsiteX284" fmla="*/ 2110957 w 4395438"/>
              <a:gd name="connsiteY284" fmla="*/ 2377411 h 3453324"/>
              <a:gd name="connsiteX285" fmla="*/ 2256789 w 4395438"/>
              <a:gd name="connsiteY285" fmla="*/ 2377411 h 3453324"/>
              <a:gd name="connsiteX286" fmla="*/ 2258923 w 4395438"/>
              <a:gd name="connsiteY286" fmla="*/ 2420093 h 3453324"/>
              <a:gd name="connsiteX287" fmla="*/ 2110957 w 4395438"/>
              <a:gd name="connsiteY287" fmla="*/ 2420093 h 3453324"/>
              <a:gd name="connsiteX288" fmla="*/ 2110957 w 4395438"/>
              <a:gd name="connsiteY288" fmla="*/ 2377411 h 3453324"/>
              <a:gd name="connsiteX289" fmla="*/ 1943783 w 4395438"/>
              <a:gd name="connsiteY289" fmla="*/ 2376699 h 3453324"/>
              <a:gd name="connsiteX290" fmla="*/ 2090327 w 4395438"/>
              <a:gd name="connsiteY290" fmla="*/ 2376699 h 3453324"/>
              <a:gd name="connsiteX291" fmla="*/ 2090327 w 4395438"/>
              <a:gd name="connsiteY291" fmla="*/ 2419381 h 3453324"/>
              <a:gd name="connsiteX292" fmla="*/ 1938804 w 4395438"/>
              <a:gd name="connsiteY292" fmla="*/ 2419381 h 3453324"/>
              <a:gd name="connsiteX293" fmla="*/ 1943783 w 4395438"/>
              <a:gd name="connsiteY293" fmla="*/ 2376699 h 3453324"/>
              <a:gd name="connsiteX294" fmla="*/ 3440782 w 4395438"/>
              <a:gd name="connsiteY294" fmla="*/ 2375544 h 3453324"/>
              <a:gd name="connsiteX295" fmla="*/ 3503115 w 4395438"/>
              <a:gd name="connsiteY295" fmla="*/ 2378123 h 3453324"/>
              <a:gd name="connsiteX296" fmla="*/ 3544375 w 4395438"/>
              <a:gd name="connsiteY296" fmla="*/ 2413691 h 3453324"/>
              <a:gd name="connsiteX297" fmla="*/ 3539396 w 4395438"/>
              <a:gd name="connsiteY297" fmla="*/ 2422939 h 3453324"/>
              <a:gd name="connsiteX298" fmla="*/ 3409926 w 4395438"/>
              <a:gd name="connsiteY298" fmla="*/ 2421517 h 3453324"/>
              <a:gd name="connsiteX299" fmla="*/ 3372934 w 4395438"/>
              <a:gd name="connsiteY299" fmla="*/ 2386659 h 3453324"/>
              <a:gd name="connsiteX300" fmla="*/ 3377914 w 4395438"/>
              <a:gd name="connsiteY300" fmla="*/ 2376700 h 3453324"/>
              <a:gd name="connsiteX301" fmla="*/ 3440782 w 4395438"/>
              <a:gd name="connsiteY301" fmla="*/ 2375544 h 3453324"/>
              <a:gd name="connsiteX302" fmla="*/ 2506392 w 4395438"/>
              <a:gd name="connsiteY302" fmla="*/ 2375366 h 3453324"/>
              <a:gd name="connsiteX303" fmla="*/ 2572639 w 4395438"/>
              <a:gd name="connsiteY303" fmla="*/ 2377411 h 3453324"/>
              <a:gd name="connsiteX304" fmla="*/ 2598959 w 4395438"/>
              <a:gd name="connsiteY304" fmla="*/ 2412979 h 3453324"/>
              <a:gd name="connsiteX305" fmla="*/ 2592557 w 4395438"/>
              <a:gd name="connsiteY305" fmla="*/ 2422227 h 3453324"/>
              <a:gd name="connsiteX306" fmla="*/ 2459530 w 4395438"/>
              <a:gd name="connsiteY306" fmla="*/ 2420805 h 3453324"/>
              <a:gd name="connsiteX307" fmla="*/ 2431075 w 4395438"/>
              <a:gd name="connsiteY307" fmla="*/ 2375988 h 3453324"/>
              <a:gd name="connsiteX308" fmla="*/ 2506392 w 4395438"/>
              <a:gd name="connsiteY308" fmla="*/ 2375366 h 3453324"/>
              <a:gd name="connsiteX309" fmla="*/ 2342865 w 4395438"/>
              <a:gd name="connsiteY309" fmla="*/ 2375366 h 3453324"/>
              <a:gd name="connsiteX310" fmla="*/ 2409023 w 4395438"/>
              <a:gd name="connsiteY310" fmla="*/ 2377411 h 3453324"/>
              <a:gd name="connsiteX311" fmla="*/ 2436766 w 4395438"/>
              <a:gd name="connsiteY311" fmla="*/ 2422938 h 3453324"/>
              <a:gd name="connsiteX312" fmla="*/ 2294492 w 4395438"/>
              <a:gd name="connsiteY312" fmla="*/ 2421516 h 3453324"/>
              <a:gd name="connsiteX313" fmla="*/ 2268882 w 4395438"/>
              <a:gd name="connsiteY313" fmla="*/ 2386659 h 3453324"/>
              <a:gd name="connsiteX314" fmla="*/ 2276708 w 4395438"/>
              <a:gd name="connsiteY314" fmla="*/ 2375988 h 3453324"/>
              <a:gd name="connsiteX315" fmla="*/ 2342865 w 4395438"/>
              <a:gd name="connsiteY315" fmla="*/ 2375366 h 3453324"/>
              <a:gd name="connsiteX316" fmla="*/ 3109014 w 4395438"/>
              <a:gd name="connsiteY316" fmla="*/ 2375277 h 3453324"/>
              <a:gd name="connsiteX317" fmla="*/ 3249155 w 4395438"/>
              <a:gd name="connsiteY317" fmla="*/ 2375277 h 3453324"/>
              <a:gd name="connsiteX318" fmla="*/ 3408503 w 4395438"/>
              <a:gd name="connsiteY318" fmla="*/ 2472024 h 3453324"/>
              <a:gd name="connsiteX319" fmla="*/ 3416328 w 4395438"/>
              <a:gd name="connsiteY319" fmla="*/ 2489808 h 3453324"/>
              <a:gd name="connsiteX320" fmla="*/ 3246309 w 4395438"/>
              <a:gd name="connsiteY320" fmla="*/ 2488385 h 3453324"/>
              <a:gd name="connsiteX321" fmla="*/ 3219989 w 4395438"/>
              <a:gd name="connsiteY321" fmla="*/ 2459219 h 3453324"/>
              <a:gd name="connsiteX322" fmla="*/ 3161656 w 4395438"/>
              <a:gd name="connsiteY322" fmla="*/ 2422228 h 3453324"/>
              <a:gd name="connsiteX323" fmla="*/ 3109014 w 4395438"/>
              <a:gd name="connsiteY323" fmla="*/ 2375277 h 3453324"/>
              <a:gd name="connsiteX324" fmla="*/ 3001508 w 4395438"/>
              <a:gd name="connsiteY324" fmla="*/ 2375099 h 3453324"/>
              <a:gd name="connsiteX325" fmla="*/ 3065620 w 4395438"/>
              <a:gd name="connsiteY325" fmla="*/ 2377411 h 3453324"/>
              <a:gd name="connsiteX326" fmla="*/ 3098343 w 4395438"/>
              <a:gd name="connsiteY326" fmla="*/ 2411557 h 3453324"/>
              <a:gd name="connsiteX327" fmla="*/ 3091941 w 4395438"/>
              <a:gd name="connsiteY327" fmla="*/ 2422939 h 3453324"/>
              <a:gd name="connsiteX328" fmla="*/ 2965316 w 4395438"/>
              <a:gd name="connsiteY328" fmla="*/ 2421516 h 3453324"/>
              <a:gd name="connsiteX329" fmla="*/ 2930459 w 4395438"/>
              <a:gd name="connsiteY329" fmla="*/ 2386659 h 3453324"/>
              <a:gd name="connsiteX330" fmla="*/ 2936861 w 4395438"/>
              <a:gd name="connsiteY330" fmla="*/ 2375988 h 3453324"/>
              <a:gd name="connsiteX331" fmla="*/ 3001508 w 4395438"/>
              <a:gd name="connsiteY331" fmla="*/ 2375099 h 3453324"/>
              <a:gd name="connsiteX332" fmla="*/ 2836202 w 4395438"/>
              <a:gd name="connsiteY332" fmla="*/ 2375099 h 3453324"/>
              <a:gd name="connsiteX333" fmla="*/ 2899158 w 4395438"/>
              <a:gd name="connsiteY333" fmla="*/ 2377411 h 3453324"/>
              <a:gd name="connsiteX334" fmla="*/ 2933304 w 4395438"/>
              <a:gd name="connsiteY334" fmla="*/ 2412268 h 3453324"/>
              <a:gd name="connsiteX335" fmla="*/ 2924057 w 4395438"/>
              <a:gd name="connsiteY335" fmla="*/ 2422939 h 3453324"/>
              <a:gd name="connsiteX336" fmla="*/ 2800989 w 4395438"/>
              <a:gd name="connsiteY336" fmla="*/ 2421516 h 3453324"/>
              <a:gd name="connsiteX337" fmla="*/ 2765420 w 4395438"/>
              <a:gd name="connsiteY337" fmla="*/ 2387370 h 3453324"/>
              <a:gd name="connsiteX338" fmla="*/ 2773246 w 4395438"/>
              <a:gd name="connsiteY338" fmla="*/ 2375988 h 3453324"/>
              <a:gd name="connsiteX339" fmla="*/ 2836202 w 4395438"/>
              <a:gd name="connsiteY339" fmla="*/ 2375099 h 3453324"/>
              <a:gd name="connsiteX340" fmla="*/ 2671431 w 4395438"/>
              <a:gd name="connsiteY340" fmla="*/ 2374388 h 3453324"/>
              <a:gd name="connsiteX341" fmla="*/ 2732698 w 4395438"/>
              <a:gd name="connsiteY341" fmla="*/ 2376700 h 3453324"/>
              <a:gd name="connsiteX342" fmla="*/ 2765421 w 4395438"/>
              <a:gd name="connsiteY342" fmla="*/ 2410135 h 3453324"/>
              <a:gd name="connsiteX343" fmla="*/ 2758307 w 4395438"/>
              <a:gd name="connsiteY343" fmla="*/ 2421517 h 3453324"/>
              <a:gd name="connsiteX344" fmla="*/ 2625992 w 4395438"/>
              <a:gd name="connsiteY344" fmla="*/ 2420094 h 3453324"/>
              <a:gd name="connsiteX345" fmla="*/ 2601805 w 4395438"/>
              <a:gd name="connsiteY345" fmla="*/ 2385236 h 3453324"/>
              <a:gd name="connsiteX346" fmla="*/ 2609631 w 4395438"/>
              <a:gd name="connsiteY346" fmla="*/ 2375277 h 3453324"/>
              <a:gd name="connsiteX347" fmla="*/ 2671431 w 4395438"/>
              <a:gd name="connsiteY347" fmla="*/ 2374388 h 3453324"/>
              <a:gd name="connsiteX348" fmla="*/ 1814315 w 4395438"/>
              <a:gd name="connsiteY348" fmla="*/ 2373144 h 3453324"/>
              <a:gd name="connsiteX349" fmla="*/ 1923866 w 4395438"/>
              <a:gd name="connsiteY349" fmla="*/ 2373855 h 3453324"/>
              <a:gd name="connsiteX350" fmla="*/ 1883318 w 4395438"/>
              <a:gd name="connsiteY350" fmla="*/ 2422940 h 3453324"/>
              <a:gd name="connsiteX351" fmla="*/ 1774477 w 4395438"/>
              <a:gd name="connsiteY351" fmla="*/ 2422228 h 3453324"/>
              <a:gd name="connsiteX352" fmla="*/ 1814315 w 4395438"/>
              <a:gd name="connsiteY352" fmla="*/ 2373144 h 3453324"/>
              <a:gd name="connsiteX353" fmla="*/ 1645719 w 4395438"/>
              <a:gd name="connsiteY353" fmla="*/ 2373143 h 3453324"/>
              <a:gd name="connsiteX354" fmla="*/ 1754560 w 4395438"/>
              <a:gd name="connsiteY354" fmla="*/ 2373854 h 3453324"/>
              <a:gd name="connsiteX355" fmla="*/ 1717568 w 4395438"/>
              <a:gd name="connsiteY355" fmla="*/ 2422939 h 3453324"/>
              <a:gd name="connsiteX356" fmla="*/ 1605882 w 4395438"/>
              <a:gd name="connsiteY356" fmla="*/ 2422227 h 3453324"/>
              <a:gd name="connsiteX357" fmla="*/ 1645719 w 4395438"/>
              <a:gd name="connsiteY357" fmla="*/ 2373143 h 3453324"/>
              <a:gd name="connsiteX358" fmla="*/ 1479968 w 4395438"/>
              <a:gd name="connsiteY358" fmla="*/ 2372432 h 3453324"/>
              <a:gd name="connsiteX359" fmla="*/ 1590230 w 4395438"/>
              <a:gd name="connsiteY359" fmla="*/ 2373143 h 3453324"/>
              <a:gd name="connsiteX360" fmla="*/ 1542569 w 4395438"/>
              <a:gd name="connsiteY360" fmla="*/ 2422939 h 3453324"/>
              <a:gd name="connsiteX361" fmla="*/ 1433728 w 4395438"/>
              <a:gd name="connsiteY361" fmla="*/ 2422228 h 3453324"/>
              <a:gd name="connsiteX362" fmla="*/ 1479968 w 4395438"/>
              <a:gd name="connsiteY362" fmla="*/ 2372432 h 3453324"/>
              <a:gd name="connsiteX363" fmla="*/ 1312083 w 4395438"/>
              <a:gd name="connsiteY363" fmla="*/ 2372431 h 3453324"/>
              <a:gd name="connsiteX364" fmla="*/ 1423058 w 4395438"/>
              <a:gd name="connsiteY364" fmla="*/ 2373142 h 3453324"/>
              <a:gd name="connsiteX365" fmla="*/ 1373973 w 4395438"/>
              <a:gd name="connsiteY365" fmla="*/ 2422938 h 3453324"/>
              <a:gd name="connsiteX366" fmla="*/ 1262999 w 4395438"/>
              <a:gd name="connsiteY366" fmla="*/ 2422227 h 3453324"/>
              <a:gd name="connsiteX367" fmla="*/ 1312083 w 4395438"/>
              <a:gd name="connsiteY367" fmla="*/ 2372431 h 3453324"/>
              <a:gd name="connsiteX368" fmla="*/ 1159406 w 4395438"/>
              <a:gd name="connsiteY368" fmla="*/ 2371276 h 3453324"/>
              <a:gd name="connsiteX369" fmla="*/ 1254462 w 4395438"/>
              <a:gd name="connsiteY369" fmla="*/ 2376700 h 3453324"/>
              <a:gd name="connsiteX370" fmla="*/ 1205378 w 4395438"/>
              <a:gd name="connsiteY370" fmla="*/ 2422228 h 3453324"/>
              <a:gd name="connsiteX371" fmla="*/ 898064 w 4395438"/>
              <a:gd name="connsiteY371" fmla="*/ 2422228 h 3453324"/>
              <a:gd name="connsiteX372" fmla="*/ 865341 w 4395438"/>
              <a:gd name="connsiteY372" fmla="*/ 2419382 h 3453324"/>
              <a:gd name="connsiteX373" fmla="*/ 922963 w 4395438"/>
              <a:gd name="connsiteY373" fmla="*/ 2372432 h 3453324"/>
              <a:gd name="connsiteX374" fmla="*/ 1068083 w 4395438"/>
              <a:gd name="connsiteY374" fmla="*/ 2373854 h 3453324"/>
              <a:gd name="connsiteX375" fmla="*/ 1102229 w 4395438"/>
              <a:gd name="connsiteY375" fmla="*/ 2384525 h 3453324"/>
              <a:gd name="connsiteX376" fmla="*/ 1159406 w 4395438"/>
              <a:gd name="connsiteY376" fmla="*/ 2371276 h 3453324"/>
              <a:gd name="connsiteX377" fmla="*/ 2381279 w 4395438"/>
              <a:gd name="connsiteY377" fmla="*/ 2319078 h 3453324"/>
              <a:gd name="connsiteX378" fmla="*/ 2524266 w 4395438"/>
              <a:gd name="connsiteY378" fmla="*/ 2319078 h 3453324"/>
              <a:gd name="connsiteX379" fmla="*/ 2530668 w 4395438"/>
              <a:gd name="connsiteY379" fmla="*/ 2358205 h 3453324"/>
              <a:gd name="connsiteX380" fmla="*/ 2388393 w 4395438"/>
              <a:gd name="connsiteY380" fmla="*/ 2358205 h 3453324"/>
              <a:gd name="connsiteX381" fmla="*/ 2381279 w 4395438"/>
              <a:gd name="connsiteY381" fmla="*/ 2319078 h 3453324"/>
              <a:gd name="connsiteX382" fmla="*/ 3407348 w 4395438"/>
              <a:gd name="connsiteY382" fmla="*/ 2318189 h 3453324"/>
              <a:gd name="connsiteX383" fmla="*/ 3469681 w 4395438"/>
              <a:gd name="connsiteY383" fmla="*/ 2320501 h 3453324"/>
              <a:gd name="connsiteX384" fmla="*/ 3511653 w 4395438"/>
              <a:gd name="connsiteY384" fmla="*/ 2361049 h 3453324"/>
              <a:gd name="connsiteX385" fmla="*/ 3376492 w 4395438"/>
              <a:gd name="connsiteY385" fmla="*/ 2359627 h 3453324"/>
              <a:gd name="connsiteX386" fmla="*/ 3339500 w 4395438"/>
              <a:gd name="connsiteY386" fmla="*/ 2329749 h 3453324"/>
              <a:gd name="connsiteX387" fmla="*/ 3344480 w 4395438"/>
              <a:gd name="connsiteY387" fmla="*/ 2319078 h 3453324"/>
              <a:gd name="connsiteX388" fmla="*/ 3407348 w 4395438"/>
              <a:gd name="connsiteY388" fmla="*/ 2318189 h 3453324"/>
              <a:gd name="connsiteX389" fmla="*/ 2767821 w 4395438"/>
              <a:gd name="connsiteY389" fmla="*/ 2317745 h 3453324"/>
              <a:gd name="connsiteX390" fmla="*/ 2830155 w 4395438"/>
              <a:gd name="connsiteY390" fmla="*/ 2319790 h 3453324"/>
              <a:gd name="connsiteX391" fmla="*/ 2857899 w 4395438"/>
              <a:gd name="connsiteY391" fmla="*/ 2351802 h 3453324"/>
              <a:gd name="connsiteX392" fmla="*/ 2851497 w 4395438"/>
              <a:gd name="connsiteY392" fmla="*/ 2360338 h 3453324"/>
              <a:gd name="connsiteX393" fmla="*/ 2727718 w 4395438"/>
              <a:gd name="connsiteY393" fmla="*/ 2358915 h 3453324"/>
              <a:gd name="connsiteX394" fmla="*/ 2698551 w 4395438"/>
              <a:gd name="connsiteY394" fmla="*/ 2329038 h 3453324"/>
              <a:gd name="connsiteX395" fmla="*/ 2704953 w 4395438"/>
              <a:gd name="connsiteY395" fmla="*/ 2318367 h 3453324"/>
              <a:gd name="connsiteX396" fmla="*/ 2767821 w 4395438"/>
              <a:gd name="connsiteY396" fmla="*/ 2317745 h 3453324"/>
              <a:gd name="connsiteX397" fmla="*/ 2925391 w 4395438"/>
              <a:gd name="connsiteY397" fmla="*/ 2317033 h 3453324"/>
              <a:gd name="connsiteX398" fmla="*/ 2988081 w 4395438"/>
              <a:gd name="connsiteY398" fmla="*/ 2319078 h 3453324"/>
              <a:gd name="connsiteX399" fmla="*/ 3019381 w 4395438"/>
              <a:gd name="connsiteY399" fmla="*/ 2348955 h 3453324"/>
              <a:gd name="connsiteX400" fmla="*/ 3014402 w 4395438"/>
              <a:gd name="connsiteY400" fmla="*/ 2359626 h 3453324"/>
              <a:gd name="connsiteX401" fmla="*/ 2887065 w 4395438"/>
              <a:gd name="connsiteY401" fmla="*/ 2358203 h 3453324"/>
              <a:gd name="connsiteX402" fmla="*/ 2853631 w 4395438"/>
              <a:gd name="connsiteY402" fmla="*/ 2317655 h 3453324"/>
              <a:gd name="connsiteX403" fmla="*/ 2925391 w 4395438"/>
              <a:gd name="connsiteY403" fmla="*/ 2317033 h 3453324"/>
              <a:gd name="connsiteX404" fmla="*/ 2608918 w 4395438"/>
              <a:gd name="connsiteY404" fmla="*/ 2317033 h 3453324"/>
              <a:gd name="connsiteX405" fmla="*/ 2672942 w 4395438"/>
              <a:gd name="connsiteY405" fmla="*/ 2319078 h 3453324"/>
              <a:gd name="connsiteX406" fmla="*/ 2696418 w 4395438"/>
              <a:gd name="connsiteY406" fmla="*/ 2351090 h 3453324"/>
              <a:gd name="connsiteX407" fmla="*/ 2688592 w 4395438"/>
              <a:gd name="connsiteY407" fmla="*/ 2360337 h 3453324"/>
              <a:gd name="connsiteX408" fmla="*/ 2569793 w 4395438"/>
              <a:gd name="connsiteY408" fmla="*/ 2358914 h 3453324"/>
              <a:gd name="connsiteX409" fmla="*/ 2537781 w 4395438"/>
              <a:gd name="connsiteY409" fmla="*/ 2331171 h 3453324"/>
              <a:gd name="connsiteX410" fmla="*/ 2544895 w 4395438"/>
              <a:gd name="connsiteY410" fmla="*/ 2317655 h 3453324"/>
              <a:gd name="connsiteX411" fmla="*/ 2608918 w 4395438"/>
              <a:gd name="connsiteY411" fmla="*/ 2317033 h 3453324"/>
              <a:gd name="connsiteX412" fmla="*/ 3025072 w 4395438"/>
              <a:gd name="connsiteY412" fmla="*/ 2316944 h 3453324"/>
              <a:gd name="connsiteX413" fmla="*/ 3183709 w 4395438"/>
              <a:gd name="connsiteY413" fmla="*/ 2316944 h 3453324"/>
              <a:gd name="connsiteX414" fmla="*/ 3286858 w 4395438"/>
              <a:gd name="connsiteY414" fmla="*/ 2316944 h 3453324"/>
              <a:gd name="connsiteX415" fmla="*/ 3340211 w 4395438"/>
              <a:gd name="connsiteY415" fmla="*/ 2360337 h 3453324"/>
              <a:gd name="connsiteX416" fmla="*/ 3055662 w 4395438"/>
              <a:gd name="connsiteY416" fmla="*/ 2358915 h 3453324"/>
              <a:gd name="connsiteX417" fmla="*/ 3018670 w 4395438"/>
              <a:gd name="connsiteY417" fmla="*/ 2328326 h 3453324"/>
              <a:gd name="connsiteX418" fmla="*/ 3025072 w 4395438"/>
              <a:gd name="connsiteY418" fmla="*/ 2316944 h 3453324"/>
              <a:gd name="connsiteX419" fmla="*/ 2253230 w 4395438"/>
              <a:gd name="connsiteY419" fmla="*/ 2315521 h 3453324"/>
              <a:gd name="connsiteX420" fmla="*/ 2334328 w 4395438"/>
              <a:gd name="connsiteY420" fmla="*/ 2315521 h 3453324"/>
              <a:gd name="connsiteX421" fmla="*/ 2364917 w 4395438"/>
              <a:gd name="connsiteY421" fmla="*/ 2357493 h 3453324"/>
              <a:gd name="connsiteX422" fmla="*/ 2226199 w 4395438"/>
              <a:gd name="connsiteY422" fmla="*/ 2357493 h 3453324"/>
              <a:gd name="connsiteX423" fmla="*/ 2253230 w 4395438"/>
              <a:gd name="connsiteY423" fmla="*/ 2315521 h 3453324"/>
              <a:gd name="connsiteX424" fmla="*/ 1755981 w 4395438"/>
              <a:gd name="connsiteY424" fmla="*/ 2314099 h 3453324"/>
              <a:gd name="connsiteX425" fmla="*/ 1876915 w 4395438"/>
              <a:gd name="connsiteY425" fmla="*/ 2314099 h 3453324"/>
              <a:gd name="connsiteX426" fmla="*/ 1840635 w 4395438"/>
              <a:gd name="connsiteY426" fmla="*/ 2360338 h 3453324"/>
              <a:gd name="connsiteX427" fmla="*/ 1735351 w 4395438"/>
              <a:gd name="connsiteY427" fmla="*/ 2359626 h 3453324"/>
              <a:gd name="connsiteX428" fmla="*/ 1755981 w 4395438"/>
              <a:gd name="connsiteY428" fmla="*/ 2314099 h 3453324"/>
              <a:gd name="connsiteX429" fmla="*/ 2093884 w 4395438"/>
              <a:gd name="connsiteY429" fmla="*/ 2314098 h 3453324"/>
              <a:gd name="connsiteX430" fmla="*/ 2171424 w 4395438"/>
              <a:gd name="connsiteY430" fmla="*/ 2315520 h 3453324"/>
              <a:gd name="connsiteX431" fmla="*/ 2201301 w 4395438"/>
              <a:gd name="connsiteY431" fmla="*/ 2358202 h 3453324"/>
              <a:gd name="connsiteX432" fmla="*/ 2062584 w 4395438"/>
              <a:gd name="connsiteY432" fmla="*/ 2358202 h 3453324"/>
              <a:gd name="connsiteX433" fmla="*/ 2093884 w 4395438"/>
              <a:gd name="connsiteY433" fmla="*/ 2314098 h 3453324"/>
              <a:gd name="connsiteX434" fmla="*/ 1930979 w 4395438"/>
              <a:gd name="connsiteY434" fmla="*/ 2313388 h 3453324"/>
              <a:gd name="connsiteX435" fmla="*/ 2040531 w 4395438"/>
              <a:gd name="connsiteY435" fmla="*/ 2313388 h 3453324"/>
              <a:gd name="connsiteX436" fmla="*/ 2040531 w 4395438"/>
              <a:gd name="connsiteY436" fmla="*/ 2356781 h 3453324"/>
              <a:gd name="connsiteX437" fmla="*/ 1898968 w 4395438"/>
              <a:gd name="connsiteY437" fmla="*/ 2356781 h 3453324"/>
              <a:gd name="connsiteX438" fmla="*/ 1930979 w 4395438"/>
              <a:gd name="connsiteY438" fmla="*/ 2313388 h 3453324"/>
              <a:gd name="connsiteX439" fmla="*/ 1605882 w 4395438"/>
              <a:gd name="connsiteY439" fmla="*/ 2312676 h 3453324"/>
              <a:gd name="connsiteX440" fmla="*/ 1716145 w 4395438"/>
              <a:gd name="connsiteY440" fmla="*/ 2313388 h 3453324"/>
              <a:gd name="connsiteX441" fmla="*/ 1676308 w 4395438"/>
              <a:gd name="connsiteY441" fmla="*/ 2360338 h 3453324"/>
              <a:gd name="connsiteX442" fmla="*/ 1569602 w 4395438"/>
              <a:gd name="connsiteY442" fmla="*/ 2359627 h 3453324"/>
              <a:gd name="connsiteX443" fmla="*/ 1605882 w 4395438"/>
              <a:gd name="connsiteY443" fmla="*/ 2312676 h 3453324"/>
              <a:gd name="connsiteX444" fmla="*/ 1450091 w 4395438"/>
              <a:gd name="connsiteY444" fmla="*/ 2312676 h 3453324"/>
              <a:gd name="connsiteX445" fmla="*/ 1554664 w 4395438"/>
              <a:gd name="connsiteY445" fmla="*/ 2313388 h 3453324"/>
              <a:gd name="connsiteX446" fmla="*/ 1511269 w 4395438"/>
              <a:gd name="connsiteY446" fmla="*/ 2360338 h 3453324"/>
              <a:gd name="connsiteX447" fmla="*/ 1403140 w 4395438"/>
              <a:gd name="connsiteY447" fmla="*/ 2359626 h 3453324"/>
              <a:gd name="connsiteX448" fmla="*/ 1450091 w 4395438"/>
              <a:gd name="connsiteY448" fmla="*/ 2312676 h 3453324"/>
              <a:gd name="connsiteX449" fmla="*/ 1127126 w 4395438"/>
              <a:gd name="connsiteY449" fmla="*/ 2311964 h 3453324"/>
              <a:gd name="connsiteX450" fmla="*/ 1229564 w 4395438"/>
              <a:gd name="connsiteY450" fmla="*/ 2312676 h 3453324"/>
              <a:gd name="connsiteX451" fmla="*/ 1181191 w 4395438"/>
              <a:gd name="connsiteY451" fmla="*/ 2360337 h 3453324"/>
              <a:gd name="connsiteX452" fmla="*/ 1070928 w 4395438"/>
              <a:gd name="connsiteY452" fmla="*/ 2359626 h 3453324"/>
              <a:gd name="connsiteX453" fmla="*/ 1127126 w 4395438"/>
              <a:gd name="connsiteY453" fmla="*/ 2311964 h 3453324"/>
              <a:gd name="connsiteX454" fmla="*/ 1287185 w 4395438"/>
              <a:gd name="connsiteY454" fmla="*/ 2311964 h 3453324"/>
              <a:gd name="connsiteX455" fmla="*/ 1393180 w 4395438"/>
              <a:gd name="connsiteY455" fmla="*/ 2312676 h 3453324"/>
              <a:gd name="connsiteX456" fmla="*/ 1343384 w 4395438"/>
              <a:gd name="connsiteY456" fmla="*/ 2359626 h 3453324"/>
              <a:gd name="connsiteX457" fmla="*/ 1237389 w 4395438"/>
              <a:gd name="connsiteY457" fmla="*/ 2358914 h 3453324"/>
              <a:gd name="connsiteX458" fmla="*/ 1287185 w 4395438"/>
              <a:gd name="connsiteY458" fmla="*/ 2311964 h 3453324"/>
              <a:gd name="connsiteX459" fmla="*/ 990988 w 4395438"/>
              <a:gd name="connsiteY459" fmla="*/ 2308908 h 3453324"/>
              <a:gd name="connsiteX460" fmla="*/ 1065237 w 4395438"/>
              <a:gd name="connsiteY460" fmla="*/ 2315522 h 3453324"/>
              <a:gd name="connsiteX461" fmla="*/ 1016864 w 4395438"/>
              <a:gd name="connsiteY461" fmla="*/ 2360338 h 3453324"/>
              <a:gd name="connsiteX462" fmla="*/ 903755 w 4395438"/>
              <a:gd name="connsiteY462" fmla="*/ 2359627 h 3453324"/>
              <a:gd name="connsiteX463" fmla="*/ 990988 w 4395438"/>
              <a:gd name="connsiteY463" fmla="*/ 2308908 h 3453324"/>
              <a:gd name="connsiteX464" fmla="*/ 2012076 w 4395438"/>
              <a:gd name="connsiteY464" fmla="*/ 2271416 h 3453324"/>
              <a:gd name="connsiteX465" fmla="*/ 2115225 w 4395438"/>
              <a:gd name="connsiteY465" fmla="*/ 2271416 h 3453324"/>
              <a:gd name="connsiteX466" fmla="*/ 2127319 w 4395438"/>
              <a:gd name="connsiteY466" fmla="*/ 2284221 h 3453324"/>
              <a:gd name="connsiteX467" fmla="*/ 2115225 w 4395438"/>
              <a:gd name="connsiteY467" fmla="*/ 2300582 h 3453324"/>
              <a:gd name="connsiteX468" fmla="*/ 2061872 w 4395438"/>
              <a:gd name="connsiteY468" fmla="*/ 2301294 h 3453324"/>
              <a:gd name="connsiteX469" fmla="*/ 2012076 w 4395438"/>
              <a:gd name="connsiteY469" fmla="*/ 2300582 h 3453324"/>
              <a:gd name="connsiteX470" fmla="*/ 1997849 w 4395438"/>
              <a:gd name="connsiteY470" fmla="*/ 2286354 h 3453324"/>
              <a:gd name="connsiteX471" fmla="*/ 2012076 w 4395438"/>
              <a:gd name="connsiteY471" fmla="*/ 2271416 h 3453324"/>
              <a:gd name="connsiteX472" fmla="*/ 3397566 w 4395438"/>
              <a:gd name="connsiteY472" fmla="*/ 2271238 h 3453324"/>
              <a:gd name="connsiteX473" fmla="*/ 3467547 w 4395438"/>
              <a:gd name="connsiteY473" fmla="*/ 2294891 h 3453324"/>
              <a:gd name="connsiteX474" fmla="*/ 3323849 w 4395438"/>
              <a:gd name="connsiteY474" fmla="*/ 2272127 h 3453324"/>
              <a:gd name="connsiteX475" fmla="*/ 3397566 w 4395438"/>
              <a:gd name="connsiteY475" fmla="*/ 2271238 h 3453324"/>
              <a:gd name="connsiteX476" fmla="*/ 3222891 w 4395438"/>
              <a:gd name="connsiteY476" fmla="*/ 2270738 h 3453324"/>
              <a:gd name="connsiteX477" fmla="*/ 3316025 w 4395438"/>
              <a:gd name="connsiteY477" fmla="*/ 2304851 h 3453324"/>
              <a:gd name="connsiteX478" fmla="*/ 3170193 w 4395438"/>
              <a:gd name="connsiteY478" fmla="*/ 2279241 h 3453324"/>
              <a:gd name="connsiteX479" fmla="*/ 3222891 w 4395438"/>
              <a:gd name="connsiteY479" fmla="*/ 2270738 h 3453324"/>
              <a:gd name="connsiteX480" fmla="*/ 2464510 w 4395438"/>
              <a:gd name="connsiteY480" fmla="*/ 2270705 h 3453324"/>
              <a:gd name="connsiteX481" fmla="*/ 2553432 w 4395438"/>
              <a:gd name="connsiteY481" fmla="*/ 2271416 h 3453324"/>
              <a:gd name="connsiteX482" fmla="*/ 2579753 w 4395438"/>
              <a:gd name="connsiteY482" fmla="*/ 2290624 h 3453324"/>
              <a:gd name="connsiteX483" fmla="*/ 2573350 w 4395438"/>
              <a:gd name="connsiteY483" fmla="*/ 2302006 h 3453324"/>
              <a:gd name="connsiteX484" fmla="*/ 2464510 w 4395438"/>
              <a:gd name="connsiteY484" fmla="*/ 2301294 h 3453324"/>
              <a:gd name="connsiteX485" fmla="*/ 2443880 w 4395438"/>
              <a:gd name="connsiteY485" fmla="*/ 2283510 h 3453324"/>
              <a:gd name="connsiteX486" fmla="*/ 2464510 w 4395438"/>
              <a:gd name="connsiteY486" fmla="*/ 2270705 h 3453324"/>
              <a:gd name="connsiteX487" fmla="*/ 2313699 w 4395438"/>
              <a:gd name="connsiteY487" fmla="*/ 2270705 h 3453324"/>
              <a:gd name="connsiteX488" fmla="*/ 2406177 w 4395438"/>
              <a:gd name="connsiteY488" fmla="*/ 2271416 h 3453324"/>
              <a:gd name="connsiteX489" fmla="*/ 2429652 w 4395438"/>
              <a:gd name="connsiteY489" fmla="*/ 2292046 h 3453324"/>
              <a:gd name="connsiteX490" fmla="*/ 2423250 w 4395438"/>
              <a:gd name="connsiteY490" fmla="*/ 2302006 h 3453324"/>
              <a:gd name="connsiteX491" fmla="*/ 2313699 w 4395438"/>
              <a:gd name="connsiteY491" fmla="*/ 2301294 h 3453324"/>
              <a:gd name="connsiteX492" fmla="*/ 2295203 w 4395438"/>
              <a:gd name="connsiteY492" fmla="*/ 2285644 h 3453324"/>
              <a:gd name="connsiteX493" fmla="*/ 2313699 w 4395438"/>
              <a:gd name="connsiteY493" fmla="*/ 2270705 h 3453324"/>
              <a:gd name="connsiteX494" fmla="*/ 3074447 w 4395438"/>
              <a:gd name="connsiteY494" fmla="*/ 2270160 h 3453324"/>
              <a:gd name="connsiteX495" fmla="*/ 3169482 w 4395438"/>
              <a:gd name="connsiteY495" fmla="*/ 2306274 h 3453324"/>
              <a:gd name="connsiteX496" fmla="*/ 3023650 w 4395438"/>
              <a:gd name="connsiteY496" fmla="*/ 2279953 h 3453324"/>
              <a:gd name="connsiteX497" fmla="*/ 3074447 w 4395438"/>
              <a:gd name="connsiteY497" fmla="*/ 2270160 h 3453324"/>
              <a:gd name="connsiteX498" fmla="*/ 2213395 w 4395438"/>
              <a:gd name="connsiteY498" fmla="*/ 2269994 h 3453324"/>
              <a:gd name="connsiteX499" fmla="*/ 2258922 w 4395438"/>
              <a:gd name="connsiteY499" fmla="*/ 2270705 h 3453324"/>
              <a:gd name="connsiteX500" fmla="*/ 2278129 w 4395438"/>
              <a:gd name="connsiteY500" fmla="*/ 2285644 h 3453324"/>
              <a:gd name="connsiteX501" fmla="*/ 2260345 w 4395438"/>
              <a:gd name="connsiteY501" fmla="*/ 2301294 h 3453324"/>
              <a:gd name="connsiteX502" fmla="*/ 2165021 w 4395438"/>
              <a:gd name="connsiteY502" fmla="*/ 2301294 h 3453324"/>
              <a:gd name="connsiteX503" fmla="*/ 2145814 w 4395438"/>
              <a:gd name="connsiteY503" fmla="*/ 2286355 h 3453324"/>
              <a:gd name="connsiteX504" fmla="*/ 2167155 w 4395438"/>
              <a:gd name="connsiteY504" fmla="*/ 2270705 h 3453324"/>
              <a:gd name="connsiteX505" fmla="*/ 2213395 w 4395438"/>
              <a:gd name="connsiteY505" fmla="*/ 2269994 h 3453324"/>
              <a:gd name="connsiteX506" fmla="*/ 1975796 w 4395438"/>
              <a:gd name="connsiteY506" fmla="*/ 2269282 h 3453324"/>
              <a:gd name="connsiteX507" fmla="*/ 1984332 w 4395438"/>
              <a:gd name="connsiteY507" fmla="*/ 2279952 h 3453324"/>
              <a:gd name="connsiteX508" fmla="*/ 1962279 w 4395438"/>
              <a:gd name="connsiteY508" fmla="*/ 2299871 h 3453324"/>
              <a:gd name="connsiteX509" fmla="*/ 1849882 w 4395438"/>
              <a:gd name="connsiteY509" fmla="*/ 2300582 h 3453324"/>
              <a:gd name="connsiteX510" fmla="*/ 1844191 w 4395438"/>
              <a:gd name="connsiteY510" fmla="*/ 2288489 h 3453324"/>
              <a:gd name="connsiteX511" fmla="*/ 1869801 w 4395438"/>
              <a:gd name="connsiteY511" fmla="*/ 2269994 h 3453324"/>
              <a:gd name="connsiteX512" fmla="*/ 1975796 w 4395438"/>
              <a:gd name="connsiteY512" fmla="*/ 2269282 h 3453324"/>
              <a:gd name="connsiteX513" fmla="*/ 2938662 w 4395438"/>
              <a:gd name="connsiteY513" fmla="*/ 2269126 h 3453324"/>
              <a:gd name="connsiteX514" fmla="*/ 3020092 w 4395438"/>
              <a:gd name="connsiteY514" fmla="*/ 2297737 h 3453324"/>
              <a:gd name="connsiteX515" fmla="*/ 2886354 w 4395438"/>
              <a:gd name="connsiteY515" fmla="*/ 2275684 h 3453324"/>
              <a:gd name="connsiteX516" fmla="*/ 2938662 w 4395438"/>
              <a:gd name="connsiteY516" fmla="*/ 2269126 h 3453324"/>
              <a:gd name="connsiteX517" fmla="*/ 2787184 w 4395438"/>
              <a:gd name="connsiteY517" fmla="*/ 2268237 h 3453324"/>
              <a:gd name="connsiteX518" fmla="*/ 2871416 w 4395438"/>
              <a:gd name="connsiteY518" fmla="*/ 2298448 h 3453324"/>
              <a:gd name="connsiteX519" fmla="*/ 2741234 w 4395438"/>
              <a:gd name="connsiteY519" fmla="*/ 2276396 h 3453324"/>
              <a:gd name="connsiteX520" fmla="*/ 2787184 w 4395438"/>
              <a:gd name="connsiteY520" fmla="*/ 2268237 h 3453324"/>
              <a:gd name="connsiteX521" fmla="*/ 1762672 w 4395438"/>
              <a:gd name="connsiteY521" fmla="*/ 2267982 h 3453324"/>
              <a:gd name="connsiteX522" fmla="*/ 1838500 w 4395438"/>
              <a:gd name="connsiteY522" fmla="*/ 2271416 h 3453324"/>
              <a:gd name="connsiteX523" fmla="*/ 1810757 w 4395438"/>
              <a:gd name="connsiteY523" fmla="*/ 2299871 h 3453324"/>
              <a:gd name="connsiteX524" fmla="*/ 1697648 w 4395438"/>
              <a:gd name="connsiteY524" fmla="*/ 2301294 h 3453324"/>
              <a:gd name="connsiteX525" fmla="*/ 1762672 w 4395438"/>
              <a:gd name="connsiteY525" fmla="*/ 2267982 h 3453324"/>
              <a:gd name="connsiteX526" fmla="*/ 2650212 w 4395438"/>
              <a:gd name="connsiteY526" fmla="*/ 2267904 h 3453324"/>
              <a:gd name="connsiteX527" fmla="*/ 2722738 w 4395438"/>
              <a:gd name="connsiteY527" fmla="*/ 2296315 h 3453324"/>
              <a:gd name="connsiteX528" fmla="*/ 2593980 w 4395438"/>
              <a:gd name="connsiteY528" fmla="*/ 2273551 h 3453324"/>
              <a:gd name="connsiteX529" fmla="*/ 2650212 w 4395438"/>
              <a:gd name="connsiteY529" fmla="*/ 2267904 h 3453324"/>
              <a:gd name="connsiteX530" fmla="*/ 1531187 w 4395438"/>
              <a:gd name="connsiteY530" fmla="*/ 2267148 h 3453324"/>
              <a:gd name="connsiteX531" fmla="*/ 1396737 w 4395438"/>
              <a:gd name="connsiteY531" fmla="*/ 2291335 h 3453324"/>
              <a:gd name="connsiteX532" fmla="*/ 1531187 w 4395438"/>
              <a:gd name="connsiteY532" fmla="*/ 2267148 h 3453324"/>
              <a:gd name="connsiteX533" fmla="*/ 1624155 w 4395438"/>
              <a:gd name="connsiteY533" fmla="*/ 2267070 h 3453324"/>
              <a:gd name="connsiteX534" fmla="*/ 1689824 w 4395438"/>
              <a:gd name="connsiteY534" fmla="*/ 2272839 h 3453324"/>
              <a:gd name="connsiteX535" fmla="*/ 1661369 w 4395438"/>
              <a:gd name="connsiteY535" fmla="*/ 2299159 h 3453324"/>
              <a:gd name="connsiteX536" fmla="*/ 1546126 w 4395438"/>
              <a:gd name="connsiteY536" fmla="*/ 2300582 h 3453324"/>
              <a:gd name="connsiteX537" fmla="*/ 1624155 w 4395438"/>
              <a:gd name="connsiteY537" fmla="*/ 2267070 h 3453324"/>
              <a:gd name="connsiteX538" fmla="*/ 1323955 w 4395438"/>
              <a:gd name="connsiteY538" fmla="*/ 2265914 h 3453324"/>
              <a:gd name="connsiteX539" fmla="*/ 1381087 w 4395438"/>
              <a:gd name="connsiteY539" fmla="*/ 2272128 h 3453324"/>
              <a:gd name="connsiteX540" fmla="*/ 1245926 w 4395438"/>
              <a:gd name="connsiteY540" fmla="*/ 2297026 h 3453324"/>
              <a:gd name="connsiteX541" fmla="*/ 1323955 w 4395438"/>
              <a:gd name="connsiteY541" fmla="*/ 2265914 h 3453324"/>
              <a:gd name="connsiteX542" fmla="*/ 1080888 w 4395438"/>
              <a:gd name="connsiteY542" fmla="*/ 2265725 h 3453324"/>
              <a:gd name="connsiteX543" fmla="*/ 935056 w 4395438"/>
              <a:gd name="connsiteY543" fmla="*/ 2292047 h 3453324"/>
              <a:gd name="connsiteX544" fmla="*/ 1080888 w 4395438"/>
              <a:gd name="connsiteY544" fmla="*/ 2265725 h 3453324"/>
              <a:gd name="connsiteX545" fmla="*/ 1176634 w 4395438"/>
              <a:gd name="connsiteY545" fmla="*/ 2265592 h 3453324"/>
              <a:gd name="connsiteX546" fmla="*/ 1230987 w 4395438"/>
              <a:gd name="connsiteY546" fmla="*/ 2272128 h 3453324"/>
              <a:gd name="connsiteX547" fmla="*/ 1094403 w 4395438"/>
              <a:gd name="connsiteY547" fmla="*/ 2295603 h 3453324"/>
              <a:gd name="connsiteX548" fmla="*/ 1176634 w 4395438"/>
              <a:gd name="connsiteY548" fmla="*/ 2265592 h 3453324"/>
              <a:gd name="connsiteX549" fmla="*/ 853248 w 4395438"/>
              <a:gd name="connsiteY549" fmla="*/ 2230156 h 3453324"/>
              <a:gd name="connsiteX550" fmla="*/ 798474 w 4395438"/>
              <a:gd name="connsiteY550" fmla="*/ 2258611 h 3453324"/>
              <a:gd name="connsiteX551" fmla="*/ 552338 w 4395438"/>
              <a:gd name="connsiteY551" fmla="*/ 2637062 h 3453324"/>
              <a:gd name="connsiteX552" fmla="*/ 533843 w 4395438"/>
              <a:gd name="connsiteY552" fmla="*/ 2668362 h 3453324"/>
              <a:gd name="connsiteX553" fmla="*/ 3892237 w 4395438"/>
              <a:gd name="connsiteY553" fmla="*/ 2668362 h 3453324"/>
              <a:gd name="connsiteX554" fmla="*/ 3872319 w 4395438"/>
              <a:gd name="connsiteY554" fmla="*/ 2636351 h 3453324"/>
              <a:gd name="connsiteX555" fmla="*/ 3613379 w 4395438"/>
              <a:gd name="connsiteY555" fmla="*/ 2262879 h 3453324"/>
              <a:gd name="connsiteX556" fmla="*/ 3555046 w 4395438"/>
              <a:gd name="connsiteY556" fmla="*/ 2233002 h 3453324"/>
              <a:gd name="connsiteX557" fmla="*/ 853248 w 4395438"/>
              <a:gd name="connsiteY557" fmla="*/ 2230156 h 3453324"/>
              <a:gd name="connsiteX558" fmla="*/ 902332 w 4395438"/>
              <a:gd name="connsiteY558" fmla="*/ 2100686 h 3453324"/>
              <a:gd name="connsiteX559" fmla="*/ 2907696 w 4395438"/>
              <a:gd name="connsiteY559" fmla="*/ 2114203 h 3453324"/>
              <a:gd name="connsiteX560" fmla="*/ 3594171 w 4395438"/>
              <a:gd name="connsiteY560" fmla="*/ 2119182 h 3453324"/>
              <a:gd name="connsiteX561" fmla="*/ 3636143 w 4395438"/>
              <a:gd name="connsiteY561" fmla="*/ 2146214 h 3453324"/>
              <a:gd name="connsiteX562" fmla="*/ 3656061 w 4395438"/>
              <a:gd name="connsiteY562" fmla="*/ 2179649 h 3453324"/>
              <a:gd name="connsiteX563" fmla="*/ 4368858 w 4395438"/>
              <a:gd name="connsiteY563" fmla="*/ 3207584 h 3453324"/>
              <a:gd name="connsiteX564" fmla="*/ 4378105 w 4395438"/>
              <a:gd name="connsiteY564" fmla="*/ 3349859 h 3453324"/>
              <a:gd name="connsiteX565" fmla="*/ 4208798 w 4395438"/>
              <a:gd name="connsiteY565" fmla="*/ 3453008 h 3453324"/>
              <a:gd name="connsiteX566" fmla="*/ 3949147 w 4395438"/>
              <a:gd name="connsiteY566" fmla="*/ 3453008 h 3453324"/>
              <a:gd name="connsiteX567" fmla="*/ 2196322 w 4395438"/>
              <a:gd name="connsiteY567" fmla="*/ 3453008 h 3453324"/>
              <a:gd name="connsiteX568" fmla="*/ 198074 w 4395438"/>
              <a:gd name="connsiteY568" fmla="*/ 3453008 h 3453324"/>
              <a:gd name="connsiteX569" fmla="*/ 8137 w 4395438"/>
              <a:gd name="connsiteY569" fmla="*/ 3319270 h 3453324"/>
              <a:gd name="connsiteX570" fmla="*/ 40861 w 4395438"/>
              <a:gd name="connsiteY570" fmla="*/ 3136447 h 3453324"/>
              <a:gd name="connsiteX571" fmla="*/ 785669 w 4395438"/>
              <a:gd name="connsiteY571" fmla="*/ 2166844 h 3453324"/>
              <a:gd name="connsiteX572" fmla="*/ 796340 w 4395438"/>
              <a:gd name="connsiteY572" fmla="*/ 2152617 h 3453324"/>
              <a:gd name="connsiteX573" fmla="*/ 902332 w 4395438"/>
              <a:gd name="connsiteY573" fmla="*/ 2100686 h 3453324"/>
              <a:gd name="connsiteX574" fmla="*/ 945015 w 4395438"/>
              <a:gd name="connsiteY574" fmla="*/ 186380 h 3453324"/>
              <a:gd name="connsiteX575" fmla="*/ 875300 w 4395438"/>
              <a:gd name="connsiteY575" fmla="*/ 258228 h 3453324"/>
              <a:gd name="connsiteX576" fmla="*/ 875300 w 4395438"/>
              <a:gd name="connsiteY576" fmla="*/ 1759228 h 3453324"/>
              <a:gd name="connsiteX577" fmla="*/ 950706 w 4395438"/>
              <a:gd name="connsiteY577" fmla="*/ 1836056 h 3453324"/>
              <a:gd name="connsiteX578" fmla="*/ 2601805 w 4395438"/>
              <a:gd name="connsiteY578" fmla="*/ 1836056 h 3453324"/>
              <a:gd name="connsiteX579" fmla="*/ 3470393 w 4395438"/>
              <a:gd name="connsiteY579" fmla="*/ 1836056 h 3453324"/>
              <a:gd name="connsiteX580" fmla="*/ 3545798 w 4395438"/>
              <a:gd name="connsiteY580" fmla="*/ 1759228 h 3453324"/>
              <a:gd name="connsiteX581" fmla="*/ 3545798 w 4395438"/>
              <a:gd name="connsiteY581" fmla="*/ 258228 h 3453324"/>
              <a:gd name="connsiteX582" fmla="*/ 3476084 w 4395438"/>
              <a:gd name="connsiteY582" fmla="*/ 186380 h 3453324"/>
              <a:gd name="connsiteX583" fmla="*/ 2179961 w 4395438"/>
              <a:gd name="connsiteY583" fmla="*/ 186380 h 3453324"/>
              <a:gd name="connsiteX584" fmla="*/ 945015 w 4395438"/>
              <a:gd name="connsiteY584" fmla="*/ 186380 h 3453324"/>
              <a:gd name="connsiteX585" fmla="*/ 884548 w 4395438"/>
              <a:gd name="connsiteY585" fmla="*/ 0 h 3453324"/>
              <a:gd name="connsiteX586" fmla="*/ 2226200 w 4395438"/>
              <a:gd name="connsiteY586" fmla="*/ 711 h 3453324"/>
              <a:gd name="connsiteX587" fmla="*/ 3536550 w 4395438"/>
              <a:gd name="connsiteY587" fmla="*/ 0 h 3453324"/>
              <a:gd name="connsiteX588" fmla="*/ 3653215 w 4395438"/>
              <a:gd name="connsiteY588" fmla="*/ 114531 h 3453324"/>
              <a:gd name="connsiteX589" fmla="*/ 3653927 w 4395438"/>
              <a:gd name="connsiteY589" fmla="*/ 1885852 h 3453324"/>
              <a:gd name="connsiteX590" fmla="*/ 3537262 w 4395438"/>
              <a:gd name="connsiteY590" fmla="*/ 2001806 h 3453324"/>
              <a:gd name="connsiteX591" fmla="*/ 2283821 w 4395438"/>
              <a:gd name="connsiteY591" fmla="*/ 2001806 h 3453324"/>
              <a:gd name="connsiteX592" fmla="*/ 884548 w 4395438"/>
              <a:gd name="connsiteY592" fmla="*/ 2001806 h 3453324"/>
              <a:gd name="connsiteX593" fmla="*/ 767885 w 4395438"/>
              <a:gd name="connsiteY593" fmla="*/ 1885852 h 3453324"/>
              <a:gd name="connsiteX594" fmla="*/ 767885 w 4395438"/>
              <a:gd name="connsiteY594" fmla="*/ 114531 h 3453324"/>
              <a:gd name="connsiteX595" fmla="*/ 884548 w 4395438"/>
              <a:gd name="connsiteY595" fmla="*/ 0 h 345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</a:cxnLst>
            <a:rect l="l" t="t" r="r" b="b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3802112" y="1455143"/>
            <a:ext cx="2913109" cy="2635137"/>
            <a:chOff x="3802112" y="1455143"/>
            <a:chExt cx="2913109" cy="2635137"/>
          </a:xfrm>
        </p:grpSpPr>
        <p:sp>
          <p:nvSpPr>
            <p:cNvPr id="9" name="Rectangle 8"/>
            <p:cNvSpPr/>
            <p:nvPr/>
          </p:nvSpPr>
          <p:spPr>
            <a:xfrm>
              <a:off x="4940413" y="2507810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1"/>
            <p:cNvSpPr>
              <a:spLocks noChangeAspect="1"/>
            </p:cNvSpPr>
            <p:nvPr/>
          </p:nvSpPr>
          <p:spPr>
            <a:xfrm>
              <a:off x="3802112" y="2414126"/>
              <a:ext cx="663741" cy="661280"/>
            </a:xfrm>
            <a:custGeom>
              <a:avLst/>
              <a:gdLst/>
              <a:ahLst/>
              <a:cxnLst/>
              <a:rect l="l" t="t" r="r" b="b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Rectangle 1"/>
            <p:cNvSpPr>
              <a:spLocks noChangeAspect="1"/>
            </p:cNvSpPr>
            <p:nvPr/>
          </p:nvSpPr>
          <p:spPr>
            <a:xfrm>
              <a:off x="4926796" y="1455143"/>
              <a:ext cx="663741" cy="661280"/>
            </a:xfrm>
            <a:custGeom>
              <a:avLst/>
              <a:gdLst/>
              <a:ahLst/>
              <a:cxnLst/>
              <a:rect l="l" t="t" r="r" b="b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 1"/>
            <p:cNvSpPr>
              <a:spLocks noChangeAspect="1"/>
            </p:cNvSpPr>
            <p:nvPr/>
          </p:nvSpPr>
          <p:spPr>
            <a:xfrm>
              <a:off x="6051480" y="2414126"/>
              <a:ext cx="663741" cy="661280"/>
            </a:xfrm>
            <a:custGeom>
              <a:avLst/>
              <a:gdLst/>
              <a:ahLst/>
              <a:cxnLst/>
              <a:rect l="l" t="t" r="r" b="b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"/>
            <p:cNvSpPr>
              <a:spLocks noChangeAspect="1"/>
            </p:cNvSpPr>
            <p:nvPr/>
          </p:nvSpPr>
          <p:spPr>
            <a:xfrm>
              <a:off x="4926796" y="3429000"/>
              <a:ext cx="663741" cy="661280"/>
            </a:xfrm>
            <a:custGeom>
              <a:avLst/>
              <a:gdLst/>
              <a:ahLst/>
              <a:cxnLst/>
              <a:rect l="l" t="t" r="r" b="b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flipH="1">
              <a:off x="4291343" y="1785783"/>
              <a:ext cx="398352" cy="33064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4291343" y="3473759"/>
              <a:ext cx="398352" cy="33064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5852304" y="3473759"/>
              <a:ext cx="398352" cy="33064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5852304" y="1785783"/>
              <a:ext cx="398352" cy="33064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8532272" y="1467349"/>
            <a:ext cx="2584168" cy="2554834"/>
            <a:chOff x="8532272" y="1467349"/>
            <a:chExt cx="2584168" cy="2554834"/>
          </a:xfrm>
        </p:grpSpPr>
        <p:sp>
          <p:nvSpPr>
            <p:cNvPr id="19" name="Rectangle 18"/>
            <p:cNvSpPr/>
            <p:nvPr/>
          </p:nvSpPr>
          <p:spPr>
            <a:xfrm>
              <a:off x="9519958" y="2476582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Frame 17"/>
            <p:cNvSpPr/>
            <p:nvPr/>
          </p:nvSpPr>
          <p:spPr>
            <a:xfrm>
              <a:off x="9737892" y="3703749"/>
              <a:ext cx="318434" cy="318434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ame 17"/>
            <p:cNvSpPr/>
            <p:nvPr/>
          </p:nvSpPr>
          <p:spPr>
            <a:xfrm>
              <a:off x="9737892" y="1467349"/>
              <a:ext cx="318434" cy="318434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ame 17"/>
            <p:cNvSpPr/>
            <p:nvPr/>
          </p:nvSpPr>
          <p:spPr>
            <a:xfrm>
              <a:off x="8532272" y="2600069"/>
              <a:ext cx="318434" cy="318434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Frame 17"/>
            <p:cNvSpPr/>
            <p:nvPr/>
          </p:nvSpPr>
          <p:spPr>
            <a:xfrm>
              <a:off x="10798006" y="2514843"/>
              <a:ext cx="318434" cy="318434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10320950" y="2679172"/>
              <a:ext cx="36745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9006689" y="2679172"/>
              <a:ext cx="36745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 flipH="1">
              <a:off x="9713383" y="3392844"/>
              <a:ext cx="36745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9713383" y="2078583"/>
              <a:ext cx="36745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9556172" y="5390651"/>
            <a:ext cx="536368" cy="536368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bliqueTopRight"/>
            <a:lightRig rig="balanced" dir="t"/>
          </a:scene3d>
          <a:sp3d extrusionH="5588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6" name="Group 45"/>
          <p:cNvGrpSpPr/>
          <p:nvPr/>
        </p:nvGrpSpPr>
        <p:grpSpPr>
          <a:xfrm>
            <a:off x="5590537" y="4987285"/>
            <a:ext cx="2442275" cy="1177856"/>
            <a:chOff x="4802168" y="5122467"/>
            <a:chExt cx="2442275" cy="1177856"/>
          </a:xfrm>
        </p:grpSpPr>
        <p:sp>
          <p:nvSpPr>
            <p:cNvPr id="36" name="Rectangle 35"/>
            <p:cNvSpPr/>
            <p:nvPr/>
          </p:nvSpPr>
          <p:spPr>
            <a:xfrm>
              <a:off x="4802168" y="5485523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42" name="Group 41"/>
            <p:cNvGrpSpPr/>
            <p:nvPr/>
          </p:nvGrpSpPr>
          <p:grpSpPr>
            <a:xfrm rot="19800000">
              <a:off x="5350896" y="5409313"/>
              <a:ext cx="659742" cy="197507"/>
              <a:chOff x="2906464" y="3248298"/>
              <a:chExt cx="1886168" cy="564662"/>
            </a:xfrm>
          </p:grpSpPr>
          <p:sp>
            <p:nvSpPr>
              <p:cNvPr id="43" name="Freeform: Shape 42"/>
              <p:cNvSpPr/>
              <p:nvPr/>
            </p:nvSpPr>
            <p:spPr>
              <a:xfrm>
                <a:off x="3418473" y="3248298"/>
                <a:ext cx="862149" cy="564662"/>
              </a:xfrm>
              <a:custGeom>
                <a:avLst/>
                <a:gdLst>
                  <a:gd name="connsiteX0" fmla="*/ 288530 w 862149"/>
                  <a:gd name="connsiteY0" fmla="*/ 155674 h 564662"/>
                  <a:gd name="connsiteX1" fmla="*/ 161872 w 862149"/>
                  <a:gd name="connsiteY1" fmla="*/ 282332 h 564662"/>
                  <a:gd name="connsiteX2" fmla="*/ 288530 w 862149"/>
                  <a:gd name="connsiteY2" fmla="*/ 408990 h 564662"/>
                  <a:gd name="connsiteX3" fmla="*/ 573620 w 862149"/>
                  <a:gd name="connsiteY3" fmla="*/ 408990 h 564662"/>
                  <a:gd name="connsiteX4" fmla="*/ 700278 w 862149"/>
                  <a:gd name="connsiteY4" fmla="*/ 282332 h 564662"/>
                  <a:gd name="connsiteX5" fmla="*/ 573620 w 862149"/>
                  <a:gd name="connsiteY5" fmla="*/ 155674 h 564662"/>
                  <a:gd name="connsiteX6" fmla="*/ 282331 w 862149"/>
                  <a:gd name="connsiteY6" fmla="*/ 0 h 564662"/>
                  <a:gd name="connsiteX7" fmla="*/ 579818 w 862149"/>
                  <a:gd name="connsiteY7" fmla="*/ 0 h 564662"/>
                  <a:gd name="connsiteX8" fmla="*/ 862149 w 862149"/>
                  <a:gd name="connsiteY8" fmla="*/ 282331 h 564662"/>
                  <a:gd name="connsiteX9" fmla="*/ 579818 w 862149"/>
                  <a:gd name="connsiteY9" fmla="*/ 564662 h 564662"/>
                  <a:gd name="connsiteX10" fmla="*/ 282331 w 862149"/>
                  <a:gd name="connsiteY10" fmla="*/ 564662 h 564662"/>
                  <a:gd name="connsiteX11" fmla="*/ 0 w 862149"/>
                  <a:gd name="connsiteY11" fmla="*/ 282331 h 564662"/>
                  <a:gd name="connsiteX12" fmla="*/ 282331 w 862149"/>
                  <a:gd name="connsiteY12" fmla="*/ 0 h 564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/>
              <p:cNvSpPr/>
              <p:nvPr/>
            </p:nvSpPr>
            <p:spPr>
              <a:xfrm>
                <a:off x="3930483" y="3443169"/>
                <a:ext cx="862149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/>
              <p:cNvSpPr/>
              <p:nvPr/>
            </p:nvSpPr>
            <p:spPr>
              <a:xfrm>
                <a:off x="2906464" y="3446663"/>
                <a:ext cx="862147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 34"/>
            <p:cNvSpPr/>
            <p:nvPr/>
          </p:nvSpPr>
          <p:spPr>
            <a:xfrm>
              <a:off x="5868337" y="5122467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708075" y="5763955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38" name="Group 37"/>
            <p:cNvGrpSpPr/>
            <p:nvPr/>
          </p:nvGrpSpPr>
          <p:grpSpPr>
            <a:xfrm rot="2031572">
              <a:off x="6385348" y="5402340"/>
              <a:ext cx="659742" cy="197507"/>
              <a:chOff x="2906464" y="3248298"/>
              <a:chExt cx="1886168" cy="564662"/>
            </a:xfrm>
          </p:grpSpPr>
          <p:sp>
            <p:nvSpPr>
              <p:cNvPr id="39" name="Freeform: Shape 38"/>
              <p:cNvSpPr/>
              <p:nvPr/>
            </p:nvSpPr>
            <p:spPr>
              <a:xfrm>
                <a:off x="3418473" y="3248298"/>
                <a:ext cx="862149" cy="564662"/>
              </a:xfrm>
              <a:custGeom>
                <a:avLst/>
                <a:gdLst>
                  <a:gd name="connsiteX0" fmla="*/ 288530 w 862149"/>
                  <a:gd name="connsiteY0" fmla="*/ 155674 h 564662"/>
                  <a:gd name="connsiteX1" fmla="*/ 161872 w 862149"/>
                  <a:gd name="connsiteY1" fmla="*/ 282332 h 564662"/>
                  <a:gd name="connsiteX2" fmla="*/ 288530 w 862149"/>
                  <a:gd name="connsiteY2" fmla="*/ 408990 h 564662"/>
                  <a:gd name="connsiteX3" fmla="*/ 573620 w 862149"/>
                  <a:gd name="connsiteY3" fmla="*/ 408990 h 564662"/>
                  <a:gd name="connsiteX4" fmla="*/ 700278 w 862149"/>
                  <a:gd name="connsiteY4" fmla="*/ 282332 h 564662"/>
                  <a:gd name="connsiteX5" fmla="*/ 573620 w 862149"/>
                  <a:gd name="connsiteY5" fmla="*/ 155674 h 564662"/>
                  <a:gd name="connsiteX6" fmla="*/ 282331 w 862149"/>
                  <a:gd name="connsiteY6" fmla="*/ 0 h 564662"/>
                  <a:gd name="connsiteX7" fmla="*/ 579818 w 862149"/>
                  <a:gd name="connsiteY7" fmla="*/ 0 h 564662"/>
                  <a:gd name="connsiteX8" fmla="*/ 862149 w 862149"/>
                  <a:gd name="connsiteY8" fmla="*/ 282331 h 564662"/>
                  <a:gd name="connsiteX9" fmla="*/ 579818 w 862149"/>
                  <a:gd name="connsiteY9" fmla="*/ 564662 h 564662"/>
                  <a:gd name="connsiteX10" fmla="*/ 282331 w 862149"/>
                  <a:gd name="connsiteY10" fmla="*/ 564662 h 564662"/>
                  <a:gd name="connsiteX11" fmla="*/ 0 w 862149"/>
                  <a:gd name="connsiteY11" fmla="*/ 282331 h 564662"/>
                  <a:gd name="connsiteX12" fmla="*/ 282331 w 862149"/>
                  <a:gd name="connsiteY12" fmla="*/ 0 h 564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/>
              <p:cNvSpPr/>
              <p:nvPr/>
            </p:nvSpPr>
            <p:spPr>
              <a:xfrm>
                <a:off x="3930483" y="3443169"/>
                <a:ext cx="862149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/>
              <p:cNvSpPr/>
              <p:nvPr/>
            </p:nvSpPr>
            <p:spPr>
              <a:xfrm>
                <a:off x="2906464" y="3446663"/>
                <a:ext cx="862147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Freeform: Shape 46"/>
          <p:cNvSpPr/>
          <p:nvPr/>
        </p:nvSpPr>
        <p:spPr>
          <a:xfrm>
            <a:off x="2528955" y="4880861"/>
            <a:ext cx="1725648" cy="1355774"/>
          </a:xfrm>
          <a:custGeom>
            <a:avLst/>
            <a:gdLst>
              <a:gd name="connsiteX0" fmla="*/ 3437669 w 4395438"/>
              <a:gd name="connsiteY0" fmla="*/ 3099455 h 3453324"/>
              <a:gd name="connsiteX1" fmla="*/ 3410637 w 4395438"/>
              <a:gd name="connsiteY1" fmla="*/ 3138581 h 3453324"/>
              <a:gd name="connsiteX2" fmla="*/ 3558603 w 4395438"/>
              <a:gd name="connsiteY2" fmla="*/ 3138581 h 3453324"/>
              <a:gd name="connsiteX3" fmla="*/ 3529437 w 4395438"/>
              <a:gd name="connsiteY3" fmla="*/ 3100878 h 3453324"/>
              <a:gd name="connsiteX4" fmla="*/ 3437669 w 4395438"/>
              <a:gd name="connsiteY4" fmla="*/ 3099455 h 3453324"/>
              <a:gd name="connsiteX5" fmla="*/ 878146 w 4395438"/>
              <a:gd name="connsiteY5" fmla="*/ 3097321 h 3453324"/>
              <a:gd name="connsiteX6" fmla="*/ 841866 w 4395438"/>
              <a:gd name="connsiteY6" fmla="*/ 3133601 h 3453324"/>
              <a:gd name="connsiteX7" fmla="*/ 1002637 w 4395438"/>
              <a:gd name="connsiteY7" fmla="*/ 3133601 h 3453324"/>
              <a:gd name="connsiteX8" fmla="*/ 981295 w 4395438"/>
              <a:gd name="connsiteY8" fmla="*/ 3099455 h 3453324"/>
              <a:gd name="connsiteX9" fmla="*/ 878146 w 4395438"/>
              <a:gd name="connsiteY9" fmla="*/ 3097321 h 3453324"/>
              <a:gd name="connsiteX10" fmla="*/ 2575340 w 4395438"/>
              <a:gd name="connsiteY10" fmla="*/ 2971397 h 3453324"/>
              <a:gd name="connsiteX11" fmla="*/ 2546318 w 4395438"/>
              <a:gd name="connsiteY11" fmla="*/ 2974965 h 3453324"/>
              <a:gd name="connsiteX12" fmla="*/ 2549163 w 4395438"/>
              <a:gd name="connsiteY12" fmla="*/ 3022627 h 3453324"/>
              <a:gd name="connsiteX13" fmla="*/ 2233313 w 4395438"/>
              <a:gd name="connsiteY13" fmla="*/ 3022627 h 3453324"/>
              <a:gd name="connsiteX14" fmla="*/ 2230468 w 4395438"/>
              <a:gd name="connsiteY14" fmla="*/ 2972831 h 3453324"/>
              <a:gd name="connsiteX15" fmla="*/ 2187074 w 4395438"/>
              <a:gd name="connsiteY15" fmla="*/ 2972831 h 3453324"/>
              <a:gd name="connsiteX16" fmla="*/ 2182805 w 4395438"/>
              <a:gd name="connsiteY16" fmla="*/ 3020493 h 3453324"/>
              <a:gd name="connsiteX17" fmla="*/ 1860554 w 4395438"/>
              <a:gd name="connsiteY17" fmla="*/ 3020493 h 3453324"/>
              <a:gd name="connsiteX18" fmla="*/ 1862687 w 4395438"/>
              <a:gd name="connsiteY18" fmla="*/ 2996306 h 3453324"/>
              <a:gd name="connsiteX19" fmla="*/ 1864822 w 4395438"/>
              <a:gd name="connsiteY19" fmla="*/ 2973542 h 3453324"/>
              <a:gd name="connsiteX20" fmla="*/ 1818582 w 4395438"/>
              <a:gd name="connsiteY20" fmla="*/ 3034720 h 3453324"/>
              <a:gd name="connsiteX21" fmla="*/ 2598248 w 4395438"/>
              <a:gd name="connsiteY21" fmla="*/ 3034720 h 3453324"/>
              <a:gd name="connsiteX22" fmla="*/ 2575340 w 4395438"/>
              <a:gd name="connsiteY22" fmla="*/ 2971397 h 3453324"/>
              <a:gd name="connsiteX23" fmla="*/ 2524266 w 4395438"/>
              <a:gd name="connsiteY23" fmla="*/ 2757996 h 3453324"/>
              <a:gd name="connsiteX24" fmla="*/ 2563391 w 4395438"/>
              <a:gd name="connsiteY24" fmla="*/ 2928726 h 3453324"/>
              <a:gd name="connsiteX25" fmla="*/ 1871224 w 4395438"/>
              <a:gd name="connsiteY25" fmla="*/ 2928726 h 3453324"/>
              <a:gd name="connsiteX26" fmla="*/ 1906081 w 4395438"/>
              <a:gd name="connsiteY26" fmla="*/ 2771512 h 3453324"/>
              <a:gd name="connsiteX27" fmla="*/ 1927422 w 4395438"/>
              <a:gd name="connsiteY27" fmla="*/ 2758708 h 3453324"/>
              <a:gd name="connsiteX28" fmla="*/ 2524266 w 4395438"/>
              <a:gd name="connsiteY28" fmla="*/ 2757996 h 3453324"/>
              <a:gd name="connsiteX29" fmla="*/ 2431075 w 4395438"/>
              <a:gd name="connsiteY29" fmla="*/ 2735943 h 3453324"/>
              <a:gd name="connsiteX30" fmla="*/ 1901813 w 4395438"/>
              <a:gd name="connsiteY30" fmla="*/ 2738789 h 3453324"/>
              <a:gd name="connsiteX31" fmla="*/ 1863399 w 4395438"/>
              <a:gd name="connsiteY31" fmla="*/ 2752304 h 3453324"/>
              <a:gd name="connsiteX32" fmla="*/ 1818582 w 4395438"/>
              <a:gd name="connsiteY32" fmla="*/ 2945798 h 3453324"/>
              <a:gd name="connsiteX33" fmla="*/ 2618166 w 4395438"/>
              <a:gd name="connsiteY33" fmla="*/ 2946510 h 3453324"/>
              <a:gd name="connsiteX34" fmla="*/ 2571927 w 4395438"/>
              <a:gd name="connsiteY34" fmla="*/ 2750882 h 3453324"/>
              <a:gd name="connsiteX35" fmla="*/ 2544895 w 4395438"/>
              <a:gd name="connsiteY35" fmla="*/ 2736654 h 3453324"/>
              <a:gd name="connsiteX36" fmla="*/ 2431075 w 4395438"/>
              <a:gd name="connsiteY36" fmla="*/ 2735943 h 3453324"/>
              <a:gd name="connsiteX37" fmla="*/ 3009422 w 4395438"/>
              <a:gd name="connsiteY37" fmla="*/ 2574372 h 3453324"/>
              <a:gd name="connsiteX38" fmla="*/ 3096921 w 4395438"/>
              <a:gd name="connsiteY38" fmla="*/ 2577307 h 3453324"/>
              <a:gd name="connsiteX39" fmla="*/ 3136047 w 4395438"/>
              <a:gd name="connsiteY39" fmla="*/ 2622124 h 3453324"/>
              <a:gd name="connsiteX40" fmla="*/ 3128933 w 4395438"/>
              <a:gd name="connsiteY40" fmla="*/ 2632794 h 3453324"/>
              <a:gd name="connsiteX41" fmla="*/ 2951090 w 4395438"/>
              <a:gd name="connsiteY41" fmla="*/ 2630660 h 3453324"/>
              <a:gd name="connsiteX42" fmla="*/ 2914809 w 4395438"/>
              <a:gd name="connsiteY42" fmla="*/ 2583709 h 3453324"/>
              <a:gd name="connsiteX43" fmla="*/ 2921923 w 4395438"/>
              <a:gd name="connsiteY43" fmla="*/ 2575173 h 3453324"/>
              <a:gd name="connsiteX44" fmla="*/ 3009422 w 4395438"/>
              <a:gd name="connsiteY44" fmla="*/ 2574372 h 3453324"/>
              <a:gd name="connsiteX45" fmla="*/ 1309949 w 4395438"/>
              <a:gd name="connsiteY45" fmla="*/ 2573750 h 3453324"/>
              <a:gd name="connsiteX46" fmla="*/ 1426615 w 4395438"/>
              <a:gd name="connsiteY46" fmla="*/ 2573750 h 3453324"/>
              <a:gd name="connsiteX47" fmla="*/ 1364014 w 4395438"/>
              <a:gd name="connsiteY47" fmla="*/ 2634928 h 3453324"/>
              <a:gd name="connsiteX48" fmla="*/ 1248060 w 4395438"/>
              <a:gd name="connsiteY48" fmla="*/ 2634928 h 3453324"/>
              <a:gd name="connsiteX49" fmla="*/ 1309949 w 4395438"/>
              <a:gd name="connsiteY49" fmla="*/ 2573750 h 3453324"/>
              <a:gd name="connsiteX50" fmla="*/ 1128549 w 4395438"/>
              <a:gd name="connsiteY50" fmla="*/ 2573750 h 3453324"/>
              <a:gd name="connsiteX51" fmla="*/ 1244503 w 4395438"/>
              <a:gd name="connsiteY51" fmla="*/ 2573750 h 3453324"/>
              <a:gd name="connsiteX52" fmla="*/ 1172654 w 4395438"/>
              <a:gd name="connsiteY52" fmla="*/ 2635640 h 3453324"/>
              <a:gd name="connsiteX53" fmla="*/ 1059546 w 4395438"/>
              <a:gd name="connsiteY53" fmla="*/ 2635640 h 3453324"/>
              <a:gd name="connsiteX54" fmla="*/ 1128549 w 4395438"/>
              <a:gd name="connsiteY54" fmla="*/ 2573750 h 3453324"/>
              <a:gd name="connsiteX55" fmla="*/ 2633017 w 4395438"/>
              <a:gd name="connsiteY55" fmla="*/ 2573661 h 3453324"/>
              <a:gd name="connsiteX56" fmla="*/ 2707800 w 4395438"/>
              <a:gd name="connsiteY56" fmla="*/ 2576596 h 3453324"/>
              <a:gd name="connsiteX57" fmla="*/ 2737677 w 4395438"/>
              <a:gd name="connsiteY57" fmla="*/ 2620701 h 3453324"/>
              <a:gd name="connsiteX58" fmla="*/ 2729852 w 4395438"/>
              <a:gd name="connsiteY58" fmla="*/ 2633506 h 3453324"/>
              <a:gd name="connsiteX59" fmla="*/ 2582598 w 4395438"/>
              <a:gd name="connsiteY59" fmla="*/ 2631372 h 3453324"/>
              <a:gd name="connsiteX60" fmla="*/ 2549163 w 4395438"/>
              <a:gd name="connsiteY60" fmla="*/ 2574462 h 3453324"/>
              <a:gd name="connsiteX61" fmla="*/ 2633017 w 4395438"/>
              <a:gd name="connsiteY61" fmla="*/ 2573661 h 3453324"/>
              <a:gd name="connsiteX62" fmla="*/ 3206117 w 4395438"/>
              <a:gd name="connsiteY62" fmla="*/ 2573394 h 3453324"/>
              <a:gd name="connsiteX63" fmla="*/ 3279033 w 4395438"/>
              <a:gd name="connsiteY63" fmla="*/ 2576595 h 3453324"/>
              <a:gd name="connsiteX64" fmla="*/ 3316735 w 4395438"/>
              <a:gd name="connsiteY64" fmla="*/ 2621412 h 3453324"/>
              <a:gd name="connsiteX65" fmla="*/ 3310332 w 4395438"/>
              <a:gd name="connsiteY65" fmla="*/ 2632082 h 3453324"/>
              <a:gd name="connsiteX66" fmla="*/ 3170192 w 4395438"/>
              <a:gd name="connsiteY66" fmla="*/ 2629948 h 3453324"/>
              <a:gd name="connsiteX67" fmla="*/ 3126087 w 4395438"/>
              <a:gd name="connsiteY67" fmla="*/ 2585843 h 3453324"/>
              <a:gd name="connsiteX68" fmla="*/ 3133201 w 4395438"/>
              <a:gd name="connsiteY68" fmla="*/ 2574461 h 3453324"/>
              <a:gd name="connsiteX69" fmla="*/ 3206117 w 4395438"/>
              <a:gd name="connsiteY69" fmla="*/ 2573394 h 3453324"/>
              <a:gd name="connsiteX70" fmla="*/ 3560737 w 4395438"/>
              <a:gd name="connsiteY70" fmla="*/ 2573128 h 3453324"/>
              <a:gd name="connsiteX71" fmla="*/ 3631163 w 4395438"/>
              <a:gd name="connsiteY71" fmla="*/ 2576596 h 3453324"/>
              <a:gd name="connsiteX72" fmla="*/ 3679536 w 4395438"/>
              <a:gd name="connsiteY72" fmla="*/ 2620702 h 3453324"/>
              <a:gd name="connsiteX73" fmla="*/ 3674556 w 4395438"/>
              <a:gd name="connsiteY73" fmla="*/ 2629949 h 3453324"/>
              <a:gd name="connsiteX74" fmla="*/ 3523034 w 4395438"/>
              <a:gd name="connsiteY74" fmla="*/ 2627815 h 3453324"/>
              <a:gd name="connsiteX75" fmla="*/ 3481774 w 4395438"/>
              <a:gd name="connsiteY75" fmla="*/ 2574462 h 3453324"/>
              <a:gd name="connsiteX76" fmla="*/ 3560737 w 4395438"/>
              <a:gd name="connsiteY76" fmla="*/ 2573128 h 3453324"/>
              <a:gd name="connsiteX77" fmla="*/ 1497752 w 4395438"/>
              <a:gd name="connsiteY77" fmla="*/ 2573039 h 3453324"/>
              <a:gd name="connsiteX78" fmla="*/ 1610149 w 4395438"/>
              <a:gd name="connsiteY78" fmla="*/ 2573039 h 3453324"/>
              <a:gd name="connsiteX79" fmla="*/ 1551817 w 4395438"/>
              <a:gd name="connsiteY79" fmla="*/ 2634929 h 3453324"/>
              <a:gd name="connsiteX80" fmla="*/ 1432306 w 4395438"/>
              <a:gd name="connsiteY80" fmla="*/ 2634929 h 3453324"/>
              <a:gd name="connsiteX81" fmla="*/ 1497752 w 4395438"/>
              <a:gd name="connsiteY81" fmla="*/ 2573039 h 3453324"/>
              <a:gd name="connsiteX82" fmla="*/ 812699 w 4395438"/>
              <a:gd name="connsiteY82" fmla="*/ 2573039 h 3453324"/>
              <a:gd name="connsiteX83" fmla="*/ 1058124 w 4395438"/>
              <a:gd name="connsiteY83" fmla="*/ 2573039 h 3453324"/>
              <a:gd name="connsiteX84" fmla="*/ 991254 w 4395438"/>
              <a:gd name="connsiteY84" fmla="*/ 2634929 h 3453324"/>
              <a:gd name="connsiteX85" fmla="*/ 770731 w 4395438"/>
              <a:gd name="connsiteY85" fmla="*/ 2634929 h 3453324"/>
              <a:gd name="connsiteX86" fmla="*/ 735872 w 4395438"/>
              <a:gd name="connsiteY86" fmla="*/ 2633506 h 3453324"/>
              <a:gd name="connsiteX87" fmla="*/ 812699 w 4395438"/>
              <a:gd name="connsiteY87" fmla="*/ 2573039 h 3453324"/>
              <a:gd name="connsiteX88" fmla="*/ 2811838 w 4395438"/>
              <a:gd name="connsiteY88" fmla="*/ 2572683 h 3453324"/>
              <a:gd name="connsiteX89" fmla="*/ 2883509 w 4395438"/>
              <a:gd name="connsiteY89" fmla="*/ 2575884 h 3453324"/>
              <a:gd name="connsiteX90" fmla="*/ 2921211 w 4395438"/>
              <a:gd name="connsiteY90" fmla="*/ 2621412 h 3453324"/>
              <a:gd name="connsiteX91" fmla="*/ 2914808 w 4395438"/>
              <a:gd name="connsiteY91" fmla="*/ 2631371 h 3453324"/>
              <a:gd name="connsiteX92" fmla="*/ 2763998 w 4395438"/>
              <a:gd name="connsiteY92" fmla="*/ 2629237 h 3453324"/>
              <a:gd name="connsiteX93" fmla="*/ 2730563 w 4395438"/>
              <a:gd name="connsiteY93" fmla="*/ 2573750 h 3453324"/>
              <a:gd name="connsiteX94" fmla="*/ 2811838 w 4395438"/>
              <a:gd name="connsiteY94" fmla="*/ 2572683 h 3453324"/>
              <a:gd name="connsiteX95" fmla="*/ 3382004 w 4395438"/>
              <a:gd name="connsiteY95" fmla="*/ 2572416 h 3453324"/>
              <a:gd name="connsiteX96" fmla="*/ 3448339 w 4395438"/>
              <a:gd name="connsiteY96" fmla="*/ 2575884 h 3453324"/>
              <a:gd name="connsiteX97" fmla="*/ 3499559 w 4395438"/>
              <a:gd name="connsiteY97" fmla="*/ 2619278 h 3453324"/>
              <a:gd name="connsiteX98" fmla="*/ 3493156 w 4395438"/>
              <a:gd name="connsiteY98" fmla="*/ 2630660 h 3453324"/>
              <a:gd name="connsiteX99" fmla="*/ 3343768 w 4395438"/>
              <a:gd name="connsiteY99" fmla="*/ 2628525 h 3453324"/>
              <a:gd name="connsiteX100" fmla="*/ 3306776 w 4395438"/>
              <a:gd name="connsiteY100" fmla="*/ 2582998 h 3453324"/>
              <a:gd name="connsiteX101" fmla="*/ 3314602 w 4395438"/>
              <a:gd name="connsiteY101" fmla="*/ 2573750 h 3453324"/>
              <a:gd name="connsiteX102" fmla="*/ 3382004 w 4395438"/>
              <a:gd name="connsiteY102" fmla="*/ 2572416 h 3453324"/>
              <a:gd name="connsiteX103" fmla="*/ 1677731 w 4395438"/>
              <a:gd name="connsiteY103" fmla="*/ 2572327 h 3453324"/>
              <a:gd name="connsiteX104" fmla="*/ 2499367 w 4395438"/>
              <a:gd name="connsiteY104" fmla="*/ 2573039 h 3453324"/>
              <a:gd name="connsiteX105" fmla="*/ 2544895 w 4395438"/>
              <a:gd name="connsiteY105" fmla="*/ 2631372 h 3453324"/>
              <a:gd name="connsiteX106" fmla="*/ 1623666 w 4395438"/>
              <a:gd name="connsiteY106" fmla="*/ 2631372 h 3453324"/>
              <a:gd name="connsiteX107" fmla="*/ 1677731 w 4395438"/>
              <a:gd name="connsiteY107" fmla="*/ 2572327 h 3453324"/>
              <a:gd name="connsiteX108" fmla="*/ 2263902 w 4395438"/>
              <a:gd name="connsiteY108" fmla="*/ 2505458 h 3453324"/>
              <a:gd name="connsiteX109" fmla="*/ 2426096 w 4395438"/>
              <a:gd name="connsiteY109" fmla="*/ 2505458 h 3453324"/>
              <a:gd name="connsiteX110" fmla="*/ 2434632 w 4395438"/>
              <a:gd name="connsiteY110" fmla="*/ 2557388 h 3453324"/>
              <a:gd name="connsiteX111" fmla="*/ 2285243 w 4395438"/>
              <a:gd name="connsiteY111" fmla="*/ 2555254 h 3453324"/>
              <a:gd name="connsiteX112" fmla="*/ 2263902 w 4395438"/>
              <a:gd name="connsiteY112" fmla="*/ 2505458 h 3453324"/>
              <a:gd name="connsiteX113" fmla="*/ 2698462 w 4395438"/>
              <a:gd name="connsiteY113" fmla="*/ 2504213 h 3453324"/>
              <a:gd name="connsiteX114" fmla="*/ 2772533 w 4395438"/>
              <a:gd name="connsiteY114" fmla="*/ 2506881 h 3453324"/>
              <a:gd name="connsiteX115" fmla="*/ 2796721 w 4395438"/>
              <a:gd name="connsiteY115" fmla="*/ 2558100 h 3453324"/>
              <a:gd name="connsiteX116" fmla="*/ 2654446 w 4395438"/>
              <a:gd name="connsiteY116" fmla="*/ 2555965 h 3453324"/>
              <a:gd name="connsiteX117" fmla="*/ 2616743 w 4395438"/>
              <a:gd name="connsiteY117" fmla="*/ 2518263 h 3453324"/>
              <a:gd name="connsiteX118" fmla="*/ 2623857 w 4395438"/>
              <a:gd name="connsiteY118" fmla="*/ 2504746 h 3453324"/>
              <a:gd name="connsiteX119" fmla="*/ 2698462 w 4395438"/>
              <a:gd name="connsiteY119" fmla="*/ 2504213 h 3453324"/>
              <a:gd name="connsiteX120" fmla="*/ 3520100 w 4395438"/>
              <a:gd name="connsiteY120" fmla="*/ 2503680 h 3453324"/>
              <a:gd name="connsiteX121" fmla="*/ 3589192 w 4395438"/>
              <a:gd name="connsiteY121" fmla="*/ 2506882 h 3453324"/>
              <a:gd name="connsiteX122" fmla="*/ 3632586 w 4395438"/>
              <a:gd name="connsiteY122" fmla="*/ 2547429 h 3453324"/>
              <a:gd name="connsiteX123" fmla="*/ 3626183 w 4395438"/>
              <a:gd name="connsiteY123" fmla="*/ 2558100 h 3453324"/>
              <a:gd name="connsiteX124" fmla="*/ 3490311 w 4395438"/>
              <a:gd name="connsiteY124" fmla="*/ 2555966 h 3453324"/>
              <a:gd name="connsiteX125" fmla="*/ 3445494 w 4395438"/>
              <a:gd name="connsiteY125" fmla="*/ 2514706 h 3453324"/>
              <a:gd name="connsiteX126" fmla="*/ 3450474 w 4395438"/>
              <a:gd name="connsiteY126" fmla="*/ 2504747 h 3453324"/>
              <a:gd name="connsiteX127" fmla="*/ 3520100 w 4395438"/>
              <a:gd name="connsiteY127" fmla="*/ 2503680 h 3453324"/>
              <a:gd name="connsiteX128" fmla="*/ 2450993 w 4395438"/>
              <a:gd name="connsiteY128" fmla="*/ 2503324 h 3453324"/>
              <a:gd name="connsiteX129" fmla="*/ 2585443 w 4395438"/>
              <a:gd name="connsiteY129" fmla="*/ 2504035 h 3453324"/>
              <a:gd name="connsiteX130" fmla="*/ 2612475 w 4395438"/>
              <a:gd name="connsiteY130" fmla="*/ 2558099 h 3453324"/>
              <a:gd name="connsiteX131" fmla="*/ 2469489 w 4395438"/>
              <a:gd name="connsiteY131" fmla="*/ 2555965 h 3453324"/>
              <a:gd name="connsiteX132" fmla="*/ 2441034 w 4395438"/>
              <a:gd name="connsiteY132" fmla="*/ 2513283 h 3453324"/>
              <a:gd name="connsiteX133" fmla="*/ 2450993 w 4395438"/>
              <a:gd name="connsiteY133" fmla="*/ 2503324 h 3453324"/>
              <a:gd name="connsiteX134" fmla="*/ 3345102 w 4395438"/>
              <a:gd name="connsiteY134" fmla="*/ 2502969 h 3453324"/>
              <a:gd name="connsiteX135" fmla="*/ 3412771 w 4395438"/>
              <a:gd name="connsiteY135" fmla="*/ 2506171 h 3453324"/>
              <a:gd name="connsiteX136" fmla="*/ 3454030 w 4395438"/>
              <a:gd name="connsiteY136" fmla="*/ 2547429 h 3453324"/>
              <a:gd name="connsiteX137" fmla="*/ 3447628 w 4395438"/>
              <a:gd name="connsiteY137" fmla="*/ 2558100 h 3453324"/>
              <a:gd name="connsiteX138" fmla="*/ 3313890 w 4395438"/>
              <a:gd name="connsiteY138" fmla="*/ 2555967 h 3453324"/>
              <a:gd name="connsiteX139" fmla="*/ 3270496 w 4395438"/>
              <a:gd name="connsiteY139" fmla="*/ 2516129 h 3453324"/>
              <a:gd name="connsiteX140" fmla="*/ 3276899 w 4395438"/>
              <a:gd name="connsiteY140" fmla="*/ 2504036 h 3453324"/>
              <a:gd name="connsiteX141" fmla="*/ 3345102 w 4395438"/>
              <a:gd name="connsiteY141" fmla="*/ 2502969 h 3453324"/>
              <a:gd name="connsiteX142" fmla="*/ 3106969 w 4395438"/>
              <a:gd name="connsiteY142" fmla="*/ 2502791 h 3453324"/>
              <a:gd name="connsiteX143" fmla="*/ 3234928 w 4395438"/>
              <a:gd name="connsiteY143" fmla="*/ 2505459 h 3453324"/>
              <a:gd name="connsiteX144" fmla="*/ 3278321 w 4395438"/>
              <a:gd name="connsiteY144" fmla="*/ 2546007 h 3453324"/>
              <a:gd name="connsiteX145" fmla="*/ 3271919 w 4395438"/>
              <a:gd name="connsiteY145" fmla="*/ 2558100 h 3453324"/>
              <a:gd name="connsiteX146" fmla="*/ 3181574 w 4395438"/>
              <a:gd name="connsiteY146" fmla="*/ 2558100 h 3453324"/>
              <a:gd name="connsiteX147" fmla="*/ 3032897 w 4395438"/>
              <a:gd name="connsiteY147" fmla="*/ 2558100 h 3453324"/>
              <a:gd name="connsiteX148" fmla="*/ 2977410 w 4395438"/>
              <a:gd name="connsiteY148" fmla="*/ 2503324 h 3453324"/>
              <a:gd name="connsiteX149" fmla="*/ 3106969 w 4395438"/>
              <a:gd name="connsiteY149" fmla="*/ 2502791 h 3453324"/>
              <a:gd name="connsiteX150" fmla="*/ 2165555 w 4395438"/>
              <a:gd name="connsiteY150" fmla="*/ 2502791 h 3453324"/>
              <a:gd name="connsiteX151" fmla="*/ 2237582 w 4395438"/>
              <a:gd name="connsiteY151" fmla="*/ 2505459 h 3453324"/>
              <a:gd name="connsiteX152" fmla="*/ 2261769 w 4395438"/>
              <a:gd name="connsiteY152" fmla="*/ 2558100 h 3453324"/>
              <a:gd name="connsiteX153" fmla="*/ 2110246 w 4395438"/>
              <a:gd name="connsiteY153" fmla="*/ 2557389 h 3453324"/>
              <a:gd name="connsiteX154" fmla="*/ 2090327 w 4395438"/>
              <a:gd name="connsiteY154" fmla="*/ 2503324 h 3453324"/>
              <a:gd name="connsiteX155" fmla="*/ 2165555 w 4395438"/>
              <a:gd name="connsiteY155" fmla="*/ 2502791 h 3453324"/>
              <a:gd name="connsiteX156" fmla="*/ 1957301 w 4395438"/>
              <a:gd name="connsiteY156" fmla="*/ 2502613 h 3453324"/>
              <a:gd name="connsiteX157" fmla="*/ 2068274 w 4395438"/>
              <a:gd name="connsiteY157" fmla="*/ 2502613 h 3453324"/>
              <a:gd name="connsiteX158" fmla="*/ 2028438 w 4395438"/>
              <a:gd name="connsiteY158" fmla="*/ 2558811 h 3453324"/>
              <a:gd name="connsiteX159" fmla="*/ 1913195 w 4395438"/>
              <a:gd name="connsiteY159" fmla="*/ 2558811 h 3453324"/>
              <a:gd name="connsiteX160" fmla="*/ 1957301 w 4395438"/>
              <a:gd name="connsiteY160" fmla="*/ 2502613 h 3453324"/>
              <a:gd name="connsiteX161" fmla="*/ 1775900 w 4395438"/>
              <a:gd name="connsiteY161" fmla="*/ 2502613 h 3453324"/>
              <a:gd name="connsiteX162" fmla="*/ 1891142 w 4395438"/>
              <a:gd name="connsiteY162" fmla="*/ 2502613 h 3453324"/>
              <a:gd name="connsiteX163" fmla="*/ 1846326 w 4395438"/>
              <a:gd name="connsiteY163" fmla="*/ 2558100 h 3453324"/>
              <a:gd name="connsiteX164" fmla="*/ 1733928 w 4395438"/>
              <a:gd name="connsiteY164" fmla="*/ 2558100 h 3453324"/>
              <a:gd name="connsiteX165" fmla="*/ 1775900 w 4395438"/>
              <a:gd name="connsiteY165" fmla="*/ 2502613 h 3453324"/>
              <a:gd name="connsiteX166" fmla="*/ 1599478 w 4395438"/>
              <a:gd name="connsiteY166" fmla="*/ 2502613 h 3453324"/>
              <a:gd name="connsiteX167" fmla="*/ 1711164 w 4395438"/>
              <a:gd name="connsiteY167" fmla="*/ 2502613 h 3453324"/>
              <a:gd name="connsiteX168" fmla="*/ 1668482 w 4395438"/>
              <a:gd name="connsiteY168" fmla="*/ 2558100 h 3453324"/>
              <a:gd name="connsiteX169" fmla="*/ 1549682 w 4395438"/>
              <a:gd name="connsiteY169" fmla="*/ 2558100 h 3453324"/>
              <a:gd name="connsiteX170" fmla="*/ 1599478 w 4395438"/>
              <a:gd name="connsiteY170" fmla="*/ 2502613 h 3453324"/>
              <a:gd name="connsiteX171" fmla="*/ 1420213 w 4395438"/>
              <a:gd name="connsiteY171" fmla="*/ 2502613 h 3453324"/>
              <a:gd name="connsiteX172" fmla="*/ 1536166 w 4395438"/>
              <a:gd name="connsiteY172" fmla="*/ 2502613 h 3453324"/>
              <a:gd name="connsiteX173" fmla="*/ 1484236 w 4395438"/>
              <a:gd name="connsiteY173" fmla="*/ 2558100 h 3453324"/>
              <a:gd name="connsiteX174" fmla="*/ 1367571 w 4395438"/>
              <a:gd name="connsiteY174" fmla="*/ 2558100 h 3453324"/>
              <a:gd name="connsiteX175" fmla="*/ 1420213 w 4395438"/>
              <a:gd name="connsiteY175" fmla="*/ 2502613 h 3453324"/>
              <a:gd name="connsiteX176" fmla="*/ 1240947 w 4395438"/>
              <a:gd name="connsiteY176" fmla="*/ 2502613 h 3453324"/>
              <a:gd name="connsiteX177" fmla="*/ 1357613 w 4395438"/>
              <a:gd name="connsiteY177" fmla="*/ 2502613 h 3453324"/>
              <a:gd name="connsiteX178" fmla="*/ 1300703 w 4395438"/>
              <a:gd name="connsiteY178" fmla="*/ 2558100 h 3453324"/>
              <a:gd name="connsiteX179" fmla="*/ 1184037 w 4395438"/>
              <a:gd name="connsiteY179" fmla="*/ 2558100 h 3453324"/>
              <a:gd name="connsiteX180" fmla="*/ 1240947 w 4395438"/>
              <a:gd name="connsiteY180" fmla="*/ 2502613 h 3453324"/>
              <a:gd name="connsiteX181" fmla="*/ 2870348 w 4395438"/>
              <a:gd name="connsiteY181" fmla="*/ 2502257 h 3453324"/>
              <a:gd name="connsiteX182" fmla="*/ 2938995 w 4395438"/>
              <a:gd name="connsiteY182" fmla="*/ 2505458 h 3453324"/>
              <a:gd name="connsiteX183" fmla="*/ 2975275 w 4395438"/>
              <a:gd name="connsiteY183" fmla="*/ 2547429 h 3453324"/>
              <a:gd name="connsiteX184" fmla="*/ 2966027 w 4395438"/>
              <a:gd name="connsiteY184" fmla="*/ 2558100 h 3453324"/>
              <a:gd name="connsiteX185" fmla="*/ 2831578 w 4395438"/>
              <a:gd name="connsiteY185" fmla="*/ 2555966 h 3453324"/>
              <a:gd name="connsiteX186" fmla="*/ 2793875 w 4395438"/>
              <a:gd name="connsiteY186" fmla="*/ 2513283 h 3453324"/>
              <a:gd name="connsiteX187" fmla="*/ 2801701 w 4395438"/>
              <a:gd name="connsiteY187" fmla="*/ 2503324 h 3453324"/>
              <a:gd name="connsiteX188" fmla="*/ 2870348 w 4395438"/>
              <a:gd name="connsiteY188" fmla="*/ 2502257 h 3453324"/>
              <a:gd name="connsiteX189" fmla="*/ 1060969 w 4395438"/>
              <a:gd name="connsiteY189" fmla="*/ 2501190 h 3453324"/>
              <a:gd name="connsiteX190" fmla="*/ 1177634 w 4395438"/>
              <a:gd name="connsiteY190" fmla="*/ 2501901 h 3453324"/>
              <a:gd name="connsiteX191" fmla="*/ 1115745 w 4395438"/>
              <a:gd name="connsiteY191" fmla="*/ 2558100 h 3453324"/>
              <a:gd name="connsiteX192" fmla="*/ 998368 w 4395438"/>
              <a:gd name="connsiteY192" fmla="*/ 2558100 h 3453324"/>
              <a:gd name="connsiteX193" fmla="*/ 1060969 w 4395438"/>
              <a:gd name="connsiteY193" fmla="*/ 2501190 h 3453324"/>
              <a:gd name="connsiteX194" fmla="*/ 857515 w 4395438"/>
              <a:gd name="connsiteY194" fmla="*/ 2501190 h 3453324"/>
              <a:gd name="connsiteX195" fmla="*/ 995522 w 4395438"/>
              <a:gd name="connsiteY195" fmla="*/ 2501901 h 3453324"/>
              <a:gd name="connsiteX196" fmla="*/ 935055 w 4395438"/>
              <a:gd name="connsiteY196" fmla="*/ 2557389 h 3453324"/>
              <a:gd name="connsiteX197" fmla="*/ 780688 w 4395438"/>
              <a:gd name="connsiteY197" fmla="*/ 2558100 h 3453324"/>
              <a:gd name="connsiteX198" fmla="*/ 857515 w 4395438"/>
              <a:gd name="connsiteY198" fmla="*/ 2501190 h 3453324"/>
              <a:gd name="connsiteX199" fmla="*/ 2189208 w 4395438"/>
              <a:gd name="connsiteY199" fmla="*/ 2440011 h 3453324"/>
              <a:gd name="connsiteX200" fmla="*/ 2338596 w 4395438"/>
              <a:gd name="connsiteY200" fmla="*/ 2440011 h 3453324"/>
              <a:gd name="connsiteX201" fmla="*/ 2345710 w 4395438"/>
              <a:gd name="connsiteY201" fmla="*/ 2483405 h 3453324"/>
              <a:gd name="connsiteX202" fmla="*/ 2189208 w 4395438"/>
              <a:gd name="connsiteY202" fmla="*/ 2483405 h 3453324"/>
              <a:gd name="connsiteX203" fmla="*/ 2189208 w 4395438"/>
              <a:gd name="connsiteY203" fmla="*/ 2440011 h 3453324"/>
              <a:gd name="connsiteX204" fmla="*/ 3481329 w 4395438"/>
              <a:gd name="connsiteY204" fmla="*/ 2439211 h 3453324"/>
              <a:gd name="connsiteX205" fmla="*/ 3550065 w 4395438"/>
              <a:gd name="connsiteY205" fmla="*/ 2442146 h 3453324"/>
              <a:gd name="connsiteX206" fmla="*/ 3592036 w 4395438"/>
              <a:gd name="connsiteY206" fmla="*/ 2486962 h 3453324"/>
              <a:gd name="connsiteX207" fmla="*/ 3445494 w 4395438"/>
              <a:gd name="connsiteY207" fmla="*/ 2485539 h 3453324"/>
              <a:gd name="connsiteX208" fmla="*/ 3408502 w 4395438"/>
              <a:gd name="connsiteY208" fmla="*/ 2449259 h 3453324"/>
              <a:gd name="connsiteX209" fmla="*/ 3412059 w 4395438"/>
              <a:gd name="connsiteY209" fmla="*/ 2440012 h 3453324"/>
              <a:gd name="connsiteX210" fmla="*/ 3481329 w 4395438"/>
              <a:gd name="connsiteY210" fmla="*/ 2439211 h 3453324"/>
              <a:gd name="connsiteX211" fmla="*/ 2599582 w 4395438"/>
              <a:gd name="connsiteY211" fmla="*/ 2438767 h 3453324"/>
              <a:gd name="connsiteX212" fmla="*/ 2668674 w 4395438"/>
              <a:gd name="connsiteY212" fmla="*/ 2441435 h 3453324"/>
              <a:gd name="connsiteX213" fmla="*/ 2697840 w 4395438"/>
              <a:gd name="connsiteY213" fmla="*/ 2487673 h 3453324"/>
              <a:gd name="connsiteX214" fmla="*/ 2553431 w 4395438"/>
              <a:gd name="connsiteY214" fmla="*/ 2486251 h 3453324"/>
              <a:gd name="connsiteX215" fmla="*/ 2522842 w 4395438"/>
              <a:gd name="connsiteY215" fmla="*/ 2450682 h 3453324"/>
              <a:gd name="connsiteX216" fmla="*/ 2529956 w 4395438"/>
              <a:gd name="connsiteY216" fmla="*/ 2439300 h 3453324"/>
              <a:gd name="connsiteX217" fmla="*/ 2599582 w 4395438"/>
              <a:gd name="connsiteY217" fmla="*/ 2438767 h 3453324"/>
              <a:gd name="connsiteX218" fmla="*/ 2768889 w 4395438"/>
              <a:gd name="connsiteY218" fmla="*/ 2438500 h 3453324"/>
              <a:gd name="connsiteX219" fmla="*/ 2836558 w 4395438"/>
              <a:gd name="connsiteY219" fmla="*/ 2441435 h 3453324"/>
              <a:gd name="connsiteX220" fmla="*/ 2865725 w 4395438"/>
              <a:gd name="connsiteY220" fmla="*/ 2480560 h 3453324"/>
              <a:gd name="connsiteX221" fmla="*/ 2855054 w 4395438"/>
              <a:gd name="connsiteY221" fmla="*/ 2488385 h 3453324"/>
              <a:gd name="connsiteX222" fmla="*/ 2746214 w 4395438"/>
              <a:gd name="connsiteY222" fmla="*/ 2488385 h 3453324"/>
              <a:gd name="connsiteX223" fmla="*/ 2700686 w 4395438"/>
              <a:gd name="connsiteY223" fmla="*/ 2439301 h 3453324"/>
              <a:gd name="connsiteX224" fmla="*/ 2768889 w 4395438"/>
              <a:gd name="connsiteY224" fmla="*/ 2438500 h 3453324"/>
              <a:gd name="connsiteX225" fmla="*/ 2428497 w 4395438"/>
              <a:gd name="connsiteY225" fmla="*/ 2437077 h 3453324"/>
              <a:gd name="connsiteX226" fmla="*/ 2495099 w 4395438"/>
              <a:gd name="connsiteY226" fmla="*/ 2440012 h 3453324"/>
              <a:gd name="connsiteX227" fmla="*/ 2522843 w 4395438"/>
              <a:gd name="connsiteY227" fmla="*/ 2478426 h 3453324"/>
              <a:gd name="connsiteX228" fmla="*/ 2515729 w 4395438"/>
              <a:gd name="connsiteY228" fmla="*/ 2487674 h 3453324"/>
              <a:gd name="connsiteX229" fmla="*/ 2378434 w 4395438"/>
              <a:gd name="connsiteY229" fmla="*/ 2485539 h 3453324"/>
              <a:gd name="connsiteX230" fmla="*/ 2352824 w 4395438"/>
              <a:gd name="connsiteY230" fmla="*/ 2447125 h 3453324"/>
              <a:gd name="connsiteX231" fmla="*/ 2361361 w 4395438"/>
              <a:gd name="connsiteY231" fmla="*/ 2437878 h 3453324"/>
              <a:gd name="connsiteX232" fmla="*/ 2428497 w 4395438"/>
              <a:gd name="connsiteY232" fmla="*/ 2437077 h 3453324"/>
              <a:gd name="connsiteX233" fmla="*/ 3101634 w 4395438"/>
              <a:gd name="connsiteY233" fmla="*/ 2436722 h 3453324"/>
              <a:gd name="connsiteX234" fmla="*/ 3164501 w 4395438"/>
              <a:gd name="connsiteY234" fmla="*/ 2439301 h 3453324"/>
              <a:gd name="connsiteX235" fmla="*/ 3209318 w 4395438"/>
              <a:gd name="connsiteY235" fmla="*/ 2472735 h 3453324"/>
              <a:gd name="connsiteX236" fmla="*/ 3203626 w 4395438"/>
              <a:gd name="connsiteY236" fmla="*/ 2485540 h 3453324"/>
              <a:gd name="connsiteX237" fmla="*/ 3059218 w 4395438"/>
              <a:gd name="connsiteY237" fmla="*/ 2483406 h 3453324"/>
              <a:gd name="connsiteX238" fmla="*/ 3030763 w 4395438"/>
              <a:gd name="connsiteY238" fmla="*/ 2437878 h 3453324"/>
              <a:gd name="connsiteX239" fmla="*/ 3101634 w 4395438"/>
              <a:gd name="connsiteY239" fmla="*/ 2436722 h 3453324"/>
              <a:gd name="connsiteX240" fmla="*/ 2934639 w 4395438"/>
              <a:gd name="connsiteY240" fmla="*/ 2436722 h 3453324"/>
              <a:gd name="connsiteX241" fmla="*/ 2997329 w 4395438"/>
              <a:gd name="connsiteY241" fmla="*/ 2439301 h 3453324"/>
              <a:gd name="connsiteX242" fmla="*/ 3037877 w 4395438"/>
              <a:gd name="connsiteY242" fmla="*/ 2475580 h 3453324"/>
              <a:gd name="connsiteX243" fmla="*/ 3030764 w 4395438"/>
              <a:gd name="connsiteY243" fmla="*/ 2486962 h 3453324"/>
              <a:gd name="connsiteX244" fmla="*/ 2894891 w 4395438"/>
              <a:gd name="connsiteY244" fmla="*/ 2484829 h 3453324"/>
              <a:gd name="connsiteX245" fmla="*/ 2862879 w 4395438"/>
              <a:gd name="connsiteY245" fmla="*/ 2447126 h 3453324"/>
              <a:gd name="connsiteX246" fmla="*/ 2871416 w 4395438"/>
              <a:gd name="connsiteY246" fmla="*/ 2437878 h 3453324"/>
              <a:gd name="connsiteX247" fmla="*/ 2934639 w 4395438"/>
              <a:gd name="connsiteY247" fmla="*/ 2436722 h 3453324"/>
              <a:gd name="connsiteX248" fmla="*/ 2056892 w 4395438"/>
              <a:gd name="connsiteY248" fmla="*/ 2436455 h 3453324"/>
              <a:gd name="connsiteX249" fmla="*/ 2131587 w 4395438"/>
              <a:gd name="connsiteY249" fmla="*/ 2437167 h 3453324"/>
              <a:gd name="connsiteX250" fmla="*/ 2166444 w 4395438"/>
              <a:gd name="connsiteY250" fmla="*/ 2485540 h 3453324"/>
              <a:gd name="connsiteX251" fmla="*/ 2019901 w 4395438"/>
              <a:gd name="connsiteY251" fmla="*/ 2485540 h 3453324"/>
              <a:gd name="connsiteX252" fmla="*/ 2056892 w 4395438"/>
              <a:gd name="connsiteY252" fmla="*/ 2436455 h 3453324"/>
              <a:gd name="connsiteX253" fmla="*/ 1889720 w 4395438"/>
              <a:gd name="connsiteY253" fmla="*/ 2435032 h 3453324"/>
              <a:gd name="connsiteX254" fmla="*/ 1981487 w 4395438"/>
              <a:gd name="connsiteY254" fmla="*/ 2437166 h 3453324"/>
              <a:gd name="connsiteX255" fmla="*/ 1998560 w 4395438"/>
              <a:gd name="connsiteY255" fmla="*/ 2459930 h 3453324"/>
              <a:gd name="connsiteX256" fmla="*/ 1980775 w 4395438"/>
              <a:gd name="connsiteY256" fmla="*/ 2486251 h 3453324"/>
              <a:gd name="connsiteX257" fmla="*/ 1843480 w 4395438"/>
              <a:gd name="connsiteY257" fmla="*/ 2487674 h 3453324"/>
              <a:gd name="connsiteX258" fmla="*/ 1889720 w 4395438"/>
              <a:gd name="connsiteY258" fmla="*/ 2435032 h 3453324"/>
              <a:gd name="connsiteX259" fmla="*/ 1711877 w 4395438"/>
              <a:gd name="connsiteY259" fmla="*/ 2435032 h 3453324"/>
              <a:gd name="connsiteX260" fmla="*/ 1825697 w 4395438"/>
              <a:gd name="connsiteY260" fmla="*/ 2435032 h 3453324"/>
              <a:gd name="connsiteX261" fmla="*/ 1785148 w 4395438"/>
              <a:gd name="connsiteY261" fmla="*/ 2489096 h 3453324"/>
              <a:gd name="connsiteX262" fmla="*/ 1672750 w 4395438"/>
              <a:gd name="connsiteY262" fmla="*/ 2488385 h 3453324"/>
              <a:gd name="connsiteX263" fmla="*/ 1711877 w 4395438"/>
              <a:gd name="connsiteY263" fmla="*/ 2435032 h 3453324"/>
              <a:gd name="connsiteX264" fmla="*/ 1543281 w 4395438"/>
              <a:gd name="connsiteY264" fmla="*/ 2434321 h 3453324"/>
              <a:gd name="connsiteX265" fmla="*/ 1654967 w 4395438"/>
              <a:gd name="connsiteY265" fmla="*/ 2435033 h 3453324"/>
              <a:gd name="connsiteX266" fmla="*/ 1608727 w 4395438"/>
              <a:gd name="connsiteY266" fmla="*/ 2488385 h 3453324"/>
              <a:gd name="connsiteX267" fmla="*/ 1495619 w 4395438"/>
              <a:gd name="connsiteY267" fmla="*/ 2487674 h 3453324"/>
              <a:gd name="connsiteX268" fmla="*/ 1543281 w 4395438"/>
              <a:gd name="connsiteY268" fmla="*/ 2434321 h 3453324"/>
              <a:gd name="connsiteX269" fmla="*/ 887395 w 4395438"/>
              <a:gd name="connsiteY269" fmla="*/ 2434321 h 3453324"/>
              <a:gd name="connsiteX270" fmla="*/ 1126416 w 4395438"/>
              <a:gd name="connsiteY270" fmla="*/ 2434321 h 3453324"/>
              <a:gd name="connsiteX271" fmla="*/ 1063815 w 4395438"/>
              <a:gd name="connsiteY271" fmla="*/ 2488385 h 3453324"/>
              <a:gd name="connsiteX272" fmla="*/ 824082 w 4395438"/>
              <a:gd name="connsiteY272" fmla="*/ 2487673 h 3453324"/>
              <a:gd name="connsiteX273" fmla="*/ 887395 w 4395438"/>
              <a:gd name="connsiteY273" fmla="*/ 2434321 h 3453324"/>
              <a:gd name="connsiteX274" fmla="*/ 1368994 w 4395438"/>
              <a:gd name="connsiteY274" fmla="*/ 2433610 h 3453324"/>
              <a:gd name="connsiteX275" fmla="*/ 1482814 w 4395438"/>
              <a:gd name="connsiteY275" fmla="*/ 2434322 h 3453324"/>
              <a:gd name="connsiteX276" fmla="*/ 1428037 w 4395438"/>
              <a:gd name="connsiteY276" fmla="*/ 2487674 h 3453324"/>
              <a:gd name="connsiteX277" fmla="*/ 1317063 w 4395438"/>
              <a:gd name="connsiteY277" fmla="*/ 2486963 h 3453324"/>
              <a:gd name="connsiteX278" fmla="*/ 1368994 w 4395438"/>
              <a:gd name="connsiteY278" fmla="*/ 2433610 h 3453324"/>
              <a:gd name="connsiteX279" fmla="*/ 1196841 w 4395438"/>
              <a:gd name="connsiteY279" fmla="*/ 2433609 h 3453324"/>
              <a:gd name="connsiteX280" fmla="*/ 1310661 w 4395438"/>
              <a:gd name="connsiteY280" fmla="*/ 2434320 h 3453324"/>
              <a:gd name="connsiteX281" fmla="*/ 1255174 w 4395438"/>
              <a:gd name="connsiteY281" fmla="*/ 2488385 h 3453324"/>
              <a:gd name="connsiteX282" fmla="*/ 1141354 w 4395438"/>
              <a:gd name="connsiteY282" fmla="*/ 2487674 h 3453324"/>
              <a:gd name="connsiteX283" fmla="*/ 1196841 w 4395438"/>
              <a:gd name="connsiteY283" fmla="*/ 2433609 h 3453324"/>
              <a:gd name="connsiteX284" fmla="*/ 2110957 w 4395438"/>
              <a:gd name="connsiteY284" fmla="*/ 2377411 h 3453324"/>
              <a:gd name="connsiteX285" fmla="*/ 2256789 w 4395438"/>
              <a:gd name="connsiteY285" fmla="*/ 2377411 h 3453324"/>
              <a:gd name="connsiteX286" fmla="*/ 2258923 w 4395438"/>
              <a:gd name="connsiteY286" fmla="*/ 2420093 h 3453324"/>
              <a:gd name="connsiteX287" fmla="*/ 2110957 w 4395438"/>
              <a:gd name="connsiteY287" fmla="*/ 2420093 h 3453324"/>
              <a:gd name="connsiteX288" fmla="*/ 2110957 w 4395438"/>
              <a:gd name="connsiteY288" fmla="*/ 2377411 h 3453324"/>
              <a:gd name="connsiteX289" fmla="*/ 1943783 w 4395438"/>
              <a:gd name="connsiteY289" fmla="*/ 2376699 h 3453324"/>
              <a:gd name="connsiteX290" fmla="*/ 2090327 w 4395438"/>
              <a:gd name="connsiteY290" fmla="*/ 2376699 h 3453324"/>
              <a:gd name="connsiteX291" fmla="*/ 2090327 w 4395438"/>
              <a:gd name="connsiteY291" fmla="*/ 2419381 h 3453324"/>
              <a:gd name="connsiteX292" fmla="*/ 1938804 w 4395438"/>
              <a:gd name="connsiteY292" fmla="*/ 2419381 h 3453324"/>
              <a:gd name="connsiteX293" fmla="*/ 1943783 w 4395438"/>
              <a:gd name="connsiteY293" fmla="*/ 2376699 h 3453324"/>
              <a:gd name="connsiteX294" fmla="*/ 3440782 w 4395438"/>
              <a:gd name="connsiteY294" fmla="*/ 2375544 h 3453324"/>
              <a:gd name="connsiteX295" fmla="*/ 3503115 w 4395438"/>
              <a:gd name="connsiteY295" fmla="*/ 2378123 h 3453324"/>
              <a:gd name="connsiteX296" fmla="*/ 3544375 w 4395438"/>
              <a:gd name="connsiteY296" fmla="*/ 2413691 h 3453324"/>
              <a:gd name="connsiteX297" fmla="*/ 3539396 w 4395438"/>
              <a:gd name="connsiteY297" fmla="*/ 2422939 h 3453324"/>
              <a:gd name="connsiteX298" fmla="*/ 3409926 w 4395438"/>
              <a:gd name="connsiteY298" fmla="*/ 2421517 h 3453324"/>
              <a:gd name="connsiteX299" fmla="*/ 3372934 w 4395438"/>
              <a:gd name="connsiteY299" fmla="*/ 2386659 h 3453324"/>
              <a:gd name="connsiteX300" fmla="*/ 3377914 w 4395438"/>
              <a:gd name="connsiteY300" fmla="*/ 2376700 h 3453324"/>
              <a:gd name="connsiteX301" fmla="*/ 3440782 w 4395438"/>
              <a:gd name="connsiteY301" fmla="*/ 2375544 h 3453324"/>
              <a:gd name="connsiteX302" fmla="*/ 2506392 w 4395438"/>
              <a:gd name="connsiteY302" fmla="*/ 2375366 h 3453324"/>
              <a:gd name="connsiteX303" fmla="*/ 2572639 w 4395438"/>
              <a:gd name="connsiteY303" fmla="*/ 2377411 h 3453324"/>
              <a:gd name="connsiteX304" fmla="*/ 2598959 w 4395438"/>
              <a:gd name="connsiteY304" fmla="*/ 2412979 h 3453324"/>
              <a:gd name="connsiteX305" fmla="*/ 2592557 w 4395438"/>
              <a:gd name="connsiteY305" fmla="*/ 2422227 h 3453324"/>
              <a:gd name="connsiteX306" fmla="*/ 2459530 w 4395438"/>
              <a:gd name="connsiteY306" fmla="*/ 2420805 h 3453324"/>
              <a:gd name="connsiteX307" fmla="*/ 2431075 w 4395438"/>
              <a:gd name="connsiteY307" fmla="*/ 2375988 h 3453324"/>
              <a:gd name="connsiteX308" fmla="*/ 2506392 w 4395438"/>
              <a:gd name="connsiteY308" fmla="*/ 2375366 h 3453324"/>
              <a:gd name="connsiteX309" fmla="*/ 2342865 w 4395438"/>
              <a:gd name="connsiteY309" fmla="*/ 2375366 h 3453324"/>
              <a:gd name="connsiteX310" fmla="*/ 2409023 w 4395438"/>
              <a:gd name="connsiteY310" fmla="*/ 2377411 h 3453324"/>
              <a:gd name="connsiteX311" fmla="*/ 2436766 w 4395438"/>
              <a:gd name="connsiteY311" fmla="*/ 2422938 h 3453324"/>
              <a:gd name="connsiteX312" fmla="*/ 2294492 w 4395438"/>
              <a:gd name="connsiteY312" fmla="*/ 2421516 h 3453324"/>
              <a:gd name="connsiteX313" fmla="*/ 2268882 w 4395438"/>
              <a:gd name="connsiteY313" fmla="*/ 2386659 h 3453324"/>
              <a:gd name="connsiteX314" fmla="*/ 2276708 w 4395438"/>
              <a:gd name="connsiteY314" fmla="*/ 2375988 h 3453324"/>
              <a:gd name="connsiteX315" fmla="*/ 2342865 w 4395438"/>
              <a:gd name="connsiteY315" fmla="*/ 2375366 h 3453324"/>
              <a:gd name="connsiteX316" fmla="*/ 3109014 w 4395438"/>
              <a:gd name="connsiteY316" fmla="*/ 2375277 h 3453324"/>
              <a:gd name="connsiteX317" fmla="*/ 3249155 w 4395438"/>
              <a:gd name="connsiteY317" fmla="*/ 2375277 h 3453324"/>
              <a:gd name="connsiteX318" fmla="*/ 3408503 w 4395438"/>
              <a:gd name="connsiteY318" fmla="*/ 2472024 h 3453324"/>
              <a:gd name="connsiteX319" fmla="*/ 3416328 w 4395438"/>
              <a:gd name="connsiteY319" fmla="*/ 2489808 h 3453324"/>
              <a:gd name="connsiteX320" fmla="*/ 3246309 w 4395438"/>
              <a:gd name="connsiteY320" fmla="*/ 2488385 h 3453324"/>
              <a:gd name="connsiteX321" fmla="*/ 3219989 w 4395438"/>
              <a:gd name="connsiteY321" fmla="*/ 2459219 h 3453324"/>
              <a:gd name="connsiteX322" fmla="*/ 3161656 w 4395438"/>
              <a:gd name="connsiteY322" fmla="*/ 2422228 h 3453324"/>
              <a:gd name="connsiteX323" fmla="*/ 3109014 w 4395438"/>
              <a:gd name="connsiteY323" fmla="*/ 2375277 h 3453324"/>
              <a:gd name="connsiteX324" fmla="*/ 3001508 w 4395438"/>
              <a:gd name="connsiteY324" fmla="*/ 2375099 h 3453324"/>
              <a:gd name="connsiteX325" fmla="*/ 3065620 w 4395438"/>
              <a:gd name="connsiteY325" fmla="*/ 2377411 h 3453324"/>
              <a:gd name="connsiteX326" fmla="*/ 3098343 w 4395438"/>
              <a:gd name="connsiteY326" fmla="*/ 2411557 h 3453324"/>
              <a:gd name="connsiteX327" fmla="*/ 3091941 w 4395438"/>
              <a:gd name="connsiteY327" fmla="*/ 2422939 h 3453324"/>
              <a:gd name="connsiteX328" fmla="*/ 2965316 w 4395438"/>
              <a:gd name="connsiteY328" fmla="*/ 2421516 h 3453324"/>
              <a:gd name="connsiteX329" fmla="*/ 2930459 w 4395438"/>
              <a:gd name="connsiteY329" fmla="*/ 2386659 h 3453324"/>
              <a:gd name="connsiteX330" fmla="*/ 2936861 w 4395438"/>
              <a:gd name="connsiteY330" fmla="*/ 2375988 h 3453324"/>
              <a:gd name="connsiteX331" fmla="*/ 3001508 w 4395438"/>
              <a:gd name="connsiteY331" fmla="*/ 2375099 h 3453324"/>
              <a:gd name="connsiteX332" fmla="*/ 2836202 w 4395438"/>
              <a:gd name="connsiteY332" fmla="*/ 2375099 h 3453324"/>
              <a:gd name="connsiteX333" fmla="*/ 2899158 w 4395438"/>
              <a:gd name="connsiteY333" fmla="*/ 2377411 h 3453324"/>
              <a:gd name="connsiteX334" fmla="*/ 2933304 w 4395438"/>
              <a:gd name="connsiteY334" fmla="*/ 2412268 h 3453324"/>
              <a:gd name="connsiteX335" fmla="*/ 2924057 w 4395438"/>
              <a:gd name="connsiteY335" fmla="*/ 2422939 h 3453324"/>
              <a:gd name="connsiteX336" fmla="*/ 2800989 w 4395438"/>
              <a:gd name="connsiteY336" fmla="*/ 2421516 h 3453324"/>
              <a:gd name="connsiteX337" fmla="*/ 2765420 w 4395438"/>
              <a:gd name="connsiteY337" fmla="*/ 2387370 h 3453324"/>
              <a:gd name="connsiteX338" fmla="*/ 2773246 w 4395438"/>
              <a:gd name="connsiteY338" fmla="*/ 2375988 h 3453324"/>
              <a:gd name="connsiteX339" fmla="*/ 2836202 w 4395438"/>
              <a:gd name="connsiteY339" fmla="*/ 2375099 h 3453324"/>
              <a:gd name="connsiteX340" fmla="*/ 2671431 w 4395438"/>
              <a:gd name="connsiteY340" fmla="*/ 2374388 h 3453324"/>
              <a:gd name="connsiteX341" fmla="*/ 2732698 w 4395438"/>
              <a:gd name="connsiteY341" fmla="*/ 2376700 h 3453324"/>
              <a:gd name="connsiteX342" fmla="*/ 2765421 w 4395438"/>
              <a:gd name="connsiteY342" fmla="*/ 2410135 h 3453324"/>
              <a:gd name="connsiteX343" fmla="*/ 2758307 w 4395438"/>
              <a:gd name="connsiteY343" fmla="*/ 2421517 h 3453324"/>
              <a:gd name="connsiteX344" fmla="*/ 2625992 w 4395438"/>
              <a:gd name="connsiteY344" fmla="*/ 2420094 h 3453324"/>
              <a:gd name="connsiteX345" fmla="*/ 2601805 w 4395438"/>
              <a:gd name="connsiteY345" fmla="*/ 2385236 h 3453324"/>
              <a:gd name="connsiteX346" fmla="*/ 2609631 w 4395438"/>
              <a:gd name="connsiteY346" fmla="*/ 2375277 h 3453324"/>
              <a:gd name="connsiteX347" fmla="*/ 2671431 w 4395438"/>
              <a:gd name="connsiteY347" fmla="*/ 2374388 h 3453324"/>
              <a:gd name="connsiteX348" fmla="*/ 1814315 w 4395438"/>
              <a:gd name="connsiteY348" fmla="*/ 2373144 h 3453324"/>
              <a:gd name="connsiteX349" fmla="*/ 1923866 w 4395438"/>
              <a:gd name="connsiteY349" fmla="*/ 2373855 h 3453324"/>
              <a:gd name="connsiteX350" fmla="*/ 1883318 w 4395438"/>
              <a:gd name="connsiteY350" fmla="*/ 2422940 h 3453324"/>
              <a:gd name="connsiteX351" fmla="*/ 1774477 w 4395438"/>
              <a:gd name="connsiteY351" fmla="*/ 2422228 h 3453324"/>
              <a:gd name="connsiteX352" fmla="*/ 1814315 w 4395438"/>
              <a:gd name="connsiteY352" fmla="*/ 2373144 h 3453324"/>
              <a:gd name="connsiteX353" fmla="*/ 1645719 w 4395438"/>
              <a:gd name="connsiteY353" fmla="*/ 2373143 h 3453324"/>
              <a:gd name="connsiteX354" fmla="*/ 1754560 w 4395438"/>
              <a:gd name="connsiteY354" fmla="*/ 2373854 h 3453324"/>
              <a:gd name="connsiteX355" fmla="*/ 1717568 w 4395438"/>
              <a:gd name="connsiteY355" fmla="*/ 2422939 h 3453324"/>
              <a:gd name="connsiteX356" fmla="*/ 1605882 w 4395438"/>
              <a:gd name="connsiteY356" fmla="*/ 2422227 h 3453324"/>
              <a:gd name="connsiteX357" fmla="*/ 1645719 w 4395438"/>
              <a:gd name="connsiteY357" fmla="*/ 2373143 h 3453324"/>
              <a:gd name="connsiteX358" fmla="*/ 1479968 w 4395438"/>
              <a:gd name="connsiteY358" fmla="*/ 2372432 h 3453324"/>
              <a:gd name="connsiteX359" fmla="*/ 1590230 w 4395438"/>
              <a:gd name="connsiteY359" fmla="*/ 2373143 h 3453324"/>
              <a:gd name="connsiteX360" fmla="*/ 1542569 w 4395438"/>
              <a:gd name="connsiteY360" fmla="*/ 2422939 h 3453324"/>
              <a:gd name="connsiteX361" fmla="*/ 1433728 w 4395438"/>
              <a:gd name="connsiteY361" fmla="*/ 2422228 h 3453324"/>
              <a:gd name="connsiteX362" fmla="*/ 1479968 w 4395438"/>
              <a:gd name="connsiteY362" fmla="*/ 2372432 h 3453324"/>
              <a:gd name="connsiteX363" fmla="*/ 1312083 w 4395438"/>
              <a:gd name="connsiteY363" fmla="*/ 2372431 h 3453324"/>
              <a:gd name="connsiteX364" fmla="*/ 1423058 w 4395438"/>
              <a:gd name="connsiteY364" fmla="*/ 2373142 h 3453324"/>
              <a:gd name="connsiteX365" fmla="*/ 1373973 w 4395438"/>
              <a:gd name="connsiteY365" fmla="*/ 2422938 h 3453324"/>
              <a:gd name="connsiteX366" fmla="*/ 1262999 w 4395438"/>
              <a:gd name="connsiteY366" fmla="*/ 2422227 h 3453324"/>
              <a:gd name="connsiteX367" fmla="*/ 1312083 w 4395438"/>
              <a:gd name="connsiteY367" fmla="*/ 2372431 h 3453324"/>
              <a:gd name="connsiteX368" fmla="*/ 1159406 w 4395438"/>
              <a:gd name="connsiteY368" fmla="*/ 2371276 h 3453324"/>
              <a:gd name="connsiteX369" fmla="*/ 1254462 w 4395438"/>
              <a:gd name="connsiteY369" fmla="*/ 2376700 h 3453324"/>
              <a:gd name="connsiteX370" fmla="*/ 1205378 w 4395438"/>
              <a:gd name="connsiteY370" fmla="*/ 2422228 h 3453324"/>
              <a:gd name="connsiteX371" fmla="*/ 898064 w 4395438"/>
              <a:gd name="connsiteY371" fmla="*/ 2422228 h 3453324"/>
              <a:gd name="connsiteX372" fmla="*/ 865341 w 4395438"/>
              <a:gd name="connsiteY372" fmla="*/ 2419382 h 3453324"/>
              <a:gd name="connsiteX373" fmla="*/ 922963 w 4395438"/>
              <a:gd name="connsiteY373" fmla="*/ 2372432 h 3453324"/>
              <a:gd name="connsiteX374" fmla="*/ 1068083 w 4395438"/>
              <a:gd name="connsiteY374" fmla="*/ 2373854 h 3453324"/>
              <a:gd name="connsiteX375" fmla="*/ 1102229 w 4395438"/>
              <a:gd name="connsiteY375" fmla="*/ 2384525 h 3453324"/>
              <a:gd name="connsiteX376" fmla="*/ 1159406 w 4395438"/>
              <a:gd name="connsiteY376" fmla="*/ 2371276 h 3453324"/>
              <a:gd name="connsiteX377" fmla="*/ 2381279 w 4395438"/>
              <a:gd name="connsiteY377" fmla="*/ 2319078 h 3453324"/>
              <a:gd name="connsiteX378" fmla="*/ 2524266 w 4395438"/>
              <a:gd name="connsiteY378" fmla="*/ 2319078 h 3453324"/>
              <a:gd name="connsiteX379" fmla="*/ 2530668 w 4395438"/>
              <a:gd name="connsiteY379" fmla="*/ 2358205 h 3453324"/>
              <a:gd name="connsiteX380" fmla="*/ 2388393 w 4395438"/>
              <a:gd name="connsiteY380" fmla="*/ 2358205 h 3453324"/>
              <a:gd name="connsiteX381" fmla="*/ 2381279 w 4395438"/>
              <a:gd name="connsiteY381" fmla="*/ 2319078 h 3453324"/>
              <a:gd name="connsiteX382" fmla="*/ 3407348 w 4395438"/>
              <a:gd name="connsiteY382" fmla="*/ 2318189 h 3453324"/>
              <a:gd name="connsiteX383" fmla="*/ 3469681 w 4395438"/>
              <a:gd name="connsiteY383" fmla="*/ 2320501 h 3453324"/>
              <a:gd name="connsiteX384" fmla="*/ 3511653 w 4395438"/>
              <a:gd name="connsiteY384" fmla="*/ 2361049 h 3453324"/>
              <a:gd name="connsiteX385" fmla="*/ 3376492 w 4395438"/>
              <a:gd name="connsiteY385" fmla="*/ 2359627 h 3453324"/>
              <a:gd name="connsiteX386" fmla="*/ 3339500 w 4395438"/>
              <a:gd name="connsiteY386" fmla="*/ 2329749 h 3453324"/>
              <a:gd name="connsiteX387" fmla="*/ 3344480 w 4395438"/>
              <a:gd name="connsiteY387" fmla="*/ 2319078 h 3453324"/>
              <a:gd name="connsiteX388" fmla="*/ 3407348 w 4395438"/>
              <a:gd name="connsiteY388" fmla="*/ 2318189 h 3453324"/>
              <a:gd name="connsiteX389" fmla="*/ 2767821 w 4395438"/>
              <a:gd name="connsiteY389" fmla="*/ 2317745 h 3453324"/>
              <a:gd name="connsiteX390" fmla="*/ 2830155 w 4395438"/>
              <a:gd name="connsiteY390" fmla="*/ 2319790 h 3453324"/>
              <a:gd name="connsiteX391" fmla="*/ 2857899 w 4395438"/>
              <a:gd name="connsiteY391" fmla="*/ 2351802 h 3453324"/>
              <a:gd name="connsiteX392" fmla="*/ 2851497 w 4395438"/>
              <a:gd name="connsiteY392" fmla="*/ 2360338 h 3453324"/>
              <a:gd name="connsiteX393" fmla="*/ 2727718 w 4395438"/>
              <a:gd name="connsiteY393" fmla="*/ 2358915 h 3453324"/>
              <a:gd name="connsiteX394" fmla="*/ 2698551 w 4395438"/>
              <a:gd name="connsiteY394" fmla="*/ 2329038 h 3453324"/>
              <a:gd name="connsiteX395" fmla="*/ 2704953 w 4395438"/>
              <a:gd name="connsiteY395" fmla="*/ 2318367 h 3453324"/>
              <a:gd name="connsiteX396" fmla="*/ 2767821 w 4395438"/>
              <a:gd name="connsiteY396" fmla="*/ 2317745 h 3453324"/>
              <a:gd name="connsiteX397" fmla="*/ 2925391 w 4395438"/>
              <a:gd name="connsiteY397" fmla="*/ 2317033 h 3453324"/>
              <a:gd name="connsiteX398" fmla="*/ 2988081 w 4395438"/>
              <a:gd name="connsiteY398" fmla="*/ 2319078 h 3453324"/>
              <a:gd name="connsiteX399" fmla="*/ 3019381 w 4395438"/>
              <a:gd name="connsiteY399" fmla="*/ 2348955 h 3453324"/>
              <a:gd name="connsiteX400" fmla="*/ 3014402 w 4395438"/>
              <a:gd name="connsiteY400" fmla="*/ 2359626 h 3453324"/>
              <a:gd name="connsiteX401" fmla="*/ 2887065 w 4395438"/>
              <a:gd name="connsiteY401" fmla="*/ 2358203 h 3453324"/>
              <a:gd name="connsiteX402" fmla="*/ 2853631 w 4395438"/>
              <a:gd name="connsiteY402" fmla="*/ 2317655 h 3453324"/>
              <a:gd name="connsiteX403" fmla="*/ 2925391 w 4395438"/>
              <a:gd name="connsiteY403" fmla="*/ 2317033 h 3453324"/>
              <a:gd name="connsiteX404" fmla="*/ 2608918 w 4395438"/>
              <a:gd name="connsiteY404" fmla="*/ 2317033 h 3453324"/>
              <a:gd name="connsiteX405" fmla="*/ 2672942 w 4395438"/>
              <a:gd name="connsiteY405" fmla="*/ 2319078 h 3453324"/>
              <a:gd name="connsiteX406" fmla="*/ 2696418 w 4395438"/>
              <a:gd name="connsiteY406" fmla="*/ 2351090 h 3453324"/>
              <a:gd name="connsiteX407" fmla="*/ 2688592 w 4395438"/>
              <a:gd name="connsiteY407" fmla="*/ 2360337 h 3453324"/>
              <a:gd name="connsiteX408" fmla="*/ 2569793 w 4395438"/>
              <a:gd name="connsiteY408" fmla="*/ 2358914 h 3453324"/>
              <a:gd name="connsiteX409" fmla="*/ 2537781 w 4395438"/>
              <a:gd name="connsiteY409" fmla="*/ 2331171 h 3453324"/>
              <a:gd name="connsiteX410" fmla="*/ 2544895 w 4395438"/>
              <a:gd name="connsiteY410" fmla="*/ 2317655 h 3453324"/>
              <a:gd name="connsiteX411" fmla="*/ 2608918 w 4395438"/>
              <a:gd name="connsiteY411" fmla="*/ 2317033 h 3453324"/>
              <a:gd name="connsiteX412" fmla="*/ 3025072 w 4395438"/>
              <a:gd name="connsiteY412" fmla="*/ 2316944 h 3453324"/>
              <a:gd name="connsiteX413" fmla="*/ 3183709 w 4395438"/>
              <a:gd name="connsiteY413" fmla="*/ 2316944 h 3453324"/>
              <a:gd name="connsiteX414" fmla="*/ 3286858 w 4395438"/>
              <a:gd name="connsiteY414" fmla="*/ 2316944 h 3453324"/>
              <a:gd name="connsiteX415" fmla="*/ 3340211 w 4395438"/>
              <a:gd name="connsiteY415" fmla="*/ 2360337 h 3453324"/>
              <a:gd name="connsiteX416" fmla="*/ 3055662 w 4395438"/>
              <a:gd name="connsiteY416" fmla="*/ 2358915 h 3453324"/>
              <a:gd name="connsiteX417" fmla="*/ 3018670 w 4395438"/>
              <a:gd name="connsiteY417" fmla="*/ 2328326 h 3453324"/>
              <a:gd name="connsiteX418" fmla="*/ 3025072 w 4395438"/>
              <a:gd name="connsiteY418" fmla="*/ 2316944 h 3453324"/>
              <a:gd name="connsiteX419" fmla="*/ 2253230 w 4395438"/>
              <a:gd name="connsiteY419" fmla="*/ 2315521 h 3453324"/>
              <a:gd name="connsiteX420" fmla="*/ 2334328 w 4395438"/>
              <a:gd name="connsiteY420" fmla="*/ 2315521 h 3453324"/>
              <a:gd name="connsiteX421" fmla="*/ 2364917 w 4395438"/>
              <a:gd name="connsiteY421" fmla="*/ 2357493 h 3453324"/>
              <a:gd name="connsiteX422" fmla="*/ 2226199 w 4395438"/>
              <a:gd name="connsiteY422" fmla="*/ 2357493 h 3453324"/>
              <a:gd name="connsiteX423" fmla="*/ 2253230 w 4395438"/>
              <a:gd name="connsiteY423" fmla="*/ 2315521 h 3453324"/>
              <a:gd name="connsiteX424" fmla="*/ 1755981 w 4395438"/>
              <a:gd name="connsiteY424" fmla="*/ 2314099 h 3453324"/>
              <a:gd name="connsiteX425" fmla="*/ 1876915 w 4395438"/>
              <a:gd name="connsiteY425" fmla="*/ 2314099 h 3453324"/>
              <a:gd name="connsiteX426" fmla="*/ 1840635 w 4395438"/>
              <a:gd name="connsiteY426" fmla="*/ 2360338 h 3453324"/>
              <a:gd name="connsiteX427" fmla="*/ 1735351 w 4395438"/>
              <a:gd name="connsiteY427" fmla="*/ 2359626 h 3453324"/>
              <a:gd name="connsiteX428" fmla="*/ 1755981 w 4395438"/>
              <a:gd name="connsiteY428" fmla="*/ 2314099 h 3453324"/>
              <a:gd name="connsiteX429" fmla="*/ 2093884 w 4395438"/>
              <a:gd name="connsiteY429" fmla="*/ 2314098 h 3453324"/>
              <a:gd name="connsiteX430" fmla="*/ 2171424 w 4395438"/>
              <a:gd name="connsiteY430" fmla="*/ 2315520 h 3453324"/>
              <a:gd name="connsiteX431" fmla="*/ 2201301 w 4395438"/>
              <a:gd name="connsiteY431" fmla="*/ 2358202 h 3453324"/>
              <a:gd name="connsiteX432" fmla="*/ 2062584 w 4395438"/>
              <a:gd name="connsiteY432" fmla="*/ 2358202 h 3453324"/>
              <a:gd name="connsiteX433" fmla="*/ 2093884 w 4395438"/>
              <a:gd name="connsiteY433" fmla="*/ 2314098 h 3453324"/>
              <a:gd name="connsiteX434" fmla="*/ 1930979 w 4395438"/>
              <a:gd name="connsiteY434" fmla="*/ 2313388 h 3453324"/>
              <a:gd name="connsiteX435" fmla="*/ 2040531 w 4395438"/>
              <a:gd name="connsiteY435" fmla="*/ 2313388 h 3453324"/>
              <a:gd name="connsiteX436" fmla="*/ 2040531 w 4395438"/>
              <a:gd name="connsiteY436" fmla="*/ 2356781 h 3453324"/>
              <a:gd name="connsiteX437" fmla="*/ 1898968 w 4395438"/>
              <a:gd name="connsiteY437" fmla="*/ 2356781 h 3453324"/>
              <a:gd name="connsiteX438" fmla="*/ 1930979 w 4395438"/>
              <a:gd name="connsiteY438" fmla="*/ 2313388 h 3453324"/>
              <a:gd name="connsiteX439" fmla="*/ 1605882 w 4395438"/>
              <a:gd name="connsiteY439" fmla="*/ 2312676 h 3453324"/>
              <a:gd name="connsiteX440" fmla="*/ 1716145 w 4395438"/>
              <a:gd name="connsiteY440" fmla="*/ 2313388 h 3453324"/>
              <a:gd name="connsiteX441" fmla="*/ 1676308 w 4395438"/>
              <a:gd name="connsiteY441" fmla="*/ 2360338 h 3453324"/>
              <a:gd name="connsiteX442" fmla="*/ 1569602 w 4395438"/>
              <a:gd name="connsiteY442" fmla="*/ 2359627 h 3453324"/>
              <a:gd name="connsiteX443" fmla="*/ 1605882 w 4395438"/>
              <a:gd name="connsiteY443" fmla="*/ 2312676 h 3453324"/>
              <a:gd name="connsiteX444" fmla="*/ 1450091 w 4395438"/>
              <a:gd name="connsiteY444" fmla="*/ 2312676 h 3453324"/>
              <a:gd name="connsiteX445" fmla="*/ 1554664 w 4395438"/>
              <a:gd name="connsiteY445" fmla="*/ 2313388 h 3453324"/>
              <a:gd name="connsiteX446" fmla="*/ 1511269 w 4395438"/>
              <a:gd name="connsiteY446" fmla="*/ 2360338 h 3453324"/>
              <a:gd name="connsiteX447" fmla="*/ 1403140 w 4395438"/>
              <a:gd name="connsiteY447" fmla="*/ 2359626 h 3453324"/>
              <a:gd name="connsiteX448" fmla="*/ 1450091 w 4395438"/>
              <a:gd name="connsiteY448" fmla="*/ 2312676 h 3453324"/>
              <a:gd name="connsiteX449" fmla="*/ 1127126 w 4395438"/>
              <a:gd name="connsiteY449" fmla="*/ 2311964 h 3453324"/>
              <a:gd name="connsiteX450" fmla="*/ 1229564 w 4395438"/>
              <a:gd name="connsiteY450" fmla="*/ 2312676 h 3453324"/>
              <a:gd name="connsiteX451" fmla="*/ 1181191 w 4395438"/>
              <a:gd name="connsiteY451" fmla="*/ 2360337 h 3453324"/>
              <a:gd name="connsiteX452" fmla="*/ 1070928 w 4395438"/>
              <a:gd name="connsiteY452" fmla="*/ 2359626 h 3453324"/>
              <a:gd name="connsiteX453" fmla="*/ 1127126 w 4395438"/>
              <a:gd name="connsiteY453" fmla="*/ 2311964 h 3453324"/>
              <a:gd name="connsiteX454" fmla="*/ 1287185 w 4395438"/>
              <a:gd name="connsiteY454" fmla="*/ 2311964 h 3453324"/>
              <a:gd name="connsiteX455" fmla="*/ 1393180 w 4395438"/>
              <a:gd name="connsiteY455" fmla="*/ 2312676 h 3453324"/>
              <a:gd name="connsiteX456" fmla="*/ 1343384 w 4395438"/>
              <a:gd name="connsiteY456" fmla="*/ 2359626 h 3453324"/>
              <a:gd name="connsiteX457" fmla="*/ 1237389 w 4395438"/>
              <a:gd name="connsiteY457" fmla="*/ 2358914 h 3453324"/>
              <a:gd name="connsiteX458" fmla="*/ 1287185 w 4395438"/>
              <a:gd name="connsiteY458" fmla="*/ 2311964 h 3453324"/>
              <a:gd name="connsiteX459" fmla="*/ 990988 w 4395438"/>
              <a:gd name="connsiteY459" fmla="*/ 2308908 h 3453324"/>
              <a:gd name="connsiteX460" fmla="*/ 1065237 w 4395438"/>
              <a:gd name="connsiteY460" fmla="*/ 2315522 h 3453324"/>
              <a:gd name="connsiteX461" fmla="*/ 1016864 w 4395438"/>
              <a:gd name="connsiteY461" fmla="*/ 2360338 h 3453324"/>
              <a:gd name="connsiteX462" fmla="*/ 903755 w 4395438"/>
              <a:gd name="connsiteY462" fmla="*/ 2359627 h 3453324"/>
              <a:gd name="connsiteX463" fmla="*/ 990988 w 4395438"/>
              <a:gd name="connsiteY463" fmla="*/ 2308908 h 3453324"/>
              <a:gd name="connsiteX464" fmla="*/ 2012076 w 4395438"/>
              <a:gd name="connsiteY464" fmla="*/ 2271416 h 3453324"/>
              <a:gd name="connsiteX465" fmla="*/ 2115225 w 4395438"/>
              <a:gd name="connsiteY465" fmla="*/ 2271416 h 3453324"/>
              <a:gd name="connsiteX466" fmla="*/ 2127319 w 4395438"/>
              <a:gd name="connsiteY466" fmla="*/ 2284221 h 3453324"/>
              <a:gd name="connsiteX467" fmla="*/ 2115225 w 4395438"/>
              <a:gd name="connsiteY467" fmla="*/ 2300582 h 3453324"/>
              <a:gd name="connsiteX468" fmla="*/ 2061872 w 4395438"/>
              <a:gd name="connsiteY468" fmla="*/ 2301294 h 3453324"/>
              <a:gd name="connsiteX469" fmla="*/ 2012076 w 4395438"/>
              <a:gd name="connsiteY469" fmla="*/ 2300582 h 3453324"/>
              <a:gd name="connsiteX470" fmla="*/ 1997849 w 4395438"/>
              <a:gd name="connsiteY470" fmla="*/ 2286354 h 3453324"/>
              <a:gd name="connsiteX471" fmla="*/ 2012076 w 4395438"/>
              <a:gd name="connsiteY471" fmla="*/ 2271416 h 3453324"/>
              <a:gd name="connsiteX472" fmla="*/ 3397566 w 4395438"/>
              <a:gd name="connsiteY472" fmla="*/ 2271238 h 3453324"/>
              <a:gd name="connsiteX473" fmla="*/ 3467547 w 4395438"/>
              <a:gd name="connsiteY473" fmla="*/ 2294891 h 3453324"/>
              <a:gd name="connsiteX474" fmla="*/ 3323849 w 4395438"/>
              <a:gd name="connsiteY474" fmla="*/ 2272127 h 3453324"/>
              <a:gd name="connsiteX475" fmla="*/ 3397566 w 4395438"/>
              <a:gd name="connsiteY475" fmla="*/ 2271238 h 3453324"/>
              <a:gd name="connsiteX476" fmla="*/ 3222891 w 4395438"/>
              <a:gd name="connsiteY476" fmla="*/ 2270738 h 3453324"/>
              <a:gd name="connsiteX477" fmla="*/ 3316025 w 4395438"/>
              <a:gd name="connsiteY477" fmla="*/ 2304851 h 3453324"/>
              <a:gd name="connsiteX478" fmla="*/ 3170193 w 4395438"/>
              <a:gd name="connsiteY478" fmla="*/ 2279241 h 3453324"/>
              <a:gd name="connsiteX479" fmla="*/ 3222891 w 4395438"/>
              <a:gd name="connsiteY479" fmla="*/ 2270738 h 3453324"/>
              <a:gd name="connsiteX480" fmla="*/ 2464510 w 4395438"/>
              <a:gd name="connsiteY480" fmla="*/ 2270705 h 3453324"/>
              <a:gd name="connsiteX481" fmla="*/ 2553432 w 4395438"/>
              <a:gd name="connsiteY481" fmla="*/ 2271416 h 3453324"/>
              <a:gd name="connsiteX482" fmla="*/ 2579753 w 4395438"/>
              <a:gd name="connsiteY482" fmla="*/ 2290624 h 3453324"/>
              <a:gd name="connsiteX483" fmla="*/ 2573350 w 4395438"/>
              <a:gd name="connsiteY483" fmla="*/ 2302006 h 3453324"/>
              <a:gd name="connsiteX484" fmla="*/ 2464510 w 4395438"/>
              <a:gd name="connsiteY484" fmla="*/ 2301294 h 3453324"/>
              <a:gd name="connsiteX485" fmla="*/ 2443880 w 4395438"/>
              <a:gd name="connsiteY485" fmla="*/ 2283510 h 3453324"/>
              <a:gd name="connsiteX486" fmla="*/ 2464510 w 4395438"/>
              <a:gd name="connsiteY486" fmla="*/ 2270705 h 3453324"/>
              <a:gd name="connsiteX487" fmla="*/ 2313699 w 4395438"/>
              <a:gd name="connsiteY487" fmla="*/ 2270705 h 3453324"/>
              <a:gd name="connsiteX488" fmla="*/ 2406177 w 4395438"/>
              <a:gd name="connsiteY488" fmla="*/ 2271416 h 3453324"/>
              <a:gd name="connsiteX489" fmla="*/ 2429652 w 4395438"/>
              <a:gd name="connsiteY489" fmla="*/ 2292046 h 3453324"/>
              <a:gd name="connsiteX490" fmla="*/ 2423250 w 4395438"/>
              <a:gd name="connsiteY490" fmla="*/ 2302006 h 3453324"/>
              <a:gd name="connsiteX491" fmla="*/ 2313699 w 4395438"/>
              <a:gd name="connsiteY491" fmla="*/ 2301294 h 3453324"/>
              <a:gd name="connsiteX492" fmla="*/ 2295203 w 4395438"/>
              <a:gd name="connsiteY492" fmla="*/ 2285644 h 3453324"/>
              <a:gd name="connsiteX493" fmla="*/ 2313699 w 4395438"/>
              <a:gd name="connsiteY493" fmla="*/ 2270705 h 3453324"/>
              <a:gd name="connsiteX494" fmla="*/ 3074447 w 4395438"/>
              <a:gd name="connsiteY494" fmla="*/ 2270160 h 3453324"/>
              <a:gd name="connsiteX495" fmla="*/ 3169482 w 4395438"/>
              <a:gd name="connsiteY495" fmla="*/ 2306274 h 3453324"/>
              <a:gd name="connsiteX496" fmla="*/ 3023650 w 4395438"/>
              <a:gd name="connsiteY496" fmla="*/ 2279953 h 3453324"/>
              <a:gd name="connsiteX497" fmla="*/ 3074447 w 4395438"/>
              <a:gd name="connsiteY497" fmla="*/ 2270160 h 3453324"/>
              <a:gd name="connsiteX498" fmla="*/ 2213395 w 4395438"/>
              <a:gd name="connsiteY498" fmla="*/ 2269994 h 3453324"/>
              <a:gd name="connsiteX499" fmla="*/ 2258922 w 4395438"/>
              <a:gd name="connsiteY499" fmla="*/ 2270705 h 3453324"/>
              <a:gd name="connsiteX500" fmla="*/ 2278129 w 4395438"/>
              <a:gd name="connsiteY500" fmla="*/ 2285644 h 3453324"/>
              <a:gd name="connsiteX501" fmla="*/ 2260345 w 4395438"/>
              <a:gd name="connsiteY501" fmla="*/ 2301294 h 3453324"/>
              <a:gd name="connsiteX502" fmla="*/ 2165021 w 4395438"/>
              <a:gd name="connsiteY502" fmla="*/ 2301294 h 3453324"/>
              <a:gd name="connsiteX503" fmla="*/ 2145814 w 4395438"/>
              <a:gd name="connsiteY503" fmla="*/ 2286355 h 3453324"/>
              <a:gd name="connsiteX504" fmla="*/ 2167155 w 4395438"/>
              <a:gd name="connsiteY504" fmla="*/ 2270705 h 3453324"/>
              <a:gd name="connsiteX505" fmla="*/ 2213395 w 4395438"/>
              <a:gd name="connsiteY505" fmla="*/ 2269994 h 3453324"/>
              <a:gd name="connsiteX506" fmla="*/ 1975796 w 4395438"/>
              <a:gd name="connsiteY506" fmla="*/ 2269282 h 3453324"/>
              <a:gd name="connsiteX507" fmla="*/ 1984332 w 4395438"/>
              <a:gd name="connsiteY507" fmla="*/ 2279952 h 3453324"/>
              <a:gd name="connsiteX508" fmla="*/ 1962279 w 4395438"/>
              <a:gd name="connsiteY508" fmla="*/ 2299871 h 3453324"/>
              <a:gd name="connsiteX509" fmla="*/ 1849882 w 4395438"/>
              <a:gd name="connsiteY509" fmla="*/ 2300582 h 3453324"/>
              <a:gd name="connsiteX510" fmla="*/ 1844191 w 4395438"/>
              <a:gd name="connsiteY510" fmla="*/ 2288489 h 3453324"/>
              <a:gd name="connsiteX511" fmla="*/ 1869801 w 4395438"/>
              <a:gd name="connsiteY511" fmla="*/ 2269994 h 3453324"/>
              <a:gd name="connsiteX512" fmla="*/ 1975796 w 4395438"/>
              <a:gd name="connsiteY512" fmla="*/ 2269282 h 3453324"/>
              <a:gd name="connsiteX513" fmla="*/ 2938662 w 4395438"/>
              <a:gd name="connsiteY513" fmla="*/ 2269126 h 3453324"/>
              <a:gd name="connsiteX514" fmla="*/ 3020092 w 4395438"/>
              <a:gd name="connsiteY514" fmla="*/ 2297737 h 3453324"/>
              <a:gd name="connsiteX515" fmla="*/ 2886354 w 4395438"/>
              <a:gd name="connsiteY515" fmla="*/ 2275684 h 3453324"/>
              <a:gd name="connsiteX516" fmla="*/ 2938662 w 4395438"/>
              <a:gd name="connsiteY516" fmla="*/ 2269126 h 3453324"/>
              <a:gd name="connsiteX517" fmla="*/ 2787184 w 4395438"/>
              <a:gd name="connsiteY517" fmla="*/ 2268237 h 3453324"/>
              <a:gd name="connsiteX518" fmla="*/ 2871416 w 4395438"/>
              <a:gd name="connsiteY518" fmla="*/ 2298448 h 3453324"/>
              <a:gd name="connsiteX519" fmla="*/ 2741234 w 4395438"/>
              <a:gd name="connsiteY519" fmla="*/ 2276396 h 3453324"/>
              <a:gd name="connsiteX520" fmla="*/ 2787184 w 4395438"/>
              <a:gd name="connsiteY520" fmla="*/ 2268237 h 3453324"/>
              <a:gd name="connsiteX521" fmla="*/ 1762672 w 4395438"/>
              <a:gd name="connsiteY521" fmla="*/ 2267982 h 3453324"/>
              <a:gd name="connsiteX522" fmla="*/ 1838500 w 4395438"/>
              <a:gd name="connsiteY522" fmla="*/ 2271416 h 3453324"/>
              <a:gd name="connsiteX523" fmla="*/ 1810757 w 4395438"/>
              <a:gd name="connsiteY523" fmla="*/ 2299871 h 3453324"/>
              <a:gd name="connsiteX524" fmla="*/ 1697648 w 4395438"/>
              <a:gd name="connsiteY524" fmla="*/ 2301294 h 3453324"/>
              <a:gd name="connsiteX525" fmla="*/ 1762672 w 4395438"/>
              <a:gd name="connsiteY525" fmla="*/ 2267982 h 3453324"/>
              <a:gd name="connsiteX526" fmla="*/ 2650212 w 4395438"/>
              <a:gd name="connsiteY526" fmla="*/ 2267904 h 3453324"/>
              <a:gd name="connsiteX527" fmla="*/ 2722738 w 4395438"/>
              <a:gd name="connsiteY527" fmla="*/ 2296315 h 3453324"/>
              <a:gd name="connsiteX528" fmla="*/ 2593980 w 4395438"/>
              <a:gd name="connsiteY528" fmla="*/ 2273551 h 3453324"/>
              <a:gd name="connsiteX529" fmla="*/ 2650212 w 4395438"/>
              <a:gd name="connsiteY529" fmla="*/ 2267904 h 3453324"/>
              <a:gd name="connsiteX530" fmla="*/ 1531187 w 4395438"/>
              <a:gd name="connsiteY530" fmla="*/ 2267148 h 3453324"/>
              <a:gd name="connsiteX531" fmla="*/ 1396737 w 4395438"/>
              <a:gd name="connsiteY531" fmla="*/ 2291335 h 3453324"/>
              <a:gd name="connsiteX532" fmla="*/ 1531187 w 4395438"/>
              <a:gd name="connsiteY532" fmla="*/ 2267148 h 3453324"/>
              <a:gd name="connsiteX533" fmla="*/ 1624155 w 4395438"/>
              <a:gd name="connsiteY533" fmla="*/ 2267070 h 3453324"/>
              <a:gd name="connsiteX534" fmla="*/ 1689824 w 4395438"/>
              <a:gd name="connsiteY534" fmla="*/ 2272839 h 3453324"/>
              <a:gd name="connsiteX535" fmla="*/ 1661369 w 4395438"/>
              <a:gd name="connsiteY535" fmla="*/ 2299159 h 3453324"/>
              <a:gd name="connsiteX536" fmla="*/ 1546126 w 4395438"/>
              <a:gd name="connsiteY536" fmla="*/ 2300582 h 3453324"/>
              <a:gd name="connsiteX537" fmla="*/ 1624155 w 4395438"/>
              <a:gd name="connsiteY537" fmla="*/ 2267070 h 3453324"/>
              <a:gd name="connsiteX538" fmla="*/ 1323955 w 4395438"/>
              <a:gd name="connsiteY538" fmla="*/ 2265914 h 3453324"/>
              <a:gd name="connsiteX539" fmla="*/ 1381087 w 4395438"/>
              <a:gd name="connsiteY539" fmla="*/ 2272128 h 3453324"/>
              <a:gd name="connsiteX540" fmla="*/ 1245926 w 4395438"/>
              <a:gd name="connsiteY540" fmla="*/ 2297026 h 3453324"/>
              <a:gd name="connsiteX541" fmla="*/ 1323955 w 4395438"/>
              <a:gd name="connsiteY541" fmla="*/ 2265914 h 3453324"/>
              <a:gd name="connsiteX542" fmla="*/ 1080888 w 4395438"/>
              <a:gd name="connsiteY542" fmla="*/ 2265725 h 3453324"/>
              <a:gd name="connsiteX543" fmla="*/ 935056 w 4395438"/>
              <a:gd name="connsiteY543" fmla="*/ 2292047 h 3453324"/>
              <a:gd name="connsiteX544" fmla="*/ 1080888 w 4395438"/>
              <a:gd name="connsiteY544" fmla="*/ 2265725 h 3453324"/>
              <a:gd name="connsiteX545" fmla="*/ 1176634 w 4395438"/>
              <a:gd name="connsiteY545" fmla="*/ 2265592 h 3453324"/>
              <a:gd name="connsiteX546" fmla="*/ 1230987 w 4395438"/>
              <a:gd name="connsiteY546" fmla="*/ 2272128 h 3453324"/>
              <a:gd name="connsiteX547" fmla="*/ 1094403 w 4395438"/>
              <a:gd name="connsiteY547" fmla="*/ 2295603 h 3453324"/>
              <a:gd name="connsiteX548" fmla="*/ 1176634 w 4395438"/>
              <a:gd name="connsiteY548" fmla="*/ 2265592 h 3453324"/>
              <a:gd name="connsiteX549" fmla="*/ 853248 w 4395438"/>
              <a:gd name="connsiteY549" fmla="*/ 2230156 h 3453324"/>
              <a:gd name="connsiteX550" fmla="*/ 798474 w 4395438"/>
              <a:gd name="connsiteY550" fmla="*/ 2258611 h 3453324"/>
              <a:gd name="connsiteX551" fmla="*/ 552338 w 4395438"/>
              <a:gd name="connsiteY551" fmla="*/ 2637062 h 3453324"/>
              <a:gd name="connsiteX552" fmla="*/ 533843 w 4395438"/>
              <a:gd name="connsiteY552" fmla="*/ 2668362 h 3453324"/>
              <a:gd name="connsiteX553" fmla="*/ 3892237 w 4395438"/>
              <a:gd name="connsiteY553" fmla="*/ 2668362 h 3453324"/>
              <a:gd name="connsiteX554" fmla="*/ 3872319 w 4395438"/>
              <a:gd name="connsiteY554" fmla="*/ 2636351 h 3453324"/>
              <a:gd name="connsiteX555" fmla="*/ 3613379 w 4395438"/>
              <a:gd name="connsiteY555" fmla="*/ 2262879 h 3453324"/>
              <a:gd name="connsiteX556" fmla="*/ 3555046 w 4395438"/>
              <a:gd name="connsiteY556" fmla="*/ 2233002 h 3453324"/>
              <a:gd name="connsiteX557" fmla="*/ 853248 w 4395438"/>
              <a:gd name="connsiteY557" fmla="*/ 2230156 h 3453324"/>
              <a:gd name="connsiteX558" fmla="*/ 902332 w 4395438"/>
              <a:gd name="connsiteY558" fmla="*/ 2100686 h 3453324"/>
              <a:gd name="connsiteX559" fmla="*/ 2907696 w 4395438"/>
              <a:gd name="connsiteY559" fmla="*/ 2114203 h 3453324"/>
              <a:gd name="connsiteX560" fmla="*/ 3594171 w 4395438"/>
              <a:gd name="connsiteY560" fmla="*/ 2119182 h 3453324"/>
              <a:gd name="connsiteX561" fmla="*/ 3636143 w 4395438"/>
              <a:gd name="connsiteY561" fmla="*/ 2146214 h 3453324"/>
              <a:gd name="connsiteX562" fmla="*/ 3656061 w 4395438"/>
              <a:gd name="connsiteY562" fmla="*/ 2179649 h 3453324"/>
              <a:gd name="connsiteX563" fmla="*/ 4368858 w 4395438"/>
              <a:gd name="connsiteY563" fmla="*/ 3207584 h 3453324"/>
              <a:gd name="connsiteX564" fmla="*/ 4378105 w 4395438"/>
              <a:gd name="connsiteY564" fmla="*/ 3349859 h 3453324"/>
              <a:gd name="connsiteX565" fmla="*/ 4208798 w 4395438"/>
              <a:gd name="connsiteY565" fmla="*/ 3453008 h 3453324"/>
              <a:gd name="connsiteX566" fmla="*/ 3949147 w 4395438"/>
              <a:gd name="connsiteY566" fmla="*/ 3453008 h 3453324"/>
              <a:gd name="connsiteX567" fmla="*/ 2196322 w 4395438"/>
              <a:gd name="connsiteY567" fmla="*/ 3453008 h 3453324"/>
              <a:gd name="connsiteX568" fmla="*/ 198074 w 4395438"/>
              <a:gd name="connsiteY568" fmla="*/ 3453008 h 3453324"/>
              <a:gd name="connsiteX569" fmla="*/ 8137 w 4395438"/>
              <a:gd name="connsiteY569" fmla="*/ 3319270 h 3453324"/>
              <a:gd name="connsiteX570" fmla="*/ 40861 w 4395438"/>
              <a:gd name="connsiteY570" fmla="*/ 3136447 h 3453324"/>
              <a:gd name="connsiteX571" fmla="*/ 785669 w 4395438"/>
              <a:gd name="connsiteY571" fmla="*/ 2166844 h 3453324"/>
              <a:gd name="connsiteX572" fmla="*/ 796340 w 4395438"/>
              <a:gd name="connsiteY572" fmla="*/ 2152617 h 3453324"/>
              <a:gd name="connsiteX573" fmla="*/ 902332 w 4395438"/>
              <a:gd name="connsiteY573" fmla="*/ 2100686 h 3453324"/>
              <a:gd name="connsiteX574" fmla="*/ 945015 w 4395438"/>
              <a:gd name="connsiteY574" fmla="*/ 186380 h 3453324"/>
              <a:gd name="connsiteX575" fmla="*/ 875300 w 4395438"/>
              <a:gd name="connsiteY575" fmla="*/ 258228 h 3453324"/>
              <a:gd name="connsiteX576" fmla="*/ 875300 w 4395438"/>
              <a:gd name="connsiteY576" fmla="*/ 1759228 h 3453324"/>
              <a:gd name="connsiteX577" fmla="*/ 950706 w 4395438"/>
              <a:gd name="connsiteY577" fmla="*/ 1836056 h 3453324"/>
              <a:gd name="connsiteX578" fmla="*/ 2601805 w 4395438"/>
              <a:gd name="connsiteY578" fmla="*/ 1836056 h 3453324"/>
              <a:gd name="connsiteX579" fmla="*/ 3470393 w 4395438"/>
              <a:gd name="connsiteY579" fmla="*/ 1836056 h 3453324"/>
              <a:gd name="connsiteX580" fmla="*/ 3545798 w 4395438"/>
              <a:gd name="connsiteY580" fmla="*/ 1759228 h 3453324"/>
              <a:gd name="connsiteX581" fmla="*/ 3545798 w 4395438"/>
              <a:gd name="connsiteY581" fmla="*/ 258228 h 3453324"/>
              <a:gd name="connsiteX582" fmla="*/ 3476084 w 4395438"/>
              <a:gd name="connsiteY582" fmla="*/ 186380 h 3453324"/>
              <a:gd name="connsiteX583" fmla="*/ 2179961 w 4395438"/>
              <a:gd name="connsiteY583" fmla="*/ 186380 h 3453324"/>
              <a:gd name="connsiteX584" fmla="*/ 945015 w 4395438"/>
              <a:gd name="connsiteY584" fmla="*/ 186380 h 3453324"/>
              <a:gd name="connsiteX585" fmla="*/ 884548 w 4395438"/>
              <a:gd name="connsiteY585" fmla="*/ 0 h 3453324"/>
              <a:gd name="connsiteX586" fmla="*/ 2226200 w 4395438"/>
              <a:gd name="connsiteY586" fmla="*/ 711 h 3453324"/>
              <a:gd name="connsiteX587" fmla="*/ 3536550 w 4395438"/>
              <a:gd name="connsiteY587" fmla="*/ 0 h 3453324"/>
              <a:gd name="connsiteX588" fmla="*/ 3653215 w 4395438"/>
              <a:gd name="connsiteY588" fmla="*/ 114531 h 3453324"/>
              <a:gd name="connsiteX589" fmla="*/ 3653927 w 4395438"/>
              <a:gd name="connsiteY589" fmla="*/ 1885852 h 3453324"/>
              <a:gd name="connsiteX590" fmla="*/ 3537262 w 4395438"/>
              <a:gd name="connsiteY590" fmla="*/ 2001806 h 3453324"/>
              <a:gd name="connsiteX591" fmla="*/ 2283821 w 4395438"/>
              <a:gd name="connsiteY591" fmla="*/ 2001806 h 3453324"/>
              <a:gd name="connsiteX592" fmla="*/ 884548 w 4395438"/>
              <a:gd name="connsiteY592" fmla="*/ 2001806 h 3453324"/>
              <a:gd name="connsiteX593" fmla="*/ 767885 w 4395438"/>
              <a:gd name="connsiteY593" fmla="*/ 1885852 h 3453324"/>
              <a:gd name="connsiteX594" fmla="*/ 767885 w 4395438"/>
              <a:gd name="connsiteY594" fmla="*/ 114531 h 3453324"/>
              <a:gd name="connsiteX595" fmla="*/ 884548 w 4395438"/>
              <a:gd name="connsiteY595" fmla="*/ 0 h 345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</a:cxnLst>
            <a:rect l="l" t="t" r="r" b="b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2491363" y="2535560"/>
            <a:ext cx="131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44560" y="2535559"/>
            <a:ext cx="131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06407" y="4567917"/>
            <a:ext cx="131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20869" y="5518007"/>
            <a:ext cx="131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33881" y="5518007"/>
            <a:ext cx="1310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8284" y="5456451"/>
            <a:ext cx="1860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Here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739204" y="3470075"/>
            <a:ext cx="2026282" cy="881666"/>
            <a:chOff x="-825913" y="4159966"/>
            <a:chExt cx="5395324" cy="881666"/>
          </a:xfrm>
        </p:grpSpPr>
        <p:sp>
          <p:nvSpPr>
            <p:cNvPr id="55" name="TextBox 54"/>
            <p:cNvSpPr txBox="1"/>
            <p:nvPr/>
          </p:nvSpPr>
          <p:spPr>
            <a:xfrm>
              <a:off x="-815792" y="4395301"/>
              <a:ext cx="53667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方正舒体" panose="02010601030101010101" pitchFamily="2" charset="-122"/>
                  <a:cs typeface="Arial" panose="020B0604020202020204" pitchFamily="34" charset="0"/>
                </a:rPr>
                <a:t>Get a modern PowerPoint  Presentation that is beautifully designed.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方正舒体" panose="02010601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-825913" y="4159966"/>
              <a:ext cx="5395324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99" name="Group 98"/>
          <p:cNvGrpSpPr/>
          <p:nvPr/>
        </p:nvGrpSpPr>
        <p:grpSpPr>
          <a:xfrm>
            <a:off x="4415674" y="2369088"/>
            <a:ext cx="3338535" cy="3338536"/>
            <a:chOff x="3337726" y="1072465"/>
            <a:chExt cx="5515324" cy="5515324"/>
          </a:xfrm>
          <a:solidFill>
            <a:schemeClr val="accent1"/>
          </a:solidFill>
        </p:grpSpPr>
        <p:grpSp>
          <p:nvGrpSpPr>
            <p:cNvPr id="73" name="Group 72"/>
            <p:cNvGrpSpPr/>
            <p:nvPr/>
          </p:nvGrpSpPr>
          <p:grpSpPr>
            <a:xfrm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11" name="Freeform: Shape 10"/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/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/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/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 rot="3600000"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75" name="Freeform: Shape 74"/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/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/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/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/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 rot="18000000">
              <a:off x="5967772" y="1072465"/>
              <a:ext cx="255231" cy="5515324"/>
              <a:chOff x="5964969" y="1072465"/>
              <a:chExt cx="255231" cy="5515324"/>
            </a:xfrm>
            <a:grpFill/>
          </p:grpSpPr>
          <p:sp>
            <p:nvSpPr>
              <p:cNvPr id="87" name="Freeform: Shape 86"/>
              <p:cNvSpPr/>
              <p:nvPr/>
            </p:nvSpPr>
            <p:spPr>
              <a:xfrm>
                <a:off x="6062740" y="1191371"/>
                <a:ext cx="59688" cy="5309337"/>
              </a:xfrm>
              <a:custGeom>
                <a:avLst/>
                <a:gdLst>
                  <a:gd name="connsiteX0" fmla="*/ 0 w 74220"/>
                  <a:gd name="connsiteY0" fmla="*/ 0 h 6601938"/>
                  <a:gd name="connsiteX1" fmla="*/ 74221 w 74220"/>
                  <a:gd name="connsiteY1" fmla="*/ 0 h 6601938"/>
                  <a:gd name="connsiteX2" fmla="*/ 74221 w 74220"/>
                  <a:gd name="connsiteY2" fmla="*/ 6601939 h 6601938"/>
                  <a:gd name="connsiteX3" fmla="*/ 0 w 74220"/>
                  <a:gd name="connsiteY3" fmla="*/ 6601939 h 660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/>
              <p:cNvSpPr/>
              <p:nvPr/>
            </p:nvSpPr>
            <p:spPr>
              <a:xfrm>
                <a:off x="5964969" y="1072465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/>
              <p:cNvSpPr/>
              <p:nvPr/>
            </p:nvSpPr>
            <p:spPr>
              <a:xfrm>
                <a:off x="5964969" y="6332559"/>
                <a:ext cx="255231" cy="255230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/>
              <p:cNvSpPr/>
              <p:nvPr/>
            </p:nvSpPr>
            <p:spPr>
              <a:xfrm>
                <a:off x="5964969" y="2825829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/>
              <p:cNvSpPr/>
              <p:nvPr/>
            </p:nvSpPr>
            <p:spPr>
              <a:xfrm>
                <a:off x="5964969" y="4579194"/>
                <a:ext cx="255231" cy="255231"/>
              </a:xfrm>
              <a:custGeom>
                <a:avLst/>
                <a:gdLst>
                  <a:gd name="connsiteX0" fmla="*/ 317368 w 317368"/>
                  <a:gd name="connsiteY0" fmla="*/ 158684 h 317368"/>
                  <a:gd name="connsiteX1" fmla="*/ 158684 w 317368"/>
                  <a:gd name="connsiteY1" fmla="*/ 317368 h 317368"/>
                  <a:gd name="connsiteX2" fmla="*/ 0 w 317368"/>
                  <a:gd name="connsiteY2" fmla="*/ 158684 h 317368"/>
                  <a:gd name="connsiteX3" fmla="*/ 158684 w 317368"/>
                  <a:gd name="connsiteY3" fmla="*/ 0 h 317368"/>
                  <a:gd name="connsiteX4" fmla="*/ 317368 w 317368"/>
                  <a:gd name="connsiteY4" fmla="*/ 158684 h 3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grpFill/>
              <a:ln w="74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4833263" y="2613915"/>
            <a:ext cx="2486834" cy="2852682"/>
            <a:chOff x="4833263" y="2613915"/>
            <a:chExt cx="2486834" cy="2852682"/>
          </a:xfrm>
        </p:grpSpPr>
        <p:sp>
          <p:nvSpPr>
            <p:cNvPr id="107" name="Freeform: Shape 106"/>
            <p:cNvSpPr/>
            <p:nvPr/>
          </p:nvSpPr>
          <p:spPr>
            <a:xfrm>
              <a:off x="4838533" y="2999088"/>
              <a:ext cx="1125018" cy="1276146"/>
            </a:xfrm>
            <a:custGeom>
              <a:avLst/>
              <a:gdLst>
                <a:gd name="connsiteX0" fmla="*/ 891621 w 1858552"/>
                <a:gd name="connsiteY0" fmla="*/ 127333 h 2108217"/>
                <a:gd name="connsiteX1" fmla="*/ 136204 w 1858552"/>
                <a:gd name="connsiteY1" fmla="*/ 570529 h 2108217"/>
                <a:gd name="connsiteX2" fmla="*/ 137285 w 1858552"/>
                <a:gd name="connsiteY2" fmla="*/ 575881 h 2108217"/>
                <a:gd name="connsiteX3" fmla="*/ 95362 w 1858552"/>
                <a:gd name="connsiteY3" fmla="*/ 639129 h 2108217"/>
                <a:gd name="connsiteX4" fmla="*/ 80913 w 1858552"/>
                <a:gd name="connsiteY4" fmla="*/ 642046 h 2108217"/>
                <a:gd name="connsiteX5" fmla="*/ 87029 w 1858552"/>
                <a:gd name="connsiteY5" fmla="*/ 1513636 h 2108217"/>
                <a:gd name="connsiteX6" fmla="*/ 95361 w 1858552"/>
                <a:gd name="connsiteY6" fmla="*/ 1515318 h 2108217"/>
                <a:gd name="connsiteX7" fmla="*/ 137285 w 1858552"/>
                <a:gd name="connsiteY7" fmla="*/ 1578567 h 2108217"/>
                <a:gd name="connsiteX8" fmla="*/ 136263 w 1858552"/>
                <a:gd name="connsiteY8" fmla="*/ 1583626 h 2108217"/>
                <a:gd name="connsiteX9" fmla="*/ 870153 w 1858552"/>
                <a:gd name="connsiteY9" fmla="*/ 2000544 h 2108217"/>
                <a:gd name="connsiteX10" fmla="*/ 876563 w 1858552"/>
                <a:gd name="connsiteY10" fmla="*/ 1991037 h 2108217"/>
                <a:gd name="connsiteX11" fmla="*/ 925101 w 1858552"/>
                <a:gd name="connsiteY11" fmla="*/ 1970932 h 2108217"/>
                <a:gd name="connsiteX12" fmla="*/ 973638 w 1858552"/>
                <a:gd name="connsiteY12" fmla="*/ 1991037 h 2108217"/>
                <a:gd name="connsiteX13" fmla="*/ 974304 w 1858552"/>
                <a:gd name="connsiteY13" fmla="*/ 1992024 h 2108217"/>
                <a:gd name="connsiteX14" fmla="*/ 1723151 w 1858552"/>
                <a:gd name="connsiteY14" fmla="*/ 1552681 h 2108217"/>
                <a:gd name="connsiteX15" fmla="*/ 1723319 w 1858552"/>
                <a:gd name="connsiteY15" fmla="*/ 1551848 h 2108217"/>
                <a:gd name="connsiteX16" fmla="*/ 1737335 w 1858552"/>
                <a:gd name="connsiteY16" fmla="*/ 1531060 h 2108217"/>
                <a:gd name="connsiteX17" fmla="*/ 1730864 w 1858552"/>
                <a:gd name="connsiteY17" fmla="*/ 608833 h 2108217"/>
                <a:gd name="connsiteX18" fmla="*/ 1726661 w 1858552"/>
                <a:gd name="connsiteY18" fmla="*/ 602599 h 2108217"/>
                <a:gd name="connsiteX19" fmla="*/ 1723626 w 1858552"/>
                <a:gd name="connsiteY19" fmla="*/ 587565 h 2108217"/>
                <a:gd name="connsiteX20" fmla="*/ 929459 w 1858552"/>
                <a:gd name="connsiteY20" fmla="*/ 136405 h 2108217"/>
                <a:gd name="connsiteX21" fmla="*/ 925101 w 1858552"/>
                <a:gd name="connsiteY21" fmla="*/ 137285 h 2108217"/>
                <a:gd name="connsiteX22" fmla="*/ 898382 w 1858552"/>
                <a:gd name="connsiteY22" fmla="*/ 131891 h 2108217"/>
                <a:gd name="connsiteX23" fmla="*/ 925101 w 1858552"/>
                <a:gd name="connsiteY23" fmla="*/ 0 h 2108217"/>
                <a:gd name="connsiteX24" fmla="*/ 993743 w 1858552"/>
                <a:gd name="connsiteY24" fmla="*/ 68643 h 2108217"/>
                <a:gd name="connsiteX25" fmla="*/ 988349 w 1858552"/>
                <a:gd name="connsiteY25" fmla="*/ 95361 h 2108217"/>
                <a:gd name="connsiteX26" fmla="*/ 982848 w 1858552"/>
                <a:gd name="connsiteY26" fmla="*/ 103520 h 2108217"/>
                <a:gd name="connsiteX27" fmla="*/ 1737928 w 1858552"/>
                <a:gd name="connsiteY27" fmla="*/ 532451 h 2108217"/>
                <a:gd name="connsiteX28" fmla="*/ 1741372 w 1858552"/>
                <a:gd name="connsiteY28" fmla="*/ 527343 h 2108217"/>
                <a:gd name="connsiteX29" fmla="*/ 1789910 w 1858552"/>
                <a:gd name="connsiteY29" fmla="*/ 507238 h 2108217"/>
                <a:gd name="connsiteX30" fmla="*/ 1858552 w 1858552"/>
                <a:gd name="connsiteY30" fmla="*/ 575881 h 2108217"/>
                <a:gd name="connsiteX31" fmla="*/ 1789910 w 1858552"/>
                <a:gd name="connsiteY31" fmla="*/ 644523 h 2108217"/>
                <a:gd name="connsiteX32" fmla="*/ 1786126 w 1858552"/>
                <a:gd name="connsiteY32" fmla="*/ 643759 h 2108217"/>
                <a:gd name="connsiteX33" fmla="*/ 1792189 w 1858552"/>
                <a:gd name="connsiteY33" fmla="*/ 1511060 h 2108217"/>
                <a:gd name="connsiteX34" fmla="*/ 1813286 w 1858552"/>
                <a:gd name="connsiteY34" fmla="*/ 1515319 h 2108217"/>
                <a:gd name="connsiteX35" fmla="*/ 1855209 w 1858552"/>
                <a:gd name="connsiteY35" fmla="*/ 1578567 h 2108217"/>
                <a:gd name="connsiteX36" fmla="*/ 1786567 w 1858552"/>
                <a:gd name="connsiteY36" fmla="*/ 1647209 h 2108217"/>
                <a:gd name="connsiteX37" fmla="*/ 1738030 w 1858552"/>
                <a:gd name="connsiteY37" fmla="*/ 1627104 h 2108217"/>
                <a:gd name="connsiteX38" fmla="*/ 1728646 w 1858552"/>
                <a:gd name="connsiteY38" fmla="*/ 1613186 h 2108217"/>
                <a:gd name="connsiteX39" fmla="*/ 992650 w 1858552"/>
                <a:gd name="connsiteY39" fmla="*/ 2044990 h 2108217"/>
                <a:gd name="connsiteX40" fmla="*/ 988349 w 1858552"/>
                <a:gd name="connsiteY40" fmla="*/ 2066293 h 2108217"/>
                <a:gd name="connsiteX41" fmla="*/ 925101 w 1858552"/>
                <a:gd name="connsiteY41" fmla="*/ 2108217 h 2108217"/>
                <a:gd name="connsiteX42" fmla="*/ 861852 w 1858552"/>
                <a:gd name="connsiteY42" fmla="*/ 2066293 h 2108217"/>
                <a:gd name="connsiteX43" fmla="*/ 860191 w 1858552"/>
                <a:gd name="connsiteY43" fmla="*/ 2058064 h 2108217"/>
                <a:gd name="connsiteX44" fmla="*/ 110027 w 1858552"/>
                <a:gd name="connsiteY44" fmla="*/ 1631927 h 2108217"/>
                <a:gd name="connsiteX45" fmla="*/ 95361 w 1858552"/>
                <a:gd name="connsiteY45" fmla="*/ 1641815 h 2108217"/>
                <a:gd name="connsiteX46" fmla="*/ 68643 w 1858552"/>
                <a:gd name="connsiteY46" fmla="*/ 1647209 h 2108217"/>
                <a:gd name="connsiteX47" fmla="*/ 0 w 1858552"/>
                <a:gd name="connsiteY47" fmla="*/ 1578567 h 2108217"/>
                <a:gd name="connsiteX48" fmla="*/ 20105 w 1858552"/>
                <a:gd name="connsiteY48" fmla="*/ 1530029 h 2108217"/>
                <a:gd name="connsiteX49" fmla="*/ 32128 w 1858552"/>
                <a:gd name="connsiteY49" fmla="*/ 1521923 h 2108217"/>
                <a:gd name="connsiteX50" fmla="*/ 25882 w 1858552"/>
                <a:gd name="connsiteY50" fmla="*/ 628313 h 2108217"/>
                <a:gd name="connsiteX51" fmla="*/ 20106 w 1858552"/>
                <a:gd name="connsiteY51" fmla="*/ 624418 h 2108217"/>
                <a:gd name="connsiteX52" fmla="*/ 1 w 1858552"/>
                <a:gd name="connsiteY52" fmla="*/ 575881 h 2108217"/>
                <a:gd name="connsiteX53" fmla="*/ 68643 w 1858552"/>
                <a:gd name="connsiteY53" fmla="*/ 507239 h 2108217"/>
                <a:gd name="connsiteX54" fmla="*/ 95362 w 1858552"/>
                <a:gd name="connsiteY54" fmla="*/ 512633 h 2108217"/>
                <a:gd name="connsiteX55" fmla="*/ 109767 w 1858552"/>
                <a:gd name="connsiteY55" fmla="*/ 522346 h 2108217"/>
                <a:gd name="connsiteX56" fmla="*/ 859279 w 1858552"/>
                <a:gd name="connsiteY56" fmla="*/ 82613 h 2108217"/>
                <a:gd name="connsiteX57" fmla="*/ 856458 w 1858552"/>
                <a:gd name="connsiteY57" fmla="*/ 68643 h 2108217"/>
                <a:gd name="connsiteX58" fmla="*/ 925101 w 1858552"/>
                <a:gd name="connsiteY58" fmla="*/ 0 h 210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858552" h="2108217">
                  <a:moveTo>
                    <a:pt x="891621" y="127333"/>
                  </a:moveTo>
                  <a:lnTo>
                    <a:pt x="136204" y="570529"/>
                  </a:lnTo>
                  <a:lnTo>
                    <a:pt x="137285" y="575881"/>
                  </a:lnTo>
                  <a:cubicBezTo>
                    <a:pt x="137285" y="604314"/>
                    <a:pt x="119998" y="628708"/>
                    <a:pt x="95362" y="639129"/>
                  </a:cubicBezTo>
                  <a:lnTo>
                    <a:pt x="80913" y="642046"/>
                  </a:lnTo>
                  <a:lnTo>
                    <a:pt x="87029" y="1513636"/>
                  </a:lnTo>
                  <a:lnTo>
                    <a:pt x="95361" y="1515318"/>
                  </a:lnTo>
                  <a:cubicBezTo>
                    <a:pt x="119998" y="1525739"/>
                    <a:pt x="137285" y="1550134"/>
                    <a:pt x="137285" y="1578567"/>
                  </a:cubicBezTo>
                  <a:lnTo>
                    <a:pt x="136263" y="1583626"/>
                  </a:lnTo>
                  <a:lnTo>
                    <a:pt x="870153" y="2000544"/>
                  </a:lnTo>
                  <a:lnTo>
                    <a:pt x="876563" y="1991037"/>
                  </a:lnTo>
                  <a:cubicBezTo>
                    <a:pt x="888985" y="1978615"/>
                    <a:pt x="906146" y="1970932"/>
                    <a:pt x="925101" y="1970932"/>
                  </a:cubicBezTo>
                  <a:cubicBezTo>
                    <a:pt x="944056" y="1970932"/>
                    <a:pt x="961217" y="1978615"/>
                    <a:pt x="973638" y="1991037"/>
                  </a:cubicBezTo>
                  <a:lnTo>
                    <a:pt x="974304" y="1992024"/>
                  </a:lnTo>
                  <a:lnTo>
                    <a:pt x="1723151" y="1552681"/>
                  </a:lnTo>
                  <a:lnTo>
                    <a:pt x="1723319" y="1551848"/>
                  </a:lnTo>
                  <a:lnTo>
                    <a:pt x="1737335" y="1531060"/>
                  </a:lnTo>
                  <a:lnTo>
                    <a:pt x="1730864" y="608833"/>
                  </a:lnTo>
                  <a:lnTo>
                    <a:pt x="1726661" y="602599"/>
                  </a:lnTo>
                  <a:lnTo>
                    <a:pt x="1723626" y="587565"/>
                  </a:lnTo>
                  <a:lnTo>
                    <a:pt x="929459" y="136405"/>
                  </a:lnTo>
                  <a:lnTo>
                    <a:pt x="925101" y="137285"/>
                  </a:lnTo>
                  <a:cubicBezTo>
                    <a:pt x="915623" y="137285"/>
                    <a:pt x="906594" y="135364"/>
                    <a:pt x="898382" y="131891"/>
                  </a:cubicBezTo>
                  <a:close/>
                  <a:moveTo>
                    <a:pt x="925101" y="0"/>
                  </a:moveTo>
                  <a:cubicBezTo>
                    <a:pt x="963011" y="0"/>
                    <a:pt x="993743" y="30732"/>
                    <a:pt x="993743" y="68643"/>
                  </a:cubicBezTo>
                  <a:cubicBezTo>
                    <a:pt x="993743" y="78120"/>
                    <a:pt x="991823" y="87149"/>
                    <a:pt x="988349" y="95361"/>
                  </a:cubicBezTo>
                  <a:lnTo>
                    <a:pt x="982848" y="103520"/>
                  </a:lnTo>
                  <a:lnTo>
                    <a:pt x="1737928" y="532451"/>
                  </a:lnTo>
                  <a:lnTo>
                    <a:pt x="1741372" y="527343"/>
                  </a:lnTo>
                  <a:cubicBezTo>
                    <a:pt x="1753794" y="514921"/>
                    <a:pt x="1770955" y="507238"/>
                    <a:pt x="1789910" y="507238"/>
                  </a:cubicBezTo>
                  <a:cubicBezTo>
                    <a:pt x="1827820" y="507238"/>
                    <a:pt x="1858552" y="537970"/>
                    <a:pt x="1858552" y="575881"/>
                  </a:cubicBezTo>
                  <a:cubicBezTo>
                    <a:pt x="1858552" y="613791"/>
                    <a:pt x="1827820" y="644523"/>
                    <a:pt x="1789910" y="644523"/>
                  </a:cubicBezTo>
                  <a:lnTo>
                    <a:pt x="1786126" y="643759"/>
                  </a:lnTo>
                  <a:lnTo>
                    <a:pt x="1792189" y="1511060"/>
                  </a:lnTo>
                  <a:lnTo>
                    <a:pt x="1813286" y="1515319"/>
                  </a:lnTo>
                  <a:cubicBezTo>
                    <a:pt x="1837922" y="1525740"/>
                    <a:pt x="1855209" y="1550134"/>
                    <a:pt x="1855209" y="1578567"/>
                  </a:cubicBezTo>
                  <a:cubicBezTo>
                    <a:pt x="1855209" y="1616477"/>
                    <a:pt x="1824477" y="1647209"/>
                    <a:pt x="1786567" y="1647209"/>
                  </a:cubicBezTo>
                  <a:cubicBezTo>
                    <a:pt x="1767612" y="1647209"/>
                    <a:pt x="1750452" y="1639526"/>
                    <a:pt x="1738030" y="1627104"/>
                  </a:cubicBezTo>
                  <a:lnTo>
                    <a:pt x="1728646" y="1613186"/>
                  </a:lnTo>
                  <a:lnTo>
                    <a:pt x="992650" y="2044990"/>
                  </a:lnTo>
                  <a:lnTo>
                    <a:pt x="988349" y="2066293"/>
                  </a:lnTo>
                  <a:cubicBezTo>
                    <a:pt x="977929" y="2090930"/>
                    <a:pt x="953534" y="2108217"/>
                    <a:pt x="925101" y="2108217"/>
                  </a:cubicBezTo>
                  <a:cubicBezTo>
                    <a:pt x="896668" y="2108217"/>
                    <a:pt x="872273" y="2090930"/>
                    <a:pt x="861852" y="2066293"/>
                  </a:cubicBezTo>
                  <a:lnTo>
                    <a:pt x="860191" y="2058064"/>
                  </a:lnTo>
                  <a:lnTo>
                    <a:pt x="110027" y="1631927"/>
                  </a:lnTo>
                  <a:lnTo>
                    <a:pt x="95361" y="1641815"/>
                  </a:lnTo>
                  <a:cubicBezTo>
                    <a:pt x="87149" y="1645288"/>
                    <a:pt x="78120" y="1647209"/>
                    <a:pt x="68643" y="1647209"/>
                  </a:cubicBezTo>
                  <a:cubicBezTo>
                    <a:pt x="30732" y="1647209"/>
                    <a:pt x="0" y="1616477"/>
                    <a:pt x="0" y="1578567"/>
                  </a:cubicBezTo>
                  <a:cubicBezTo>
                    <a:pt x="0" y="1559611"/>
                    <a:pt x="7683" y="1542451"/>
                    <a:pt x="20105" y="1530029"/>
                  </a:cubicBezTo>
                  <a:lnTo>
                    <a:pt x="32128" y="1521923"/>
                  </a:lnTo>
                  <a:lnTo>
                    <a:pt x="25882" y="628313"/>
                  </a:lnTo>
                  <a:lnTo>
                    <a:pt x="20106" y="624418"/>
                  </a:lnTo>
                  <a:cubicBezTo>
                    <a:pt x="7684" y="611997"/>
                    <a:pt x="1" y="594836"/>
                    <a:pt x="1" y="575881"/>
                  </a:cubicBezTo>
                  <a:cubicBezTo>
                    <a:pt x="1" y="537971"/>
                    <a:pt x="30733" y="507239"/>
                    <a:pt x="68643" y="507239"/>
                  </a:cubicBezTo>
                  <a:cubicBezTo>
                    <a:pt x="78121" y="507239"/>
                    <a:pt x="87150" y="509160"/>
                    <a:pt x="95362" y="512633"/>
                  </a:cubicBezTo>
                  <a:lnTo>
                    <a:pt x="109767" y="522346"/>
                  </a:lnTo>
                  <a:lnTo>
                    <a:pt x="859279" y="82613"/>
                  </a:lnTo>
                  <a:lnTo>
                    <a:pt x="856458" y="68643"/>
                  </a:lnTo>
                  <a:cubicBezTo>
                    <a:pt x="856458" y="30732"/>
                    <a:pt x="887190" y="0"/>
                    <a:pt x="925101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6190784" y="3803471"/>
              <a:ext cx="1129313" cy="1276507"/>
            </a:xfrm>
            <a:custGeom>
              <a:avLst/>
              <a:gdLst>
                <a:gd name="connsiteX0" fmla="*/ 896251 w 1865646"/>
                <a:gd name="connsiteY0" fmla="*/ 120481 h 2108813"/>
                <a:gd name="connsiteX1" fmla="*/ 129434 w 1865646"/>
                <a:gd name="connsiteY1" fmla="*/ 570366 h 2108813"/>
                <a:gd name="connsiteX2" fmla="*/ 125890 w 1865646"/>
                <a:gd name="connsiteY2" fmla="*/ 575622 h 2108813"/>
                <a:gd name="connsiteX3" fmla="*/ 112789 w 1865646"/>
                <a:gd name="connsiteY3" fmla="*/ 584455 h 2108813"/>
                <a:gd name="connsiteX4" fmla="*/ 119147 w 1865646"/>
                <a:gd name="connsiteY4" fmla="*/ 1490535 h 2108813"/>
                <a:gd name="connsiteX5" fmla="*/ 131891 w 1865646"/>
                <a:gd name="connsiteY5" fmla="*/ 1509437 h 2108813"/>
                <a:gd name="connsiteX6" fmla="*/ 137285 w 1865646"/>
                <a:gd name="connsiteY6" fmla="*/ 1536156 h 2108813"/>
                <a:gd name="connsiteX7" fmla="*/ 136049 w 1865646"/>
                <a:gd name="connsiteY7" fmla="*/ 1542278 h 2108813"/>
                <a:gd name="connsiteX8" fmla="*/ 907672 w 1865646"/>
                <a:gd name="connsiteY8" fmla="*/ 1980632 h 2108813"/>
                <a:gd name="connsiteX9" fmla="*/ 913174 w 1865646"/>
                <a:gd name="connsiteY9" fmla="*/ 1976922 h 2108813"/>
                <a:gd name="connsiteX10" fmla="*/ 939893 w 1865646"/>
                <a:gd name="connsiteY10" fmla="*/ 1971528 h 2108813"/>
                <a:gd name="connsiteX11" fmla="*/ 966612 w 1865646"/>
                <a:gd name="connsiteY11" fmla="*/ 1976922 h 2108813"/>
                <a:gd name="connsiteX12" fmla="*/ 978887 w 1865646"/>
                <a:gd name="connsiteY12" fmla="*/ 1985199 h 2108813"/>
                <a:gd name="connsiteX13" fmla="*/ 1722260 w 1865646"/>
                <a:gd name="connsiteY13" fmla="*/ 1549067 h 2108813"/>
                <a:gd name="connsiteX14" fmla="*/ 1719653 w 1865646"/>
                <a:gd name="connsiteY14" fmla="*/ 1536156 h 2108813"/>
                <a:gd name="connsiteX15" fmla="*/ 1761577 w 1865646"/>
                <a:gd name="connsiteY15" fmla="*/ 1472908 h 2108813"/>
                <a:gd name="connsiteX16" fmla="*/ 1769197 w 1865646"/>
                <a:gd name="connsiteY16" fmla="*/ 1471370 h 2108813"/>
                <a:gd name="connsiteX17" fmla="*/ 1762980 w 1865646"/>
                <a:gd name="connsiteY17" fmla="*/ 585408 h 2108813"/>
                <a:gd name="connsiteX18" fmla="*/ 1748466 w 1865646"/>
                <a:gd name="connsiteY18" fmla="*/ 575622 h 2108813"/>
                <a:gd name="connsiteX19" fmla="*/ 1733755 w 1865646"/>
                <a:gd name="connsiteY19" fmla="*/ 553803 h 2108813"/>
                <a:gd name="connsiteX20" fmla="*/ 1733366 w 1865646"/>
                <a:gd name="connsiteY20" fmla="*/ 551872 h 2108813"/>
                <a:gd name="connsiteX21" fmla="*/ 979173 w 1865646"/>
                <a:gd name="connsiteY21" fmla="*/ 123421 h 2108813"/>
                <a:gd name="connsiteX22" fmla="*/ 966611 w 1865646"/>
                <a:gd name="connsiteY22" fmla="*/ 131891 h 2108813"/>
                <a:gd name="connsiteX23" fmla="*/ 939893 w 1865646"/>
                <a:gd name="connsiteY23" fmla="*/ 137285 h 2108813"/>
                <a:gd name="connsiteX24" fmla="*/ 913174 w 1865646"/>
                <a:gd name="connsiteY24" fmla="*/ 131891 h 2108813"/>
                <a:gd name="connsiteX25" fmla="*/ 939893 w 1865646"/>
                <a:gd name="connsiteY25" fmla="*/ 0 h 2108813"/>
                <a:gd name="connsiteX26" fmla="*/ 1008535 w 1865646"/>
                <a:gd name="connsiteY26" fmla="*/ 68643 h 2108813"/>
                <a:gd name="connsiteX27" fmla="*/ 1007047 w 1865646"/>
                <a:gd name="connsiteY27" fmla="*/ 76016 h 2108813"/>
                <a:gd name="connsiteX28" fmla="*/ 1739379 w 1865646"/>
                <a:gd name="connsiteY28" fmla="*/ 492025 h 2108813"/>
                <a:gd name="connsiteX29" fmla="*/ 1748466 w 1865646"/>
                <a:gd name="connsiteY29" fmla="*/ 478547 h 2108813"/>
                <a:gd name="connsiteX30" fmla="*/ 1797004 w 1865646"/>
                <a:gd name="connsiteY30" fmla="*/ 458442 h 2108813"/>
                <a:gd name="connsiteX31" fmla="*/ 1865646 w 1865646"/>
                <a:gd name="connsiteY31" fmla="*/ 527085 h 2108813"/>
                <a:gd name="connsiteX32" fmla="*/ 1823722 w 1865646"/>
                <a:gd name="connsiteY32" fmla="*/ 590333 h 2108813"/>
                <a:gd name="connsiteX33" fmla="*/ 1817981 w 1865646"/>
                <a:gd name="connsiteY33" fmla="*/ 591492 h 2108813"/>
                <a:gd name="connsiteX34" fmla="*/ 1824186 w 1865646"/>
                <a:gd name="connsiteY34" fmla="*/ 1479093 h 2108813"/>
                <a:gd name="connsiteX35" fmla="*/ 1836832 w 1865646"/>
                <a:gd name="connsiteY35" fmla="*/ 1487619 h 2108813"/>
                <a:gd name="connsiteX36" fmla="*/ 1856937 w 1865646"/>
                <a:gd name="connsiteY36" fmla="*/ 1536156 h 2108813"/>
                <a:gd name="connsiteX37" fmla="*/ 1788295 w 1865646"/>
                <a:gd name="connsiteY37" fmla="*/ 1604798 h 2108813"/>
                <a:gd name="connsiteX38" fmla="*/ 1761577 w 1865646"/>
                <a:gd name="connsiteY38" fmla="*/ 1599404 h 2108813"/>
                <a:gd name="connsiteX39" fmla="*/ 1753830 w 1865646"/>
                <a:gd name="connsiteY39" fmla="*/ 1594181 h 2108813"/>
                <a:gd name="connsiteX40" fmla="*/ 1006959 w 1865646"/>
                <a:gd name="connsiteY40" fmla="*/ 2032364 h 2108813"/>
                <a:gd name="connsiteX41" fmla="*/ 1008535 w 1865646"/>
                <a:gd name="connsiteY41" fmla="*/ 2040171 h 2108813"/>
                <a:gd name="connsiteX42" fmla="*/ 939893 w 1865646"/>
                <a:gd name="connsiteY42" fmla="*/ 2108813 h 2108813"/>
                <a:gd name="connsiteX43" fmla="*/ 871250 w 1865646"/>
                <a:gd name="connsiteY43" fmla="*/ 2040171 h 2108813"/>
                <a:gd name="connsiteX44" fmla="*/ 874343 w 1865646"/>
                <a:gd name="connsiteY44" fmla="*/ 2024852 h 2108813"/>
                <a:gd name="connsiteX45" fmla="*/ 109094 w 1865646"/>
                <a:gd name="connsiteY45" fmla="*/ 1590145 h 2108813"/>
                <a:gd name="connsiteX46" fmla="*/ 95362 w 1865646"/>
                <a:gd name="connsiteY46" fmla="*/ 1599404 h 2108813"/>
                <a:gd name="connsiteX47" fmla="*/ 68643 w 1865646"/>
                <a:gd name="connsiteY47" fmla="*/ 1604798 h 2108813"/>
                <a:gd name="connsiteX48" fmla="*/ 0 w 1865646"/>
                <a:gd name="connsiteY48" fmla="*/ 1536156 h 2108813"/>
                <a:gd name="connsiteX49" fmla="*/ 41923 w 1865646"/>
                <a:gd name="connsiteY49" fmla="*/ 1472907 h 2108813"/>
                <a:gd name="connsiteX50" fmla="*/ 63975 w 1865646"/>
                <a:gd name="connsiteY50" fmla="*/ 1468456 h 2108813"/>
                <a:gd name="connsiteX51" fmla="*/ 57847 w 1865646"/>
                <a:gd name="connsiteY51" fmla="*/ 591789 h 2108813"/>
                <a:gd name="connsiteX52" fmla="*/ 50633 w 1865646"/>
                <a:gd name="connsiteY52" fmla="*/ 590333 h 2108813"/>
                <a:gd name="connsiteX53" fmla="*/ 8710 w 1865646"/>
                <a:gd name="connsiteY53" fmla="*/ 527085 h 2108813"/>
                <a:gd name="connsiteX54" fmla="*/ 77352 w 1865646"/>
                <a:gd name="connsiteY54" fmla="*/ 458443 h 2108813"/>
                <a:gd name="connsiteX55" fmla="*/ 125890 w 1865646"/>
                <a:gd name="connsiteY55" fmla="*/ 478548 h 2108813"/>
                <a:gd name="connsiteX56" fmla="*/ 140435 w 1865646"/>
                <a:gd name="connsiteY56" fmla="*/ 500122 h 2108813"/>
                <a:gd name="connsiteX57" fmla="*/ 871741 w 1865646"/>
                <a:gd name="connsiteY57" fmla="*/ 71071 h 2108813"/>
                <a:gd name="connsiteX58" fmla="*/ 871250 w 1865646"/>
                <a:gd name="connsiteY58" fmla="*/ 68643 h 2108813"/>
                <a:gd name="connsiteX59" fmla="*/ 939893 w 1865646"/>
                <a:gd name="connsiteY59" fmla="*/ 0 h 210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865646" h="2108813">
                  <a:moveTo>
                    <a:pt x="896251" y="120481"/>
                  </a:moveTo>
                  <a:lnTo>
                    <a:pt x="129434" y="570366"/>
                  </a:lnTo>
                  <a:lnTo>
                    <a:pt x="125890" y="575622"/>
                  </a:lnTo>
                  <a:lnTo>
                    <a:pt x="112789" y="584455"/>
                  </a:lnTo>
                  <a:lnTo>
                    <a:pt x="119147" y="1490535"/>
                  </a:lnTo>
                  <a:lnTo>
                    <a:pt x="131891" y="1509437"/>
                  </a:lnTo>
                  <a:cubicBezTo>
                    <a:pt x="135365" y="1517649"/>
                    <a:pt x="137285" y="1526678"/>
                    <a:pt x="137285" y="1536156"/>
                  </a:cubicBezTo>
                  <a:lnTo>
                    <a:pt x="136049" y="1542278"/>
                  </a:lnTo>
                  <a:lnTo>
                    <a:pt x="907672" y="1980632"/>
                  </a:lnTo>
                  <a:lnTo>
                    <a:pt x="913174" y="1976922"/>
                  </a:lnTo>
                  <a:cubicBezTo>
                    <a:pt x="921387" y="1973449"/>
                    <a:pt x="930415" y="1971528"/>
                    <a:pt x="939893" y="1971528"/>
                  </a:cubicBezTo>
                  <a:cubicBezTo>
                    <a:pt x="949370" y="1971528"/>
                    <a:pt x="958399" y="1973449"/>
                    <a:pt x="966612" y="1976922"/>
                  </a:cubicBezTo>
                  <a:lnTo>
                    <a:pt x="978887" y="1985199"/>
                  </a:lnTo>
                  <a:lnTo>
                    <a:pt x="1722260" y="1549067"/>
                  </a:lnTo>
                  <a:lnTo>
                    <a:pt x="1719653" y="1536156"/>
                  </a:lnTo>
                  <a:cubicBezTo>
                    <a:pt x="1719653" y="1507724"/>
                    <a:pt x="1736940" y="1483329"/>
                    <a:pt x="1761577" y="1472908"/>
                  </a:cubicBezTo>
                  <a:lnTo>
                    <a:pt x="1769197" y="1471370"/>
                  </a:lnTo>
                  <a:lnTo>
                    <a:pt x="1762980" y="585408"/>
                  </a:lnTo>
                  <a:lnTo>
                    <a:pt x="1748466" y="575622"/>
                  </a:lnTo>
                  <a:cubicBezTo>
                    <a:pt x="1742255" y="569411"/>
                    <a:pt x="1737229" y="562016"/>
                    <a:pt x="1733755" y="553803"/>
                  </a:cubicBezTo>
                  <a:lnTo>
                    <a:pt x="1733366" y="551872"/>
                  </a:lnTo>
                  <a:lnTo>
                    <a:pt x="979173" y="123421"/>
                  </a:lnTo>
                  <a:lnTo>
                    <a:pt x="966611" y="131891"/>
                  </a:lnTo>
                  <a:cubicBezTo>
                    <a:pt x="958399" y="135364"/>
                    <a:pt x="949370" y="137285"/>
                    <a:pt x="939893" y="137285"/>
                  </a:cubicBezTo>
                  <a:cubicBezTo>
                    <a:pt x="930415" y="137285"/>
                    <a:pt x="921386" y="135364"/>
                    <a:pt x="913174" y="131891"/>
                  </a:cubicBezTo>
                  <a:close/>
                  <a:moveTo>
                    <a:pt x="939893" y="0"/>
                  </a:moveTo>
                  <a:cubicBezTo>
                    <a:pt x="977802" y="0"/>
                    <a:pt x="1008535" y="30732"/>
                    <a:pt x="1008535" y="68643"/>
                  </a:cubicBezTo>
                  <a:lnTo>
                    <a:pt x="1007047" y="76016"/>
                  </a:lnTo>
                  <a:lnTo>
                    <a:pt x="1739379" y="492025"/>
                  </a:lnTo>
                  <a:lnTo>
                    <a:pt x="1748466" y="478547"/>
                  </a:lnTo>
                  <a:cubicBezTo>
                    <a:pt x="1760888" y="466125"/>
                    <a:pt x="1778049" y="458442"/>
                    <a:pt x="1797004" y="458442"/>
                  </a:cubicBezTo>
                  <a:cubicBezTo>
                    <a:pt x="1834913" y="458442"/>
                    <a:pt x="1865646" y="489174"/>
                    <a:pt x="1865646" y="527085"/>
                  </a:cubicBezTo>
                  <a:cubicBezTo>
                    <a:pt x="1865646" y="555517"/>
                    <a:pt x="1848359" y="579912"/>
                    <a:pt x="1823722" y="590333"/>
                  </a:cubicBezTo>
                  <a:lnTo>
                    <a:pt x="1817981" y="591492"/>
                  </a:lnTo>
                  <a:lnTo>
                    <a:pt x="1824186" y="1479093"/>
                  </a:lnTo>
                  <a:lnTo>
                    <a:pt x="1836832" y="1487619"/>
                  </a:lnTo>
                  <a:cubicBezTo>
                    <a:pt x="1849254" y="1500041"/>
                    <a:pt x="1856937" y="1517201"/>
                    <a:pt x="1856937" y="1536156"/>
                  </a:cubicBezTo>
                  <a:cubicBezTo>
                    <a:pt x="1856937" y="1574066"/>
                    <a:pt x="1826204" y="1604798"/>
                    <a:pt x="1788295" y="1604798"/>
                  </a:cubicBezTo>
                  <a:cubicBezTo>
                    <a:pt x="1778818" y="1604798"/>
                    <a:pt x="1769789" y="1602878"/>
                    <a:pt x="1761577" y="1599404"/>
                  </a:cubicBezTo>
                  <a:lnTo>
                    <a:pt x="1753830" y="1594181"/>
                  </a:lnTo>
                  <a:lnTo>
                    <a:pt x="1006959" y="2032364"/>
                  </a:lnTo>
                  <a:lnTo>
                    <a:pt x="1008535" y="2040171"/>
                  </a:lnTo>
                  <a:cubicBezTo>
                    <a:pt x="1008535" y="2078080"/>
                    <a:pt x="977803" y="2108813"/>
                    <a:pt x="939893" y="2108813"/>
                  </a:cubicBezTo>
                  <a:cubicBezTo>
                    <a:pt x="901983" y="2108813"/>
                    <a:pt x="871250" y="2078080"/>
                    <a:pt x="871250" y="2040171"/>
                  </a:cubicBezTo>
                  <a:lnTo>
                    <a:pt x="874343" y="2024852"/>
                  </a:lnTo>
                  <a:lnTo>
                    <a:pt x="109094" y="1590145"/>
                  </a:lnTo>
                  <a:lnTo>
                    <a:pt x="95362" y="1599404"/>
                  </a:lnTo>
                  <a:cubicBezTo>
                    <a:pt x="87149" y="1602877"/>
                    <a:pt x="78120" y="1604798"/>
                    <a:pt x="68643" y="1604798"/>
                  </a:cubicBezTo>
                  <a:cubicBezTo>
                    <a:pt x="30732" y="1604798"/>
                    <a:pt x="0" y="1574065"/>
                    <a:pt x="0" y="1536156"/>
                  </a:cubicBezTo>
                  <a:cubicBezTo>
                    <a:pt x="0" y="1507723"/>
                    <a:pt x="17287" y="1483328"/>
                    <a:pt x="41923" y="1472907"/>
                  </a:cubicBezTo>
                  <a:lnTo>
                    <a:pt x="63975" y="1468456"/>
                  </a:lnTo>
                  <a:lnTo>
                    <a:pt x="57847" y="591789"/>
                  </a:lnTo>
                  <a:lnTo>
                    <a:pt x="50633" y="590333"/>
                  </a:lnTo>
                  <a:cubicBezTo>
                    <a:pt x="25997" y="579912"/>
                    <a:pt x="8710" y="555518"/>
                    <a:pt x="8710" y="527085"/>
                  </a:cubicBezTo>
                  <a:cubicBezTo>
                    <a:pt x="8710" y="489175"/>
                    <a:pt x="39442" y="458443"/>
                    <a:pt x="77352" y="458443"/>
                  </a:cubicBezTo>
                  <a:cubicBezTo>
                    <a:pt x="96307" y="458443"/>
                    <a:pt x="113468" y="466126"/>
                    <a:pt x="125890" y="478548"/>
                  </a:cubicBezTo>
                  <a:lnTo>
                    <a:pt x="140435" y="500122"/>
                  </a:lnTo>
                  <a:lnTo>
                    <a:pt x="871741" y="71071"/>
                  </a:lnTo>
                  <a:lnTo>
                    <a:pt x="871250" y="68643"/>
                  </a:lnTo>
                  <a:cubicBezTo>
                    <a:pt x="871250" y="30732"/>
                    <a:pt x="901982" y="0"/>
                    <a:pt x="9398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1" name="Freeform: Shape 100"/>
            <p:cNvSpPr/>
            <p:nvPr/>
          </p:nvSpPr>
          <p:spPr>
            <a:xfrm>
              <a:off x="5518243" y="2613915"/>
              <a:ext cx="1120377" cy="1272658"/>
            </a:xfrm>
            <a:custGeom>
              <a:avLst/>
              <a:gdLst>
                <a:gd name="connsiteX0" fmla="*/ 885279 w 1850884"/>
                <a:gd name="connsiteY0" fmla="*/ 117464 h 2102455"/>
                <a:gd name="connsiteX1" fmla="*/ 134185 w 1850884"/>
                <a:gd name="connsiteY1" fmla="*/ 551124 h 2102455"/>
                <a:gd name="connsiteX2" fmla="*/ 137285 w 1850884"/>
                <a:gd name="connsiteY2" fmla="*/ 566477 h 2102455"/>
                <a:gd name="connsiteX3" fmla="*/ 117180 w 1850884"/>
                <a:gd name="connsiteY3" fmla="*/ 615015 h 2102455"/>
                <a:gd name="connsiteX4" fmla="*/ 96375 w 1850884"/>
                <a:gd name="connsiteY4" fmla="*/ 629042 h 2102455"/>
                <a:gd name="connsiteX5" fmla="*/ 96375 w 1850884"/>
                <a:gd name="connsiteY5" fmla="*/ 1504603 h 2102455"/>
                <a:gd name="connsiteX6" fmla="*/ 117180 w 1850884"/>
                <a:gd name="connsiteY6" fmla="*/ 1518631 h 2102455"/>
                <a:gd name="connsiteX7" fmla="*/ 131891 w 1850884"/>
                <a:gd name="connsiteY7" fmla="*/ 1540450 h 2102455"/>
                <a:gd name="connsiteX8" fmla="*/ 133209 w 1850884"/>
                <a:gd name="connsiteY8" fmla="*/ 1546976 h 2102455"/>
                <a:gd name="connsiteX9" fmla="*/ 888308 w 1850884"/>
                <a:gd name="connsiteY9" fmla="*/ 1982948 h 2102455"/>
                <a:gd name="connsiteX10" fmla="*/ 906675 w 1850884"/>
                <a:gd name="connsiteY10" fmla="*/ 1970565 h 2102455"/>
                <a:gd name="connsiteX11" fmla="*/ 933393 w 1850884"/>
                <a:gd name="connsiteY11" fmla="*/ 1965171 h 2102455"/>
                <a:gd name="connsiteX12" fmla="*/ 960112 w 1850884"/>
                <a:gd name="connsiteY12" fmla="*/ 1970565 h 2102455"/>
                <a:gd name="connsiteX13" fmla="*/ 967465 w 1850884"/>
                <a:gd name="connsiteY13" fmla="*/ 1975523 h 2102455"/>
                <a:gd name="connsiteX14" fmla="*/ 1718728 w 1850884"/>
                <a:gd name="connsiteY14" fmla="*/ 1541766 h 2102455"/>
                <a:gd name="connsiteX15" fmla="*/ 1718993 w 1850884"/>
                <a:gd name="connsiteY15" fmla="*/ 1540450 h 2102455"/>
                <a:gd name="connsiteX16" fmla="*/ 1733704 w 1850884"/>
                <a:gd name="connsiteY16" fmla="*/ 1518631 h 2102455"/>
                <a:gd name="connsiteX17" fmla="*/ 1746537 w 1850884"/>
                <a:gd name="connsiteY17" fmla="*/ 1509979 h 2102455"/>
                <a:gd name="connsiteX18" fmla="*/ 1746537 w 1850884"/>
                <a:gd name="connsiteY18" fmla="*/ 623788 h 2102455"/>
                <a:gd name="connsiteX19" fmla="*/ 1733525 w 1850884"/>
                <a:gd name="connsiteY19" fmla="*/ 615015 h 2102455"/>
                <a:gd name="connsiteX20" fmla="*/ 1713420 w 1850884"/>
                <a:gd name="connsiteY20" fmla="*/ 566477 h 2102455"/>
                <a:gd name="connsiteX21" fmla="*/ 1715706 w 1850884"/>
                <a:gd name="connsiteY21" fmla="*/ 555154 h 2102455"/>
                <a:gd name="connsiteX22" fmla="*/ 970494 w 1850884"/>
                <a:gd name="connsiteY22" fmla="*/ 124890 h 2102455"/>
                <a:gd name="connsiteX23" fmla="*/ 960112 w 1850884"/>
                <a:gd name="connsiteY23" fmla="*/ 131890 h 2102455"/>
                <a:gd name="connsiteX24" fmla="*/ 933393 w 1850884"/>
                <a:gd name="connsiteY24" fmla="*/ 137284 h 2102455"/>
                <a:gd name="connsiteX25" fmla="*/ 906675 w 1850884"/>
                <a:gd name="connsiteY25" fmla="*/ 131890 h 2102455"/>
                <a:gd name="connsiteX26" fmla="*/ 933393 w 1850884"/>
                <a:gd name="connsiteY26" fmla="*/ 0 h 2102455"/>
                <a:gd name="connsiteX27" fmla="*/ 1002035 w 1850884"/>
                <a:gd name="connsiteY27" fmla="*/ 68642 h 2102455"/>
                <a:gd name="connsiteX28" fmla="*/ 1000044 w 1850884"/>
                <a:gd name="connsiteY28" fmla="*/ 78503 h 2102455"/>
                <a:gd name="connsiteX29" fmla="*/ 1746256 w 1850884"/>
                <a:gd name="connsiteY29" fmla="*/ 509357 h 2102455"/>
                <a:gd name="connsiteX30" fmla="*/ 1755344 w 1850884"/>
                <a:gd name="connsiteY30" fmla="*/ 503229 h 2102455"/>
                <a:gd name="connsiteX31" fmla="*/ 1782063 w 1850884"/>
                <a:gd name="connsiteY31" fmla="*/ 497835 h 2102455"/>
                <a:gd name="connsiteX32" fmla="*/ 1850705 w 1850884"/>
                <a:gd name="connsiteY32" fmla="*/ 566477 h 2102455"/>
                <a:gd name="connsiteX33" fmla="*/ 1808782 w 1850884"/>
                <a:gd name="connsiteY33" fmla="*/ 629726 h 2102455"/>
                <a:gd name="connsiteX34" fmla="*/ 1801510 w 1850884"/>
                <a:gd name="connsiteY34" fmla="*/ 631194 h 2102455"/>
                <a:gd name="connsiteX35" fmla="*/ 1801510 w 1850884"/>
                <a:gd name="connsiteY35" fmla="*/ 1502416 h 2102455"/>
                <a:gd name="connsiteX36" fmla="*/ 1808960 w 1850884"/>
                <a:gd name="connsiteY36" fmla="*/ 1503920 h 2102455"/>
                <a:gd name="connsiteX37" fmla="*/ 1850884 w 1850884"/>
                <a:gd name="connsiteY37" fmla="*/ 1567169 h 2102455"/>
                <a:gd name="connsiteX38" fmla="*/ 1782242 w 1850884"/>
                <a:gd name="connsiteY38" fmla="*/ 1635811 h 2102455"/>
                <a:gd name="connsiteX39" fmla="*/ 1733704 w 1850884"/>
                <a:gd name="connsiteY39" fmla="*/ 1615706 h 2102455"/>
                <a:gd name="connsiteX40" fmla="*/ 1724436 w 1850884"/>
                <a:gd name="connsiteY40" fmla="*/ 1601960 h 2102455"/>
                <a:gd name="connsiteX41" fmla="*/ 999360 w 1850884"/>
                <a:gd name="connsiteY41" fmla="*/ 2020561 h 2102455"/>
                <a:gd name="connsiteX42" fmla="*/ 1002035 w 1850884"/>
                <a:gd name="connsiteY42" fmla="*/ 2033813 h 2102455"/>
                <a:gd name="connsiteX43" fmla="*/ 933393 w 1850884"/>
                <a:gd name="connsiteY43" fmla="*/ 2102455 h 2102455"/>
                <a:gd name="connsiteX44" fmla="*/ 864751 w 1850884"/>
                <a:gd name="connsiteY44" fmla="*/ 2033813 h 2102455"/>
                <a:gd name="connsiteX45" fmla="*/ 864934 w 1850884"/>
                <a:gd name="connsiteY45" fmla="*/ 2032906 h 2102455"/>
                <a:gd name="connsiteX46" fmla="*/ 124214 w 1850884"/>
                <a:gd name="connsiteY46" fmla="*/ 1605273 h 2102455"/>
                <a:gd name="connsiteX47" fmla="*/ 117180 w 1850884"/>
                <a:gd name="connsiteY47" fmla="*/ 1615706 h 2102455"/>
                <a:gd name="connsiteX48" fmla="*/ 68643 w 1850884"/>
                <a:gd name="connsiteY48" fmla="*/ 1635811 h 2102455"/>
                <a:gd name="connsiteX49" fmla="*/ 0 w 1850884"/>
                <a:gd name="connsiteY49" fmla="*/ 1567169 h 2102455"/>
                <a:gd name="connsiteX50" fmla="*/ 20105 w 1850884"/>
                <a:gd name="connsiteY50" fmla="*/ 1518631 h 2102455"/>
                <a:gd name="connsiteX51" fmla="*/ 41401 w 1850884"/>
                <a:gd name="connsiteY51" fmla="*/ 1504273 h 2102455"/>
                <a:gd name="connsiteX52" fmla="*/ 41401 w 1850884"/>
                <a:gd name="connsiteY52" fmla="*/ 629373 h 2102455"/>
                <a:gd name="connsiteX53" fmla="*/ 20105 w 1850884"/>
                <a:gd name="connsiteY53" fmla="*/ 615015 h 2102455"/>
                <a:gd name="connsiteX54" fmla="*/ 0 w 1850884"/>
                <a:gd name="connsiteY54" fmla="*/ 566477 h 2102455"/>
                <a:gd name="connsiteX55" fmla="*/ 68643 w 1850884"/>
                <a:gd name="connsiteY55" fmla="*/ 497835 h 2102455"/>
                <a:gd name="connsiteX56" fmla="*/ 95362 w 1850884"/>
                <a:gd name="connsiteY56" fmla="*/ 503229 h 2102455"/>
                <a:gd name="connsiteX57" fmla="*/ 100854 w 1850884"/>
                <a:gd name="connsiteY57" fmla="*/ 506932 h 2102455"/>
                <a:gd name="connsiteX58" fmla="*/ 865385 w 1850884"/>
                <a:gd name="connsiteY58" fmla="*/ 65502 h 2102455"/>
                <a:gd name="connsiteX59" fmla="*/ 870145 w 1850884"/>
                <a:gd name="connsiteY59" fmla="*/ 41923 h 2102455"/>
                <a:gd name="connsiteX60" fmla="*/ 933393 w 1850884"/>
                <a:gd name="connsiteY60" fmla="*/ 0 h 210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850884" h="2102455">
                  <a:moveTo>
                    <a:pt x="885279" y="117464"/>
                  </a:moveTo>
                  <a:lnTo>
                    <a:pt x="134185" y="551124"/>
                  </a:lnTo>
                  <a:lnTo>
                    <a:pt x="137285" y="566477"/>
                  </a:lnTo>
                  <a:cubicBezTo>
                    <a:pt x="137285" y="585432"/>
                    <a:pt x="129602" y="602593"/>
                    <a:pt x="117180" y="615015"/>
                  </a:cubicBezTo>
                  <a:lnTo>
                    <a:pt x="96375" y="629042"/>
                  </a:lnTo>
                  <a:lnTo>
                    <a:pt x="96375" y="1504603"/>
                  </a:lnTo>
                  <a:lnTo>
                    <a:pt x="117180" y="1518631"/>
                  </a:lnTo>
                  <a:cubicBezTo>
                    <a:pt x="123391" y="1524842"/>
                    <a:pt x="128418" y="1532237"/>
                    <a:pt x="131891" y="1540450"/>
                  </a:cubicBezTo>
                  <a:lnTo>
                    <a:pt x="133209" y="1546976"/>
                  </a:lnTo>
                  <a:lnTo>
                    <a:pt x="888308" y="1982948"/>
                  </a:lnTo>
                  <a:lnTo>
                    <a:pt x="906675" y="1970565"/>
                  </a:lnTo>
                  <a:cubicBezTo>
                    <a:pt x="914887" y="1967092"/>
                    <a:pt x="923916" y="1965171"/>
                    <a:pt x="933393" y="1965171"/>
                  </a:cubicBezTo>
                  <a:cubicBezTo>
                    <a:pt x="942871" y="1965171"/>
                    <a:pt x="951900" y="1967092"/>
                    <a:pt x="960112" y="1970565"/>
                  </a:cubicBezTo>
                  <a:lnTo>
                    <a:pt x="967465" y="1975523"/>
                  </a:lnTo>
                  <a:lnTo>
                    <a:pt x="1718728" y="1541766"/>
                  </a:lnTo>
                  <a:lnTo>
                    <a:pt x="1718993" y="1540450"/>
                  </a:lnTo>
                  <a:cubicBezTo>
                    <a:pt x="1722467" y="1532237"/>
                    <a:pt x="1727493" y="1524842"/>
                    <a:pt x="1733704" y="1518631"/>
                  </a:cubicBezTo>
                  <a:lnTo>
                    <a:pt x="1746537" y="1509979"/>
                  </a:lnTo>
                  <a:lnTo>
                    <a:pt x="1746537" y="623788"/>
                  </a:lnTo>
                  <a:lnTo>
                    <a:pt x="1733525" y="615015"/>
                  </a:lnTo>
                  <a:cubicBezTo>
                    <a:pt x="1721103" y="602593"/>
                    <a:pt x="1713420" y="585433"/>
                    <a:pt x="1713420" y="566477"/>
                  </a:cubicBezTo>
                  <a:lnTo>
                    <a:pt x="1715706" y="555154"/>
                  </a:lnTo>
                  <a:lnTo>
                    <a:pt x="970494" y="124890"/>
                  </a:lnTo>
                  <a:lnTo>
                    <a:pt x="960112" y="131890"/>
                  </a:lnTo>
                  <a:cubicBezTo>
                    <a:pt x="951900" y="135363"/>
                    <a:pt x="942871" y="137284"/>
                    <a:pt x="933393" y="137284"/>
                  </a:cubicBezTo>
                  <a:cubicBezTo>
                    <a:pt x="923916" y="137284"/>
                    <a:pt x="914887" y="135363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1000044" y="78503"/>
                  </a:lnTo>
                  <a:lnTo>
                    <a:pt x="1746256" y="509357"/>
                  </a:lnTo>
                  <a:lnTo>
                    <a:pt x="1755344" y="503229"/>
                  </a:lnTo>
                  <a:cubicBezTo>
                    <a:pt x="1763556" y="499756"/>
                    <a:pt x="1772585" y="497835"/>
                    <a:pt x="1782063" y="497835"/>
                  </a:cubicBezTo>
                  <a:cubicBezTo>
                    <a:pt x="1819973" y="497835"/>
                    <a:pt x="1850705" y="528567"/>
                    <a:pt x="1850705" y="566477"/>
                  </a:cubicBezTo>
                  <a:cubicBezTo>
                    <a:pt x="1850705" y="594910"/>
                    <a:pt x="1833418" y="619305"/>
                    <a:pt x="1808782" y="629726"/>
                  </a:cubicBezTo>
                  <a:lnTo>
                    <a:pt x="1801510" y="631194"/>
                  </a:lnTo>
                  <a:lnTo>
                    <a:pt x="1801510" y="1502416"/>
                  </a:lnTo>
                  <a:lnTo>
                    <a:pt x="1808960" y="1503920"/>
                  </a:lnTo>
                  <a:cubicBezTo>
                    <a:pt x="1833597" y="1514341"/>
                    <a:pt x="1850884" y="1538736"/>
                    <a:pt x="1850884" y="1567169"/>
                  </a:cubicBezTo>
                  <a:cubicBezTo>
                    <a:pt x="1850884" y="1605079"/>
                    <a:pt x="1820151" y="1635811"/>
                    <a:pt x="1782242" y="1635811"/>
                  </a:cubicBezTo>
                  <a:cubicBezTo>
                    <a:pt x="1763286" y="1635811"/>
                    <a:pt x="1746126" y="1628128"/>
                    <a:pt x="1733704" y="1615706"/>
                  </a:cubicBezTo>
                  <a:lnTo>
                    <a:pt x="1724436" y="1601960"/>
                  </a:lnTo>
                  <a:lnTo>
                    <a:pt x="999360" y="2020561"/>
                  </a:lnTo>
                  <a:lnTo>
                    <a:pt x="1002035" y="2033813"/>
                  </a:lnTo>
                  <a:cubicBezTo>
                    <a:pt x="1002035" y="2071723"/>
                    <a:pt x="971303" y="2102455"/>
                    <a:pt x="933393" y="2102455"/>
                  </a:cubicBezTo>
                  <a:cubicBezTo>
                    <a:pt x="895483" y="2102455"/>
                    <a:pt x="864751" y="2071723"/>
                    <a:pt x="864751" y="2033813"/>
                  </a:cubicBezTo>
                  <a:lnTo>
                    <a:pt x="864934" y="2032906"/>
                  </a:lnTo>
                  <a:lnTo>
                    <a:pt x="124214" y="1605273"/>
                  </a:lnTo>
                  <a:lnTo>
                    <a:pt x="117180" y="1615706"/>
                  </a:lnTo>
                  <a:cubicBezTo>
                    <a:pt x="104759" y="1628128"/>
                    <a:pt x="87598" y="1635811"/>
                    <a:pt x="68643" y="1635811"/>
                  </a:cubicBezTo>
                  <a:cubicBezTo>
                    <a:pt x="30732" y="1635811"/>
                    <a:pt x="0" y="1605079"/>
                    <a:pt x="0" y="1567169"/>
                  </a:cubicBezTo>
                  <a:cubicBezTo>
                    <a:pt x="0" y="1548213"/>
                    <a:pt x="7683" y="1531053"/>
                    <a:pt x="20105" y="1518631"/>
                  </a:cubicBezTo>
                  <a:lnTo>
                    <a:pt x="41401" y="1504273"/>
                  </a:lnTo>
                  <a:lnTo>
                    <a:pt x="41401" y="629373"/>
                  </a:lnTo>
                  <a:lnTo>
                    <a:pt x="20105" y="615015"/>
                  </a:lnTo>
                  <a:cubicBezTo>
                    <a:pt x="7683" y="602593"/>
                    <a:pt x="0" y="585432"/>
                    <a:pt x="0" y="566477"/>
                  </a:cubicBezTo>
                  <a:cubicBezTo>
                    <a:pt x="0" y="528567"/>
                    <a:pt x="30732" y="497835"/>
                    <a:pt x="68643" y="497835"/>
                  </a:cubicBezTo>
                  <a:cubicBezTo>
                    <a:pt x="78120" y="497835"/>
                    <a:pt x="87149" y="499756"/>
                    <a:pt x="95362" y="503229"/>
                  </a:cubicBezTo>
                  <a:lnTo>
                    <a:pt x="100854" y="506932"/>
                  </a:lnTo>
                  <a:lnTo>
                    <a:pt x="865385" y="65502"/>
                  </a:lnTo>
                  <a:lnTo>
                    <a:pt x="870145" y="41923"/>
                  </a:lnTo>
                  <a:cubicBezTo>
                    <a:pt x="880566" y="17287"/>
                    <a:pt x="904961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6196056" y="2999088"/>
              <a:ext cx="1124041" cy="1276146"/>
            </a:xfrm>
            <a:custGeom>
              <a:avLst/>
              <a:gdLst>
                <a:gd name="connsiteX0" fmla="*/ 906556 w 1856937"/>
                <a:gd name="connsiteY0" fmla="*/ 132313 h 2108217"/>
                <a:gd name="connsiteX1" fmla="*/ 135496 w 1856937"/>
                <a:gd name="connsiteY1" fmla="*/ 584744 h 2108217"/>
                <a:gd name="connsiteX2" fmla="*/ 131891 w 1856937"/>
                <a:gd name="connsiteY2" fmla="*/ 602599 h 2108217"/>
                <a:gd name="connsiteX3" fmla="*/ 117180 w 1856937"/>
                <a:gd name="connsiteY3" fmla="*/ 624418 h 2108217"/>
                <a:gd name="connsiteX4" fmla="*/ 104171 w 1856937"/>
                <a:gd name="connsiteY4" fmla="*/ 633189 h 2108217"/>
                <a:gd name="connsiteX5" fmla="*/ 110432 w 1856937"/>
                <a:gd name="connsiteY5" fmla="*/ 1525480 h 2108217"/>
                <a:gd name="connsiteX6" fmla="*/ 117181 w 1856937"/>
                <a:gd name="connsiteY6" fmla="*/ 1530030 h 2108217"/>
                <a:gd name="connsiteX7" fmla="*/ 131891 w 1856937"/>
                <a:gd name="connsiteY7" fmla="*/ 1551848 h 2108217"/>
                <a:gd name="connsiteX8" fmla="*/ 135577 w 1856937"/>
                <a:gd name="connsiteY8" fmla="*/ 1570104 h 2108217"/>
                <a:gd name="connsiteX9" fmla="*/ 880994 w 1856937"/>
                <a:gd name="connsiteY9" fmla="*/ 1993488 h 2108217"/>
                <a:gd name="connsiteX10" fmla="*/ 882646 w 1856937"/>
                <a:gd name="connsiteY10" fmla="*/ 1991037 h 2108217"/>
                <a:gd name="connsiteX11" fmla="*/ 931184 w 1856937"/>
                <a:gd name="connsiteY11" fmla="*/ 1970932 h 2108217"/>
                <a:gd name="connsiteX12" fmla="*/ 979721 w 1856937"/>
                <a:gd name="connsiteY12" fmla="*/ 1991037 h 2108217"/>
                <a:gd name="connsiteX13" fmla="*/ 985317 w 1856937"/>
                <a:gd name="connsiteY13" fmla="*/ 1999337 h 2108217"/>
                <a:gd name="connsiteX14" fmla="*/ 1721968 w 1856937"/>
                <a:gd name="connsiteY14" fmla="*/ 1567095 h 2108217"/>
                <a:gd name="connsiteX15" fmla="*/ 1725046 w 1856937"/>
                <a:gd name="connsiteY15" fmla="*/ 1551848 h 2108217"/>
                <a:gd name="connsiteX16" fmla="*/ 1739757 w 1856937"/>
                <a:gd name="connsiteY16" fmla="*/ 1530029 h 2108217"/>
                <a:gd name="connsiteX17" fmla="*/ 1760609 w 1856937"/>
                <a:gd name="connsiteY17" fmla="*/ 1515970 h 2108217"/>
                <a:gd name="connsiteX18" fmla="*/ 1754422 w 1856937"/>
                <a:gd name="connsiteY18" fmla="*/ 634305 h 2108217"/>
                <a:gd name="connsiteX19" fmla="*/ 1739758 w 1856937"/>
                <a:gd name="connsiteY19" fmla="*/ 624418 h 2108217"/>
                <a:gd name="connsiteX20" fmla="*/ 1719653 w 1856937"/>
                <a:gd name="connsiteY20" fmla="*/ 575881 h 2108217"/>
                <a:gd name="connsiteX21" fmla="*/ 1720351 w 1856937"/>
                <a:gd name="connsiteY21" fmla="*/ 572427 h 2108217"/>
                <a:gd name="connsiteX22" fmla="*/ 948186 w 1856937"/>
                <a:gd name="connsiteY22" fmla="*/ 133852 h 2108217"/>
                <a:gd name="connsiteX23" fmla="*/ 931184 w 1856937"/>
                <a:gd name="connsiteY23" fmla="*/ 137285 h 2108217"/>
                <a:gd name="connsiteX24" fmla="*/ 931184 w 1856937"/>
                <a:gd name="connsiteY24" fmla="*/ 0 h 2108217"/>
                <a:gd name="connsiteX25" fmla="*/ 999826 w 1856937"/>
                <a:gd name="connsiteY25" fmla="*/ 68643 h 2108217"/>
                <a:gd name="connsiteX26" fmla="*/ 994432 w 1856937"/>
                <a:gd name="connsiteY26" fmla="*/ 95361 h 2108217"/>
                <a:gd name="connsiteX27" fmla="*/ 993705 w 1856937"/>
                <a:gd name="connsiteY27" fmla="*/ 96440 h 2108217"/>
                <a:gd name="connsiteX28" fmla="*/ 1745473 w 1856937"/>
                <a:gd name="connsiteY28" fmla="*/ 523490 h 2108217"/>
                <a:gd name="connsiteX29" fmla="*/ 1761577 w 1856937"/>
                <a:gd name="connsiteY29" fmla="*/ 512633 h 2108217"/>
                <a:gd name="connsiteX30" fmla="*/ 1788295 w 1856937"/>
                <a:gd name="connsiteY30" fmla="*/ 507239 h 2108217"/>
                <a:gd name="connsiteX31" fmla="*/ 1856937 w 1856937"/>
                <a:gd name="connsiteY31" fmla="*/ 575881 h 2108217"/>
                <a:gd name="connsiteX32" fmla="*/ 1815013 w 1856937"/>
                <a:gd name="connsiteY32" fmla="*/ 639129 h 2108217"/>
                <a:gd name="connsiteX33" fmla="*/ 1809427 w 1856937"/>
                <a:gd name="connsiteY33" fmla="*/ 640257 h 2108217"/>
                <a:gd name="connsiteX34" fmla="*/ 1815598 w 1856937"/>
                <a:gd name="connsiteY34" fmla="*/ 1515712 h 2108217"/>
                <a:gd name="connsiteX35" fmla="*/ 1836832 w 1856937"/>
                <a:gd name="connsiteY35" fmla="*/ 1530029 h 2108217"/>
                <a:gd name="connsiteX36" fmla="*/ 1856937 w 1856937"/>
                <a:gd name="connsiteY36" fmla="*/ 1578567 h 2108217"/>
                <a:gd name="connsiteX37" fmla="*/ 1788295 w 1856937"/>
                <a:gd name="connsiteY37" fmla="*/ 1647209 h 2108217"/>
                <a:gd name="connsiteX38" fmla="*/ 1739757 w 1856937"/>
                <a:gd name="connsiteY38" fmla="*/ 1627104 h 2108217"/>
                <a:gd name="connsiteX39" fmla="*/ 1736513 w 1856937"/>
                <a:gd name="connsiteY39" fmla="*/ 1622293 h 2108217"/>
                <a:gd name="connsiteX40" fmla="*/ 996396 w 1856937"/>
                <a:gd name="connsiteY40" fmla="*/ 2056566 h 2108217"/>
                <a:gd name="connsiteX41" fmla="*/ 994432 w 1856937"/>
                <a:gd name="connsiteY41" fmla="*/ 2066293 h 2108217"/>
                <a:gd name="connsiteX42" fmla="*/ 931184 w 1856937"/>
                <a:gd name="connsiteY42" fmla="*/ 2108217 h 2108217"/>
                <a:gd name="connsiteX43" fmla="*/ 867936 w 1856937"/>
                <a:gd name="connsiteY43" fmla="*/ 2066293 h 2108217"/>
                <a:gd name="connsiteX44" fmla="*/ 864047 w 1856937"/>
                <a:gd name="connsiteY44" fmla="*/ 2047034 h 2108217"/>
                <a:gd name="connsiteX45" fmla="*/ 119294 w 1856937"/>
                <a:gd name="connsiteY45" fmla="*/ 1623969 h 2108217"/>
                <a:gd name="connsiteX46" fmla="*/ 117181 w 1856937"/>
                <a:gd name="connsiteY46" fmla="*/ 1627104 h 2108217"/>
                <a:gd name="connsiteX47" fmla="*/ 68643 w 1856937"/>
                <a:gd name="connsiteY47" fmla="*/ 1647209 h 2108217"/>
                <a:gd name="connsiteX48" fmla="*/ 1 w 1856937"/>
                <a:gd name="connsiteY48" fmla="*/ 1578567 h 2108217"/>
                <a:gd name="connsiteX49" fmla="*/ 41924 w 1856937"/>
                <a:gd name="connsiteY49" fmla="*/ 1515319 h 2108217"/>
                <a:gd name="connsiteX50" fmla="*/ 55440 w 1856937"/>
                <a:gd name="connsiteY50" fmla="*/ 1512591 h 2108217"/>
                <a:gd name="connsiteX51" fmla="*/ 49293 w 1856937"/>
                <a:gd name="connsiteY51" fmla="*/ 640616 h 2108217"/>
                <a:gd name="connsiteX52" fmla="*/ 41923 w 1856937"/>
                <a:gd name="connsiteY52" fmla="*/ 639129 h 2108217"/>
                <a:gd name="connsiteX53" fmla="*/ 0 w 1856937"/>
                <a:gd name="connsiteY53" fmla="*/ 575881 h 2108217"/>
                <a:gd name="connsiteX54" fmla="*/ 68643 w 1856937"/>
                <a:gd name="connsiteY54" fmla="*/ 507238 h 2108217"/>
                <a:gd name="connsiteX55" fmla="*/ 117180 w 1856937"/>
                <a:gd name="connsiteY55" fmla="*/ 527343 h 2108217"/>
                <a:gd name="connsiteX56" fmla="*/ 119302 w 1856937"/>
                <a:gd name="connsiteY56" fmla="*/ 530489 h 2108217"/>
                <a:gd name="connsiteX57" fmla="*/ 867188 w 1856937"/>
                <a:gd name="connsiteY57" fmla="*/ 91658 h 2108217"/>
                <a:gd name="connsiteX58" fmla="*/ 862541 w 1856937"/>
                <a:gd name="connsiteY58" fmla="*/ 68643 h 2108217"/>
                <a:gd name="connsiteX59" fmla="*/ 931184 w 1856937"/>
                <a:gd name="connsiteY59" fmla="*/ 0 h 210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856937" h="2108217">
                  <a:moveTo>
                    <a:pt x="906556" y="132313"/>
                  </a:moveTo>
                  <a:lnTo>
                    <a:pt x="135496" y="584744"/>
                  </a:lnTo>
                  <a:lnTo>
                    <a:pt x="131891" y="602599"/>
                  </a:lnTo>
                  <a:cubicBezTo>
                    <a:pt x="128418" y="610812"/>
                    <a:pt x="123391" y="618207"/>
                    <a:pt x="117180" y="624418"/>
                  </a:cubicBezTo>
                  <a:lnTo>
                    <a:pt x="104171" y="633189"/>
                  </a:lnTo>
                  <a:lnTo>
                    <a:pt x="110432" y="1525480"/>
                  </a:lnTo>
                  <a:lnTo>
                    <a:pt x="117181" y="1530030"/>
                  </a:lnTo>
                  <a:cubicBezTo>
                    <a:pt x="123391" y="1536241"/>
                    <a:pt x="128418" y="1543636"/>
                    <a:pt x="131891" y="1551848"/>
                  </a:cubicBezTo>
                  <a:lnTo>
                    <a:pt x="135577" y="1570104"/>
                  </a:lnTo>
                  <a:lnTo>
                    <a:pt x="880994" y="1993488"/>
                  </a:lnTo>
                  <a:lnTo>
                    <a:pt x="882646" y="1991037"/>
                  </a:lnTo>
                  <a:cubicBezTo>
                    <a:pt x="895068" y="1978615"/>
                    <a:pt x="912229" y="1970932"/>
                    <a:pt x="931184" y="1970932"/>
                  </a:cubicBezTo>
                  <a:cubicBezTo>
                    <a:pt x="950139" y="1970932"/>
                    <a:pt x="967299" y="1978615"/>
                    <a:pt x="979721" y="1991037"/>
                  </a:cubicBezTo>
                  <a:lnTo>
                    <a:pt x="985317" y="1999337"/>
                  </a:lnTo>
                  <a:lnTo>
                    <a:pt x="1721968" y="1567095"/>
                  </a:lnTo>
                  <a:lnTo>
                    <a:pt x="1725046" y="1551848"/>
                  </a:lnTo>
                  <a:cubicBezTo>
                    <a:pt x="1728520" y="1543635"/>
                    <a:pt x="1733546" y="1536240"/>
                    <a:pt x="1739757" y="1530029"/>
                  </a:cubicBezTo>
                  <a:lnTo>
                    <a:pt x="1760609" y="1515970"/>
                  </a:lnTo>
                  <a:lnTo>
                    <a:pt x="1754422" y="634305"/>
                  </a:lnTo>
                  <a:lnTo>
                    <a:pt x="1739758" y="624418"/>
                  </a:lnTo>
                  <a:cubicBezTo>
                    <a:pt x="1727336" y="611997"/>
                    <a:pt x="1719653" y="594836"/>
                    <a:pt x="1719653" y="575881"/>
                  </a:cubicBezTo>
                  <a:lnTo>
                    <a:pt x="1720351" y="572427"/>
                  </a:lnTo>
                  <a:lnTo>
                    <a:pt x="948186" y="133852"/>
                  </a:lnTo>
                  <a:lnTo>
                    <a:pt x="931184" y="137285"/>
                  </a:lnTo>
                  <a:close/>
                  <a:moveTo>
                    <a:pt x="931184" y="0"/>
                  </a:moveTo>
                  <a:cubicBezTo>
                    <a:pt x="969094" y="0"/>
                    <a:pt x="999826" y="30732"/>
                    <a:pt x="999826" y="68643"/>
                  </a:cubicBezTo>
                  <a:cubicBezTo>
                    <a:pt x="999826" y="78120"/>
                    <a:pt x="997906" y="87149"/>
                    <a:pt x="994432" y="95361"/>
                  </a:cubicBezTo>
                  <a:lnTo>
                    <a:pt x="993705" y="96440"/>
                  </a:lnTo>
                  <a:lnTo>
                    <a:pt x="1745473" y="523490"/>
                  </a:lnTo>
                  <a:lnTo>
                    <a:pt x="1761577" y="512633"/>
                  </a:lnTo>
                  <a:cubicBezTo>
                    <a:pt x="1769789" y="509160"/>
                    <a:pt x="1778818" y="507239"/>
                    <a:pt x="1788295" y="507239"/>
                  </a:cubicBezTo>
                  <a:cubicBezTo>
                    <a:pt x="1826204" y="507239"/>
                    <a:pt x="1856937" y="537971"/>
                    <a:pt x="1856937" y="575881"/>
                  </a:cubicBezTo>
                  <a:cubicBezTo>
                    <a:pt x="1856937" y="604314"/>
                    <a:pt x="1839650" y="628708"/>
                    <a:pt x="1815013" y="639129"/>
                  </a:cubicBezTo>
                  <a:lnTo>
                    <a:pt x="1809427" y="640257"/>
                  </a:lnTo>
                  <a:lnTo>
                    <a:pt x="1815598" y="1515712"/>
                  </a:lnTo>
                  <a:lnTo>
                    <a:pt x="1836832" y="1530029"/>
                  </a:lnTo>
                  <a:cubicBezTo>
                    <a:pt x="1849254" y="1542451"/>
                    <a:pt x="1856937" y="1559611"/>
                    <a:pt x="1856937" y="1578567"/>
                  </a:cubicBezTo>
                  <a:cubicBezTo>
                    <a:pt x="1856937" y="1616477"/>
                    <a:pt x="1826204" y="1647209"/>
                    <a:pt x="1788295" y="1647209"/>
                  </a:cubicBezTo>
                  <a:cubicBezTo>
                    <a:pt x="1769340" y="1647209"/>
                    <a:pt x="1752179" y="1639526"/>
                    <a:pt x="1739757" y="1627104"/>
                  </a:cubicBezTo>
                  <a:lnTo>
                    <a:pt x="1736513" y="1622293"/>
                  </a:lnTo>
                  <a:lnTo>
                    <a:pt x="996396" y="2056566"/>
                  </a:lnTo>
                  <a:lnTo>
                    <a:pt x="994432" y="2066293"/>
                  </a:lnTo>
                  <a:cubicBezTo>
                    <a:pt x="984011" y="2090930"/>
                    <a:pt x="959616" y="2108217"/>
                    <a:pt x="931184" y="2108217"/>
                  </a:cubicBezTo>
                  <a:cubicBezTo>
                    <a:pt x="902751" y="2108217"/>
                    <a:pt x="878356" y="2090930"/>
                    <a:pt x="867936" y="2066293"/>
                  </a:cubicBezTo>
                  <a:lnTo>
                    <a:pt x="864047" y="2047034"/>
                  </a:lnTo>
                  <a:lnTo>
                    <a:pt x="119294" y="1623969"/>
                  </a:lnTo>
                  <a:lnTo>
                    <a:pt x="117181" y="1627104"/>
                  </a:lnTo>
                  <a:cubicBezTo>
                    <a:pt x="104759" y="1639526"/>
                    <a:pt x="87598" y="1647209"/>
                    <a:pt x="68643" y="1647209"/>
                  </a:cubicBezTo>
                  <a:cubicBezTo>
                    <a:pt x="30733" y="1647209"/>
                    <a:pt x="1" y="1616477"/>
                    <a:pt x="1" y="1578567"/>
                  </a:cubicBezTo>
                  <a:cubicBezTo>
                    <a:pt x="1" y="1550134"/>
                    <a:pt x="17288" y="1525740"/>
                    <a:pt x="41924" y="1515319"/>
                  </a:cubicBezTo>
                  <a:lnTo>
                    <a:pt x="55440" y="1512591"/>
                  </a:lnTo>
                  <a:lnTo>
                    <a:pt x="49293" y="640616"/>
                  </a:lnTo>
                  <a:lnTo>
                    <a:pt x="41923" y="639129"/>
                  </a:lnTo>
                  <a:cubicBezTo>
                    <a:pt x="17287" y="628708"/>
                    <a:pt x="0" y="604313"/>
                    <a:pt x="0" y="575881"/>
                  </a:cubicBezTo>
                  <a:cubicBezTo>
                    <a:pt x="0" y="537970"/>
                    <a:pt x="30732" y="507238"/>
                    <a:pt x="68643" y="507238"/>
                  </a:cubicBezTo>
                  <a:cubicBezTo>
                    <a:pt x="87598" y="507238"/>
                    <a:pt x="104759" y="514921"/>
                    <a:pt x="117180" y="527343"/>
                  </a:cubicBezTo>
                  <a:lnTo>
                    <a:pt x="119302" y="530489"/>
                  </a:lnTo>
                  <a:lnTo>
                    <a:pt x="867188" y="91658"/>
                  </a:lnTo>
                  <a:lnTo>
                    <a:pt x="862541" y="68643"/>
                  </a:lnTo>
                  <a:cubicBezTo>
                    <a:pt x="862541" y="30732"/>
                    <a:pt x="893274" y="0"/>
                    <a:pt x="931184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4833263" y="3803471"/>
              <a:ext cx="1126929" cy="1276507"/>
            </a:xfrm>
            <a:custGeom>
              <a:avLst/>
              <a:gdLst>
                <a:gd name="connsiteX0" fmla="*/ 883302 w 1861709"/>
                <a:gd name="connsiteY0" fmla="*/ 114259 h 2108813"/>
                <a:gd name="connsiteX1" fmla="*/ 141458 w 1861709"/>
                <a:gd name="connsiteY1" fmla="*/ 549547 h 2108813"/>
                <a:gd name="connsiteX2" fmla="*/ 140599 w 1861709"/>
                <a:gd name="connsiteY2" fmla="*/ 553803 h 2108813"/>
                <a:gd name="connsiteX3" fmla="*/ 104069 w 1861709"/>
                <a:gd name="connsiteY3" fmla="*/ 590333 h 2108813"/>
                <a:gd name="connsiteX4" fmla="*/ 89500 w 1861709"/>
                <a:gd name="connsiteY4" fmla="*/ 593274 h 2108813"/>
                <a:gd name="connsiteX5" fmla="*/ 95674 w 1861709"/>
                <a:gd name="connsiteY5" fmla="*/ 1473120 h 2108813"/>
                <a:gd name="connsiteX6" fmla="*/ 117179 w 1861709"/>
                <a:gd name="connsiteY6" fmla="*/ 1487619 h 2108813"/>
                <a:gd name="connsiteX7" fmla="*/ 137284 w 1861709"/>
                <a:gd name="connsiteY7" fmla="*/ 1536156 h 2108813"/>
                <a:gd name="connsiteX8" fmla="*/ 133657 w 1861709"/>
                <a:gd name="connsiteY8" fmla="*/ 1554120 h 2108813"/>
                <a:gd name="connsiteX9" fmla="*/ 893813 w 1861709"/>
                <a:gd name="connsiteY9" fmla="*/ 1985874 h 2108813"/>
                <a:gd name="connsiteX10" fmla="*/ 907090 w 1861709"/>
                <a:gd name="connsiteY10" fmla="*/ 1976922 h 2108813"/>
                <a:gd name="connsiteX11" fmla="*/ 933809 w 1861709"/>
                <a:gd name="connsiteY11" fmla="*/ 1971528 h 2108813"/>
                <a:gd name="connsiteX12" fmla="*/ 960528 w 1861709"/>
                <a:gd name="connsiteY12" fmla="*/ 1976922 h 2108813"/>
                <a:gd name="connsiteX13" fmla="*/ 964699 w 1861709"/>
                <a:gd name="connsiteY13" fmla="*/ 1979735 h 2108813"/>
                <a:gd name="connsiteX14" fmla="*/ 1718163 w 1861709"/>
                <a:gd name="connsiteY14" fmla="*/ 1537628 h 2108813"/>
                <a:gd name="connsiteX15" fmla="*/ 1717866 w 1861709"/>
                <a:gd name="connsiteY15" fmla="*/ 1536156 h 2108813"/>
                <a:gd name="connsiteX16" fmla="*/ 1737971 w 1861709"/>
                <a:gd name="connsiteY16" fmla="*/ 1487618 h 2108813"/>
                <a:gd name="connsiteX17" fmla="*/ 1745981 w 1861709"/>
                <a:gd name="connsiteY17" fmla="*/ 1482218 h 2108813"/>
                <a:gd name="connsiteX18" fmla="*/ 1739569 w 1861709"/>
                <a:gd name="connsiteY18" fmla="*/ 568449 h 2108813"/>
                <a:gd name="connsiteX19" fmla="*/ 965295 w 1861709"/>
                <a:gd name="connsiteY19" fmla="*/ 128677 h 2108813"/>
                <a:gd name="connsiteX20" fmla="*/ 960528 w 1861709"/>
                <a:gd name="connsiteY20" fmla="*/ 131891 h 2108813"/>
                <a:gd name="connsiteX21" fmla="*/ 933809 w 1861709"/>
                <a:gd name="connsiteY21" fmla="*/ 137285 h 2108813"/>
                <a:gd name="connsiteX22" fmla="*/ 885271 w 1861709"/>
                <a:gd name="connsiteY22" fmla="*/ 117180 h 2108813"/>
                <a:gd name="connsiteX23" fmla="*/ 933809 w 1861709"/>
                <a:gd name="connsiteY23" fmla="*/ 0 h 2108813"/>
                <a:gd name="connsiteX24" fmla="*/ 1002451 w 1861709"/>
                <a:gd name="connsiteY24" fmla="*/ 68643 h 2108813"/>
                <a:gd name="connsiteX25" fmla="*/ 999208 w 1861709"/>
                <a:gd name="connsiteY25" fmla="*/ 84708 h 2108813"/>
                <a:gd name="connsiteX26" fmla="*/ 1730125 w 1861709"/>
                <a:gd name="connsiteY26" fmla="*/ 499913 h 2108813"/>
                <a:gd name="connsiteX27" fmla="*/ 1744530 w 1861709"/>
                <a:gd name="connsiteY27" fmla="*/ 478548 h 2108813"/>
                <a:gd name="connsiteX28" fmla="*/ 1793067 w 1861709"/>
                <a:gd name="connsiteY28" fmla="*/ 458443 h 2108813"/>
                <a:gd name="connsiteX29" fmla="*/ 1861709 w 1861709"/>
                <a:gd name="connsiteY29" fmla="*/ 527085 h 2108813"/>
                <a:gd name="connsiteX30" fmla="*/ 1819786 w 1861709"/>
                <a:gd name="connsiteY30" fmla="*/ 590333 h 2108813"/>
                <a:gd name="connsiteX31" fmla="*/ 1794661 w 1861709"/>
                <a:gd name="connsiteY31" fmla="*/ 595405 h 2108813"/>
                <a:gd name="connsiteX32" fmla="*/ 1800828 w 1861709"/>
                <a:gd name="connsiteY32" fmla="*/ 1470404 h 2108813"/>
                <a:gd name="connsiteX33" fmla="*/ 1813228 w 1861709"/>
                <a:gd name="connsiteY33" fmla="*/ 1472907 h 2108813"/>
                <a:gd name="connsiteX34" fmla="*/ 1855151 w 1861709"/>
                <a:gd name="connsiteY34" fmla="*/ 1536156 h 2108813"/>
                <a:gd name="connsiteX35" fmla="*/ 1786509 w 1861709"/>
                <a:gd name="connsiteY35" fmla="*/ 1604798 h 2108813"/>
                <a:gd name="connsiteX36" fmla="*/ 1759790 w 1861709"/>
                <a:gd name="connsiteY36" fmla="*/ 1599404 h 2108813"/>
                <a:gd name="connsiteX37" fmla="*/ 1741991 w 1861709"/>
                <a:gd name="connsiteY37" fmla="*/ 1587404 h 2108813"/>
                <a:gd name="connsiteX38" fmla="*/ 999052 w 1861709"/>
                <a:gd name="connsiteY38" fmla="*/ 2023332 h 2108813"/>
                <a:gd name="connsiteX39" fmla="*/ 1002451 w 1861709"/>
                <a:gd name="connsiteY39" fmla="*/ 2040171 h 2108813"/>
                <a:gd name="connsiteX40" fmla="*/ 933809 w 1861709"/>
                <a:gd name="connsiteY40" fmla="*/ 2108813 h 2108813"/>
                <a:gd name="connsiteX41" fmla="*/ 865166 w 1861709"/>
                <a:gd name="connsiteY41" fmla="*/ 2040171 h 2108813"/>
                <a:gd name="connsiteX42" fmla="*/ 866489 w 1861709"/>
                <a:gd name="connsiteY42" fmla="*/ 2033621 h 2108813"/>
                <a:gd name="connsiteX43" fmla="*/ 98444 w 1861709"/>
                <a:gd name="connsiteY43" fmla="*/ 1597326 h 2108813"/>
                <a:gd name="connsiteX44" fmla="*/ 95361 w 1861709"/>
                <a:gd name="connsiteY44" fmla="*/ 1599404 h 2108813"/>
                <a:gd name="connsiteX45" fmla="*/ 68642 w 1861709"/>
                <a:gd name="connsiteY45" fmla="*/ 1604798 h 2108813"/>
                <a:gd name="connsiteX46" fmla="*/ 0 w 1861709"/>
                <a:gd name="connsiteY46" fmla="*/ 1536156 h 2108813"/>
                <a:gd name="connsiteX47" fmla="*/ 20105 w 1861709"/>
                <a:gd name="connsiteY47" fmla="*/ 1487619 h 2108813"/>
                <a:gd name="connsiteX48" fmla="*/ 40715 w 1861709"/>
                <a:gd name="connsiteY48" fmla="*/ 1473723 h 2108813"/>
                <a:gd name="connsiteX49" fmla="*/ 34411 w 1861709"/>
                <a:gd name="connsiteY49" fmla="*/ 579397 h 2108813"/>
                <a:gd name="connsiteX50" fmla="*/ 28813 w 1861709"/>
                <a:gd name="connsiteY50" fmla="*/ 575622 h 2108813"/>
                <a:gd name="connsiteX51" fmla="*/ 8708 w 1861709"/>
                <a:gd name="connsiteY51" fmla="*/ 527085 h 2108813"/>
                <a:gd name="connsiteX52" fmla="*/ 77351 w 1861709"/>
                <a:gd name="connsiteY52" fmla="*/ 458442 h 2108813"/>
                <a:gd name="connsiteX53" fmla="*/ 125888 w 1861709"/>
                <a:gd name="connsiteY53" fmla="*/ 478547 h 2108813"/>
                <a:gd name="connsiteX54" fmla="*/ 133809 w 1861709"/>
                <a:gd name="connsiteY54" fmla="*/ 490296 h 2108813"/>
                <a:gd name="connsiteX55" fmla="*/ 866890 w 1861709"/>
                <a:gd name="connsiteY55" fmla="*/ 60102 h 2108813"/>
                <a:gd name="connsiteX56" fmla="*/ 870561 w 1861709"/>
                <a:gd name="connsiteY56" fmla="*/ 41924 h 2108813"/>
                <a:gd name="connsiteX57" fmla="*/ 933809 w 1861709"/>
                <a:gd name="connsiteY57" fmla="*/ 0 h 210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861709" h="2108813">
                  <a:moveTo>
                    <a:pt x="883302" y="114259"/>
                  </a:moveTo>
                  <a:lnTo>
                    <a:pt x="141458" y="549547"/>
                  </a:lnTo>
                  <a:lnTo>
                    <a:pt x="140599" y="553803"/>
                  </a:lnTo>
                  <a:cubicBezTo>
                    <a:pt x="133652" y="570228"/>
                    <a:pt x="120494" y="583386"/>
                    <a:pt x="104069" y="590333"/>
                  </a:cubicBezTo>
                  <a:lnTo>
                    <a:pt x="89500" y="593274"/>
                  </a:lnTo>
                  <a:lnTo>
                    <a:pt x="95674" y="1473120"/>
                  </a:lnTo>
                  <a:lnTo>
                    <a:pt x="117179" y="1487619"/>
                  </a:lnTo>
                  <a:cubicBezTo>
                    <a:pt x="129601" y="1500041"/>
                    <a:pt x="137284" y="1517201"/>
                    <a:pt x="137284" y="1536156"/>
                  </a:cubicBezTo>
                  <a:lnTo>
                    <a:pt x="133657" y="1554120"/>
                  </a:lnTo>
                  <a:lnTo>
                    <a:pt x="893813" y="1985874"/>
                  </a:lnTo>
                  <a:lnTo>
                    <a:pt x="907090" y="1976922"/>
                  </a:lnTo>
                  <a:cubicBezTo>
                    <a:pt x="915302" y="1973449"/>
                    <a:pt x="924331" y="1971528"/>
                    <a:pt x="933809" y="1971528"/>
                  </a:cubicBezTo>
                  <a:cubicBezTo>
                    <a:pt x="943286" y="1971528"/>
                    <a:pt x="952315" y="1973449"/>
                    <a:pt x="960528" y="1976922"/>
                  </a:cubicBezTo>
                  <a:lnTo>
                    <a:pt x="964699" y="1979735"/>
                  </a:lnTo>
                  <a:lnTo>
                    <a:pt x="1718163" y="1537628"/>
                  </a:lnTo>
                  <a:lnTo>
                    <a:pt x="1717866" y="1536156"/>
                  </a:lnTo>
                  <a:cubicBezTo>
                    <a:pt x="1717866" y="1517201"/>
                    <a:pt x="1725549" y="1500040"/>
                    <a:pt x="1737971" y="1487618"/>
                  </a:cubicBezTo>
                  <a:lnTo>
                    <a:pt x="1745981" y="1482218"/>
                  </a:lnTo>
                  <a:lnTo>
                    <a:pt x="1739569" y="568449"/>
                  </a:lnTo>
                  <a:lnTo>
                    <a:pt x="965295" y="128677"/>
                  </a:lnTo>
                  <a:lnTo>
                    <a:pt x="960528" y="131891"/>
                  </a:lnTo>
                  <a:cubicBezTo>
                    <a:pt x="952315" y="135364"/>
                    <a:pt x="943286" y="137285"/>
                    <a:pt x="933809" y="137285"/>
                  </a:cubicBezTo>
                  <a:cubicBezTo>
                    <a:pt x="914854" y="137285"/>
                    <a:pt x="897693" y="129602"/>
                    <a:pt x="885271" y="117180"/>
                  </a:cubicBezTo>
                  <a:close/>
                  <a:moveTo>
                    <a:pt x="933809" y="0"/>
                  </a:moveTo>
                  <a:cubicBezTo>
                    <a:pt x="971719" y="0"/>
                    <a:pt x="1002451" y="30732"/>
                    <a:pt x="1002451" y="68643"/>
                  </a:cubicBezTo>
                  <a:lnTo>
                    <a:pt x="999208" y="84708"/>
                  </a:lnTo>
                  <a:lnTo>
                    <a:pt x="1730125" y="499913"/>
                  </a:lnTo>
                  <a:lnTo>
                    <a:pt x="1744530" y="478548"/>
                  </a:lnTo>
                  <a:cubicBezTo>
                    <a:pt x="1756952" y="466126"/>
                    <a:pt x="1774112" y="458443"/>
                    <a:pt x="1793067" y="458443"/>
                  </a:cubicBezTo>
                  <a:cubicBezTo>
                    <a:pt x="1830977" y="458443"/>
                    <a:pt x="1861709" y="489175"/>
                    <a:pt x="1861709" y="527085"/>
                  </a:cubicBezTo>
                  <a:cubicBezTo>
                    <a:pt x="1861709" y="555518"/>
                    <a:pt x="1844422" y="579912"/>
                    <a:pt x="1819786" y="590333"/>
                  </a:cubicBezTo>
                  <a:lnTo>
                    <a:pt x="1794661" y="595405"/>
                  </a:lnTo>
                  <a:lnTo>
                    <a:pt x="1800828" y="1470404"/>
                  </a:lnTo>
                  <a:lnTo>
                    <a:pt x="1813228" y="1472907"/>
                  </a:lnTo>
                  <a:cubicBezTo>
                    <a:pt x="1837864" y="1483328"/>
                    <a:pt x="1855151" y="1507723"/>
                    <a:pt x="1855151" y="1536156"/>
                  </a:cubicBezTo>
                  <a:cubicBezTo>
                    <a:pt x="1855151" y="1574066"/>
                    <a:pt x="1824419" y="1604798"/>
                    <a:pt x="1786509" y="1604798"/>
                  </a:cubicBezTo>
                  <a:cubicBezTo>
                    <a:pt x="1777031" y="1604798"/>
                    <a:pt x="1768002" y="1602878"/>
                    <a:pt x="1759790" y="1599404"/>
                  </a:cubicBezTo>
                  <a:lnTo>
                    <a:pt x="1741991" y="1587404"/>
                  </a:lnTo>
                  <a:lnTo>
                    <a:pt x="999052" y="2023332"/>
                  </a:lnTo>
                  <a:lnTo>
                    <a:pt x="1002451" y="2040171"/>
                  </a:lnTo>
                  <a:cubicBezTo>
                    <a:pt x="1002451" y="2078081"/>
                    <a:pt x="971719" y="2108813"/>
                    <a:pt x="933809" y="2108813"/>
                  </a:cubicBezTo>
                  <a:cubicBezTo>
                    <a:pt x="895898" y="2108813"/>
                    <a:pt x="865166" y="2078081"/>
                    <a:pt x="865166" y="2040171"/>
                  </a:cubicBezTo>
                  <a:lnTo>
                    <a:pt x="866489" y="2033621"/>
                  </a:lnTo>
                  <a:lnTo>
                    <a:pt x="98444" y="1597326"/>
                  </a:lnTo>
                  <a:lnTo>
                    <a:pt x="95361" y="1599404"/>
                  </a:lnTo>
                  <a:cubicBezTo>
                    <a:pt x="87149" y="1602878"/>
                    <a:pt x="78120" y="1604798"/>
                    <a:pt x="68642" y="1604798"/>
                  </a:cubicBezTo>
                  <a:cubicBezTo>
                    <a:pt x="30732" y="1604798"/>
                    <a:pt x="0" y="1574066"/>
                    <a:pt x="0" y="1536156"/>
                  </a:cubicBezTo>
                  <a:cubicBezTo>
                    <a:pt x="0" y="1517201"/>
                    <a:pt x="7683" y="1500041"/>
                    <a:pt x="20105" y="1487619"/>
                  </a:cubicBezTo>
                  <a:lnTo>
                    <a:pt x="40715" y="1473723"/>
                  </a:lnTo>
                  <a:lnTo>
                    <a:pt x="34411" y="579397"/>
                  </a:lnTo>
                  <a:lnTo>
                    <a:pt x="28813" y="575622"/>
                  </a:lnTo>
                  <a:cubicBezTo>
                    <a:pt x="16391" y="563200"/>
                    <a:pt x="8708" y="546040"/>
                    <a:pt x="8708" y="527085"/>
                  </a:cubicBezTo>
                  <a:cubicBezTo>
                    <a:pt x="8708" y="489174"/>
                    <a:pt x="39440" y="458442"/>
                    <a:pt x="77351" y="458442"/>
                  </a:cubicBezTo>
                  <a:cubicBezTo>
                    <a:pt x="96306" y="458442"/>
                    <a:pt x="113466" y="466125"/>
                    <a:pt x="125888" y="478547"/>
                  </a:cubicBezTo>
                  <a:lnTo>
                    <a:pt x="133809" y="490296"/>
                  </a:lnTo>
                  <a:lnTo>
                    <a:pt x="866890" y="60102"/>
                  </a:lnTo>
                  <a:lnTo>
                    <a:pt x="870561" y="41924"/>
                  </a:lnTo>
                  <a:cubicBezTo>
                    <a:pt x="880981" y="17287"/>
                    <a:pt x="905376" y="0"/>
                    <a:pt x="933809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5518243" y="4192133"/>
              <a:ext cx="1123231" cy="1274464"/>
            </a:xfrm>
            <a:custGeom>
              <a:avLst/>
              <a:gdLst>
                <a:gd name="connsiteX0" fmla="*/ 888594 w 1855599"/>
                <a:gd name="connsiteY0" fmla="*/ 119700 h 2105439"/>
                <a:gd name="connsiteX1" fmla="*/ 134265 w 1855599"/>
                <a:gd name="connsiteY1" fmla="*/ 555227 h 2105439"/>
                <a:gd name="connsiteX2" fmla="*/ 131891 w 1855599"/>
                <a:gd name="connsiteY2" fmla="*/ 566988 h 2105439"/>
                <a:gd name="connsiteX3" fmla="*/ 117180 w 1855599"/>
                <a:gd name="connsiteY3" fmla="*/ 588806 h 2105439"/>
                <a:gd name="connsiteX4" fmla="*/ 96375 w 1855599"/>
                <a:gd name="connsiteY4" fmla="*/ 602834 h 2105439"/>
                <a:gd name="connsiteX5" fmla="*/ 96375 w 1855599"/>
                <a:gd name="connsiteY5" fmla="*/ 1474068 h 2105439"/>
                <a:gd name="connsiteX6" fmla="*/ 117180 w 1855599"/>
                <a:gd name="connsiteY6" fmla="*/ 1488095 h 2105439"/>
                <a:gd name="connsiteX7" fmla="*/ 137285 w 1855599"/>
                <a:gd name="connsiteY7" fmla="*/ 1536633 h 2105439"/>
                <a:gd name="connsiteX8" fmla="*/ 134239 w 1855599"/>
                <a:gd name="connsiteY8" fmla="*/ 1551721 h 2105439"/>
                <a:gd name="connsiteX9" fmla="*/ 887376 w 1855599"/>
                <a:gd name="connsiteY9" fmla="*/ 1986561 h 2105439"/>
                <a:gd name="connsiteX10" fmla="*/ 906675 w 1855599"/>
                <a:gd name="connsiteY10" fmla="*/ 1973549 h 2105439"/>
                <a:gd name="connsiteX11" fmla="*/ 933393 w 1855599"/>
                <a:gd name="connsiteY11" fmla="*/ 1968155 h 2105439"/>
                <a:gd name="connsiteX12" fmla="*/ 960112 w 1855599"/>
                <a:gd name="connsiteY12" fmla="*/ 1973549 h 2105439"/>
                <a:gd name="connsiteX13" fmla="*/ 968397 w 1855599"/>
                <a:gd name="connsiteY13" fmla="*/ 1979135 h 2105439"/>
                <a:gd name="connsiteX14" fmla="*/ 1720036 w 1855599"/>
                <a:gd name="connsiteY14" fmla="*/ 1545161 h 2105439"/>
                <a:gd name="connsiteX15" fmla="*/ 1718314 w 1855599"/>
                <a:gd name="connsiteY15" fmla="*/ 1536633 h 2105439"/>
                <a:gd name="connsiteX16" fmla="*/ 1738419 w 1855599"/>
                <a:gd name="connsiteY16" fmla="*/ 1488095 h 2105439"/>
                <a:gd name="connsiteX17" fmla="*/ 1746537 w 1855599"/>
                <a:gd name="connsiteY17" fmla="*/ 1482622 h 2105439"/>
                <a:gd name="connsiteX18" fmla="*/ 1746537 w 1855599"/>
                <a:gd name="connsiteY18" fmla="*/ 592877 h 2105439"/>
                <a:gd name="connsiteX19" fmla="*/ 1737046 w 1855599"/>
                <a:gd name="connsiteY19" fmla="*/ 586478 h 2105439"/>
                <a:gd name="connsiteX20" fmla="*/ 1722335 w 1855599"/>
                <a:gd name="connsiteY20" fmla="*/ 564659 h 2105439"/>
                <a:gd name="connsiteX21" fmla="*/ 1721986 w 1855599"/>
                <a:gd name="connsiteY21" fmla="*/ 562929 h 2105439"/>
                <a:gd name="connsiteX22" fmla="*/ 967179 w 1855599"/>
                <a:gd name="connsiteY22" fmla="*/ 127125 h 2105439"/>
                <a:gd name="connsiteX23" fmla="*/ 960112 w 1855599"/>
                <a:gd name="connsiteY23" fmla="*/ 131890 h 2105439"/>
                <a:gd name="connsiteX24" fmla="*/ 933393 w 1855599"/>
                <a:gd name="connsiteY24" fmla="*/ 137284 h 2105439"/>
                <a:gd name="connsiteX25" fmla="*/ 906675 w 1855599"/>
                <a:gd name="connsiteY25" fmla="*/ 131890 h 2105439"/>
                <a:gd name="connsiteX26" fmla="*/ 933393 w 1855599"/>
                <a:gd name="connsiteY26" fmla="*/ 0 h 2105439"/>
                <a:gd name="connsiteX27" fmla="*/ 1002035 w 1855599"/>
                <a:gd name="connsiteY27" fmla="*/ 68642 h 2105439"/>
                <a:gd name="connsiteX28" fmla="*/ 999295 w 1855599"/>
                <a:gd name="connsiteY28" fmla="*/ 82214 h 2105439"/>
                <a:gd name="connsiteX29" fmla="*/ 1727956 w 1855599"/>
                <a:gd name="connsiteY29" fmla="*/ 502885 h 2105439"/>
                <a:gd name="connsiteX30" fmla="*/ 1737046 w 1855599"/>
                <a:gd name="connsiteY30" fmla="*/ 489403 h 2105439"/>
                <a:gd name="connsiteX31" fmla="*/ 1785584 w 1855599"/>
                <a:gd name="connsiteY31" fmla="*/ 469298 h 2105439"/>
                <a:gd name="connsiteX32" fmla="*/ 1854226 w 1855599"/>
                <a:gd name="connsiteY32" fmla="*/ 537941 h 2105439"/>
                <a:gd name="connsiteX33" fmla="*/ 1812302 w 1855599"/>
                <a:gd name="connsiteY33" fmla="*/ 601189 h 2105439"/>
                <a:gd name="connsiteX34" fmla="*/ 1801510 w 1855599"/>
                <a:gd name="connsiteY34" fmla="*/ 603368 h 2105439"/>
                <a:gd name="connsiteX35" fmla="*/ 1801510 w 1855599"/>
                <a:gd name="connsiteY35" fmla="*/ 1470929 h 2105439"/>
                <a:gd name="connsiteX36" fmla="*/ 1813676 w 1855599"/>
                <a:gd name="connsiteY36" fmla="*/ 1473385 h 2105439"/>
                <a:gd name="connsiteX37" fmla="*/ 1855599 w 1855599"/>
                <a:gd name="connsiteY37" fmla="*/ 1536633 h 2105439"/>
                <a:gd name="connsiteX38" fmla="*/ 1786957 w 1855599"/>
                <a:gd name="connsiteY38" fmla="*/ 1605275 h 2105439"/>
                <a:gd name="connsiteX39" fmla="*/ 1760238 w 1855599"/>
                <a:gd name="connsiteY39" fmla="*/ 1599881 h 2105439"/>
                <a:gd name="connsiteX40" fmla="*/ 1748653 w 1855599"/>
                <a:gd name="connsiteY40" fmla="*/ 1592070 h 2105439"/>
                <a:gd name="connsiteX41" fmla="*/ 999560 w 1855599"/>
                <a:gd name="connsiteY41" fmla="*/ 2024536 h 2105439"/>
                <a:gd name="connsiteX42" fmla="*/ 1002035 w 1855599"/>
                <a:gd name="connsiteY42" fmla="*/ 2036797 h 2105439"/>
                <a:gd name="connsiteX43" fmla="*/ 933393 w 1855599"/>
                <a:gd name="connsiteY43" fmla="*/ 2105439 h 2105439"/>
                <a:gd name="connsiteX44" fmla="*/ 870146 w 1855599"/>
                <a:gd name="connsiteY44" fmla="*/ 2063516 h 2105439"/>
                <a:gd name="connsiteX45" fmla="*/ 864773 w 1855599"/>
                <a:gd name="connsiteY45" fmla="*/ 2036903 h 2105439"/>
                <a:gd name="connsiteX46" fmla="*/ 101094 w 1855599"/>
                <a:gd name="connsiteY46" fmla="*/ 1596016 h 2105439"/>
                <a:gd name="connsiteX47" fmla="*/ 95362 w 1855599"/>
                <a:gd name="connsiteY47" fmla="*/ 1599881 h 2105439"/>
                <a:gd name="connsiteX48" fmla="*/ 68643 w 1855599"/>
                <a:gd name="connsiteY48" fmla="*/ 1605275 h 2105439"/>
                <a:gd name="connsiteX49" fmla="*/ 0 w 1855599"/>
                <a:gd name="connsiteY49" fmla="*/ 1536633 h 2105439"/>
                <a:gd name="connsiteX50" fmla="*/ 20105 w 1855599"/>
                <a:gd name="connsiteY50" fmla="*/ 1488095 h 2105439"/>
                <a:gd name="connsiteX51" fmla="*/ 41401 w 1855599"/>
                <a:gd name="connsiteY51" fmla="*/ 1473737 h 2105439"/>
                <a:gd name="connsiteX52" fmla="*/ 41401 w 1855599"/>
                <a:gd name="connsiteY52" fmla="*/ 603165 h 2105439"/>
                <a:gd name="connsiteX53" fmla="*/ 20105 w 1855599"/>
                <a:gd name="connsiteY53" fmla="*/ 588806 h 2105439"/>
                <a:gd name="connsiteX54" fmla="*/ 0 w 1855599"/>
                <a:gd name="connsiteY54" fmla="*/ 540269 h 2105439"/>
                <a:gd name="connsiteX55" fmla="*/ 68643 w 1855599"/>
                <a:gd name="connsiteY55" fmla="*/ 471626 h 2105439"/>
                <a:gd name="connsiteX56" fmla="*/ 117180 w 1855599"/>
                <a:gd name="connsiteY56" fmla="*/ 491731 h 2105439"/>
                <a:gd name="connsiteX57" fmla="*/ 121970 w 1855599"/>
                <a:gd name="connsiteY57" fmla="*/ 498835 h 2105439"/>
                <a:gd name="connsiteX58" fmla="*/ 864999 w 1855599"/>
                <a:gd name="connsiteY58" fmla="*/ 69870 h 2105439"/>
                <a:gd name="connsiteX59" fmla="*/ 864751 w 1855599"/>
                <a:gd name="connsiteY59" fmla="*/ 68642 h 2105439"/>
                <a:gd name="connsiteX60" fmla="*/ 933393 w 1855599"/>
                <a:gd name="connsiteY60" fmla="*/ 0 h 210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855599" h="2105439">
                  <a:moveTo>
                    <a:pt x="888594" y="119700"/>
                  </a:moveTo>
                  <a:lnTo>
                    <a:pt x="134265" y="555227"/>
                  </a:lnTo>
                  <a:lnTo>
                    <a:pt x="131891" y="566988"/>
                  </a:lnTo>
                  <a:cubicBezTo>
                    <a:pt x="128418" y="575200"/>
                    <a:pt x="123391" y="582596"/>
                    <a:pt x="117180" y="588806"/>
                  </a:cubicBezTo>
                  <a:lnTo>
                    <a:pt x="96375" y="602834"/>
                  </a:lnTo>
                  <a:lnTo>
                    <a:pt x="96375" y="1474068"/>
                  </a:lnTo>
                  <a:lnTo>
                    <a:pt x="117180" y="1488095"/>
                  </a:lnTo>
                  <a:cubicBezTo>
                    <a:pt x="129602" y="1500517"/>
                    <a:pt x="137285" y="1517678"/>
                    <a:pt x="137285" y="1536633"/>
                  </a:cubicBezTo>
                  <a:lnTo>
                    <a:pt x="134239" y="1551721"/>
                  </a:lnTo>
                  <a:lnTo>
                    <a:pt x="887376" y="1986561"/>
                  </a:lnTo>
                  <a:lnTo>
                    <a:pt x="906675" y="1973549"/>
                  </a:lnTo>
                  <a:cubicBezTo>
                    <a:pt x="914887" y="1970076"/>
                    <a:pt x="923916" y="1968155"/>
                    <a:pt x="933393" y="1968155"/>
                  </a:cubicBezTo>
                  <a:cubicBezTo>
                    <a:pt x="942871" y="1968155"/>
                    <a:pt x="951900" y="1970076"/>
                    <a:pt x="960112" y="1973549"/>
                  </a:cubicBezTo>
                  <a:lnTo>
                    <a:pt x="968397" y="1979135"/>
                  </a:lnTo>
                  <a:lnTo>
                    <a:pt x="1720036" y="1545161"/>
                  </a:lnTo>
                  <a:lnTo>
                    <a:pt x="1718314" y="1536633"/>
                  </a:lnTo>
                  <a:cubicBezTo>
                    <a:pt x="1718314" y="1517678"/>
                    <a:pt x="1725998" y="1500517"/>
                    <a:pt x="1738419" y="1488095"/>
                  </a:cubicBezTo>
                  <a:lnTo>
                    <a:pt x="1746537" y="1482622"/>
                  </a:lnTo>
                  <a:lnTo>
                    <a:pt x="1746537" y="592877"/>
                  </a:lnTo>
                  <a:lnTo>
                    <a:pt x="1737046" y="586478"/>
                  </a:lnTo>
                  <a:cubicBezTo>
                    <a:pt x="1730835" y="580267"/>
                    <a:pt x="1725809" y="572871"/>
                    <a:pt x="1722335" y="564659"/>
                  </a:cubicBezTo>
                  <a:lnTo>
                    <a:pt x="1721986" y="562929"/>
                  </a:lnTo>
                  <a:lnTo>
                    <a:pt x="967179" y="127125"/>
                  </a:lnTo>
                  <a:lnTo>
                    <a:pt x="960112" y="131890"/>
                  </a:lnTo>
                  <a:cubicBezTo>
                    <a:pt x="951900" y="135364"/>
                    <a:pt x="942871" y="137284"/>
                    <a:pt x="933393" y="137284"/>
                  </a:cubicBezTo>
                  <a:cubicBezTo>
                    <a:pt x="923916" y="137284"/>
                    <a:pt x="914887" y="135364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999295" y="82214"/>
                  </a:lnTo>
                  <a:lnTo>
                    <a:pt x="1727956" y="502885"/>
                  </a:lnTo>
                  <a:lnTo>
                    <a:pt x="1737046" y="489403"/>
                  </a:lnTo>
                  <a:cubicBezTo>
                    <a:pt x="1749468" y="476981"/>
                    <a:pt x="1766629" y="469298"/>
                    <a:pt x="1785584" y="469298"/>
                  </a:cubicBezTo>
                  <a:cubicBezTo>
                    <a:pt x="1823493" y="469298"/>
                    <a:pt x="1854226" y="500030"/>
                    <a:pt x="1854226" y="537941"/>
                  </a:cubicBezTo>
                  <a:cubicBezTo>
                    <a:pt x="1854226" y="566373"/>
                    <a:pt x="1836939" y="590768"/>
                    <a:pt x="1812302" y="601189"/>
                  </a:cubicBezTo>
                  <a:lnTo>
                    <a:pt x="1801510" y="603368"/>
                  </a:lnTo>
                  <a:lnTo>
                    <a:pt x="1801510" y="1470929"/>
                  </a:lnTo>
                  <a:lnTo>
                    <a:pt x="1813676" y="1473385"/>
                  </a:lnTo>
                  <a:cubicBezTo>
                    <a:pt x="1838313" y="1483805"/>
                    <a:pt x="1855599" y="1508201"/>
                    <a:pt x="1855599" y="1536633"/>
                  </a:cubicBezTo>
                  <a:cubicBezTo>
                    <a:pt x="1855599" y="1574543"/>
                    <a:pt x="1824867" y="1605275"/>
                    <a:pt x="1786957" y="1605275"/>
                  </a:cubicBezTo>
                  <a:cubicBezTo>
                    <a:pt x="1777479" y="1605275"/>
                    <a:pt x="1768451" y="1603355"/>
                    <a:pt x="1760238" y="1599881"/>
                  </a:cubicBezTo>
                  <a:lnTo>
                    <a:pt x="1748653" y="1592070"/>
                  </a:lnTo>
                  <a:lnTo>
                    <a:pt x="999560" y="2024536"/>
                  </a:lnTo>
                  <a:lnTo>
                    <a:pt x="1002035" y="2036797"/>
                  </a:lnTo>
                  <a:cubicBezTo>
                    <a:pt x="1002035" y="2074707"/>
                    <a:pt x="971303" y="2105439"/>
                    <a:pt x="933393" y="2105439"/>
                  </a:cubicBezTo>
                  <a:cubicBezTo>
                    <a:pt x="904961" y="2105439"/>
                    <a:pt x="880566" y="2088152"/>
                    <a:pt x="870146" y="2063516"/>
                  </a:cubicBezTo>
                  <a:lnTo>
                    <a:pt x="864773" y="2036903"/>
                  </a:lnTo>
                  <a:lnTo>
                    <a:pt x="101094" y="1596016"/>
                  </a:lnTo>
                  <a:lnTo>
                    <a:pt x="95362" y="1599881"/>
                  </a:lnTo>
                  <a:cubicBezTo>
                    <a:pt x="87149" y="1603354"/>
                    <a:pt x="78120" y="1605275"/>
                    <a:pt x="68643" y="1605275"/>
                  </a:cubicBezTo>
                  <a:cubicBezTo>
                    <a:pt x="30732" y="1605275"/>
                    <a:pt x="0" y="1574542"/>
                    <a:pt x="0" y="1536633"/>
                  </a:cubicBezTo>
                  <a:cubicBezTo>
                    <a:pt x="0" y="1517678"/>
                    <a:pt x="7683" y="1500517"/>
                    <a:pt x="20105" y="1488095"/>
                  </a:cubicBezTo>
                  <a:lnTo>
                    <a:pt x="41401" y="1473737"/>
                  </a:lnTo>
                  <a:lnTo>
                    <a:pt x="41401" y="603165"/>
                  </a:lnTo>
                  <a:lnTo>
                    <a:pt x="20105" y="588806"/>
                  </a:lnTo>
                  <a:cubicBezTo>
                    <a:pt x="7683" y="576385"/>
                    <a:pt x="0" y="559224"/>
                    <a:pt x="0" y="540269"/>
                  </a:cubicBezTo>
                  <a:cubicBezTo>
                    <a:pt x="0" y="502358"/>
                    <a:pt x="30732" y="471626"/>
                    <a:pt x="68643" y="471626"/>
                  </a:cubicBezTo>
                  <a:cubicBezTo>
                    <a:pt x="87598" y="471626"/>
                    <a:pt x="104759" y="479309"/>
                    <a:pt x="117180" y="491731"/>
                  </a:cubicBezTo>
                  <a:lnTo>
                    <a:pt x="121970" y="498835"/>
                  </a:lnTo>
                  <a:lnTo>
                    <a:pt x="864999" y="69870"/>
                  </a:lnTo>
                  <a:lnTo>
                    <a:pt x="864751" y="68642"/>
                  </a:lnTo>
                  <a:cubicBezTo>
                    <a:pt x="864751" y="30732"/>
                    <a:pt x="895483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Freeform: Shape 66"/>
          <p:cNvSpPr/>
          <p:nvPr/>
        </p:nvSpPr>
        <p:spPr>
          <a:xfrm>
            <a:off x="2595393" y="3785969"/>
            <a:ext cx="2095685" cy="476814"/>
          </a:xfrm>
          <a:custGeom>
            <a:avLst/>
            <a:gdLst/>
            <a:ahLst/>
            <a:cxnLst/>
            <a:rect l="l" t="t" r="r" b="b"/>
            <a:pathLst>
              <a:path w="1903511" h="433090">
                <a:moveTo>
                  <a:pt x="105668" y="252413"/>
                </a:moveTo>
                <a:lnTo>
                  <a:pt x="105668" y="338138"/>
                </a:lnTo>
                <a:lnTo>
                  <a:pt x="129113" y="338138"/>
                </a:lnTo>
                <a:cubicBezTo>
                  <a:pt x="156016" y="338138"/>
                  <a:pt x="174811" y="334963"/>
                  <a:pt x="185495" y="328613"/>
                </a:cubicBezTo>
                <a:cubicBezTo>
                  <a:pt x="197563" y="321469"/>
                  <a:pt x="203596" y="310555"/>
                  <a:pt x="203596" y="295870"/>
                </a:cubicBezTo>
                <a:cubicBezTo>
                  <a:pt x="203596" y="272256"/>
                  <a:pt x="191430" y="258366"/>
                  <a:pt x="167096" y="254198"/>
                </a:cubicBezTo>
                <a:cubicBezTo>
                  <a:pt x="159379" y="253008"/>
                  <a:pt x="146124" y="252413"/>
                  <a:pt x="127331" y="252413"/>
                </a:cubicBezTo>
                <a:close/>
                <a:moveTo>
                  <a:pt x="873323" y="102394"/>
                </a:moveTo>
                <a:cubicBezTo>
                  <a:pt x="849052" y="102394"/>
                  <a:pt x="827068" y="109208"/>
                  <a:pt x="807371" y="122837"/>
                </a:cubicBezTo>
                <a:cubicBezTo>
                  <a:pt x="787675" y="136465"/>
                  <a:pt x="773648" y="154620"/>
                  <a:pt x="765292" y="177301"/>
                </a:cubicBezTo>
                <a:cubicBezTo>
                  <a:pt x="760518" y="190233"/>
                  <a:pt x="758130" y="203364"/>
                  <a:pt x="758130" y="216694"/>
                </a:cubicBezTo>
                <a:cubicBezTo>
                  <a:pt x="758130" y="244149"/>
                  <a:pt x="767282" y="268720"/>
                  <a:pt x="785584" y="290406"/>
                </a:cubicBezTo>
                <a:cubicBezTo>
                  <a:pt x="808265" y="317266"/>
                  <a:pt x="837511" y="330696"/>
                  <a:pt x="873323" y="330696"/>
                </a:cubicBezTo>
                <a:cubicBezTo>
                  <a:pt x="909135" y="330696"/>
                  <a:pt x="938480" y="317367"/>
                  <a:pt x="961359" y="290708"/>
                </a:cubicBezTo>
                <a:cubicBezTo>
                  <a:pt x="979662" y="269419"/>
                  <a:pt x="988814" y="244748"/>
                  <a:pt x="988814" y="216694"/>
                </a:cubicBezTo>
                <a:cubicBezTo>
                  <a:pt x="988814" y="188044"/>
                  <a:pt x="979662" y="163274"/>
                  <a:pt x="961359" y="142382"/>
                </a:cubicBezTo>
                <a:cubicBezTo>
                  <a:pt x="937882" y="115723"/>
                  <a:pt x="908536" y="102394"/>
                  <a:pt x="873323" y="102394"/>
                </a:cubicBezTo>
                <a:close/>
                <a:moveTo>
                  <a:pt x="105668" y="92571"/>
                </a:moveTo>
                <a:lnTo>
                  <a:pt x="105668" y="172045"/>
                </a:lnTo>
                <a:lnTo>
                  <a:pt x="124932" y="172045"/>
                </a:lnTo>
                <a:cubicBezTo>
                  <a:pt x="143107" y="172045"/>
                  <a:pt x="156147" y="167581"/>
                  <a:pt x="164050" y="158651"/>
                </a:cubicBezTo>
                <a:cubicBezTo>
                  <a:pt x="170372" y="151507"/>
                  <a:pt x="173533" y="142677"/>
                  <a:pt x="173533" y="132159"/>
                </a:cubicBezTo>
                <a:cubicBezTo>
                  <a:pt x="173533" y="113705"/>
                  <a:pt x="165234" y="101501"/>
                  <a:pt x="148637" y="95548"/>
                </a:cubicBezTo>
                <a:cubicBezTo>
                  <a:pt x="142712" y="93563"/>
                  <a:pt x="134810" y="92571"/>
                  <a:pt x="124932" y="92571"/>
                </a:cubicBezTo>
                <a:close/>
                <a:moveTo>
                  <a:pt x="1524000" y="12204"/>
                </a:moveTo>
                <a:lnTo>
                  <a:pt x="1629667" y="12204"/>
                </a:lnTo>
                <a:lnTo>
                  <a:pt x="1629667" y="179784"/>
                </a:lnTo>
                <a:lnTo>
                  <a:pt x="1758553" y="12204"/>
                </a:lnTo>
                <a:lnTo>
                  <a:pt x="1888628" y="12204"/>
                </a:lnTo>
                <a:lnTo>
                  <a:pt x="1727596" y="204490"/>
                </a:lnTo>
                <a:lnTo>
                  <a:pt x="1903511" y="418505"/>
                </a:lnTo>
                <a:lnTo>
                  <a:pt x="1766887" y="418505"/>
                </a:lnTo>
                <a:lnTo>
                  <a:pt x="1629667" y="242292"/>
                </a:lnTo>
                <a:lnTo>
                  <a:pt x="1629667" y="418505"/>
                </a:lnTo>
                <a:lnTo>
                  <a:pt x="1524000" y="418505"/>
                </a:lnTo>
                <a:close/>
                <a:moveTo>
                  <a:pt x="381000" y="12204"/>
                </a:moveTo>
                <a:lnTo>
                  <a:pt x="486668" y="12204"/>
                </a:lnTo>
                <a:lnTo>
                  <a:pt x="486668" y="330398"/>
                </a:lnTo>
                <a:lnTo>
                  <a:pt x="613469" y="330398"/>
                </a:lnTo>
                <a:lnTo>
                  <a:pt x="613469" y="418505"/>
                </a:lnTo>
                <a:lnTo>
                  <a:pt x="381000" y="418505"/>
                </a:lnTo>
                <a:close/>
                <a:moveTo>
                  <a:pt x="0" y="12204"/>
                </a:moveTo>
                <a:lnTo>
                  <a:pt x="157162" y="12204"/>
                </a:lnTo>
                <a:cubicBezTo>
                  <a:pt x="233362" y="12204"/>
                  <a:pt x="271462" y="47526"/>
                  <a:pt x="271462" y="118170"/>
                </a:cubicBezTo>
                <a:cubicBezTo>
                  <a:pt x="271462" y="139402"/>
                  <a:pt x="267295" y="157163"/>
                  <a:pt x="258961" y="171450"/>
                </a:cubicBezTo>
                <a:cubicBezTo>
                  <a:pt x="252015" y="183555"/>
                  <a:pt x="241300" y="193873"/>
                  <a:pt x="226814" y="202406"/>
                </a:cubicBezTo>
                <a:cubicBezTo>
                  <a:pt x="259240" y="209153"/>
                  <a:pt x="281384" y="222151"/>
                  <a:pt x="293247" y="241399"/>
                </a:cubicBezTo>
                <a:cubicBezTo>
                  <a:pt x="303925" y="259060"/>
                  <a:pt x="309264" y="279598"/>
                  <a:pt x="309264" y="303014"/>
                </a:cubicBezTo>
                <a:cubicBezTo>
                  <a:pt x="309264" y="333375"/>
                  <a:pt x="300632" y="358080"/>
                  <a:pt x="283368" y="377130"/>
                </a:cubicBezTo>
                <a:cubicBezTo>
                  <a:pt x="258365" y="404713"/>
                  <a:pt x="220265" y="418505"/>
                  <a:pt x="169068" y="418505"/>
                </a:cubicBezTo>
                <a:lnTo>
                  <a:pt x="0" y="418505"/>
                </a:lnTo>
                <a:close/>
                <a:moveTo>
                  <a:pt x="1359693" y="3572"/>
                </a:moveTo>
                <a:cubicBezTo>
                  <a:pt x="1387871" y="3572"/>
                  <a:pt x="1419522" y="10418"/>
                  <a:pt x="1454646" y="24110"/>
                </a:cubicBezTo>
                <a:lnTo>
                  <a:pt x="1454646" y="150614"/>
                </a:lnTo>
                <a:cubicBezTo>
                  <a:pt x="1444708" y="138429"/>
                  <a:pt x="1434572" y="129239"/>
                  <a:pt x="1424238" y="123044"/>
                </a:cubicBezTo>
                <a:cubicBezTo>
                  <a:pt x="1405359" y="111658"/>
                  <a:pt x="1385089" y="105966"/>
                  <a:pt x="1363428" y="105966"/>
                </a:cubicBezTo>
                <a:cubicBezTo>
                  <a:pt x="1336003" y="105966"/>
                  <a:pt x="1312155" y="114223"/>
                  <a:pt x="1291883" y="130736"/>
                </a:cubicBezTo>
                <a:cubicBezTo>
                  <a:pt x="1266248" y="151628"/>
                  <a:pt x="1253430" y="180281"/>
                  <a:pt x="1253430" y="216694"/>
                </a:cubicBezTo>
                <a:cubicBezTo>
                  <a:pt x="1253430" y="252909"/>
                  <a:pt x="1266248" y="281462"/>
                  <a:pt x="1291883" y="302354"/>
                </a:cubicBezTo>
                <a:cubicBezTo>
                  <a:pt x="1312155" y="318867"/>
                  <a:pt x="1336003" y="327124"/>
                  <a:pt x="1363428" y="327124"/>
                </a:cubicBezTo>
                <a:cubicBezTo>
                  <a:pt x="1385089" y="327124"/>
                  <a:pt x="1405359" y="321432"/>
                  <a:pt x="1424238" y="310046"/>
                </a:cubicBezTo>
                <a:cubicBezTo>
                  <a:pt x="1434374" y="304053"/>
                  <a:pt x="1444510" y="294863"/>
                  <a:pt x="1454646" y="282476"/>
                </a:cubicBezTo>
                <a:lnTo>
                  <a:pt x="1454646" y="408980"/>
                </a:lnTo>
                <a:cubicBezTo>
                  <a:pt x="1420117" y="422672"/>
                  <a:pt x="1388169" y="429518"/>
                  <a:pt x="1358800" y="429518"/>
                </a:cubicBezTo>
                <a:cubicBezTo>
                  <a:pt x="1307603" y="429518"/>
                  <a:pt x="1261764" y="413147"/>
                  <a:pt x="1221283" y="380405"/>
                </a:cubicBezTo>
                <a:cubicBezTo>
                  <a:pt x="1169689" y="338534"/>
                  <a:pt x="1143892" y="283964"/>
                  <a:pt x="1143892" y="216694"/>
                </a:cubicBezTo>
                <a:cubicBezTo>
                  <a:pt x="1143892" y="149225"/>
                  <a:pt x="1169689" y="94556"/>
                  <a:pt x="1221283" y="52685"/>
                </a:cubicBezTo>
                <a:cubicBezTo>
                  <a:pt x="1261764" y="19943"/>
                  <a:pt x="1307901" y="3572"/>
                  <a:pt x="1359693" y="3572"/>
                </a:cubicBezTo>
                <a:close/>
                <a:moveTo>
                  <a:pt x="873323" y="0"/>
                </a:moveTo>
                <a:cubicBezTo>
                  <a:pt x="944760" y="0"/>
                  <a:pt x="1001414" y="23713"/>
                  <a:pt x="1043285" y="71140"/>
                </a:cubicBezTo>
                <a:cubicBezTo>
                  <a:pt x="1079996" y="112812"/>
                  <a:pt x="1098351" y="161330"/>
                  <a:pt x="1098351" y="216694"/>
                </a:cubicBezTo>
                <a:cubicBezTo>
                  <a:pt x="1098351" y="271859"/>
                  <a:pt x="1079996" y="320278"/>
                  <a:pt x="1043285" y="361950"/>
                </a:cubicBezTo>
                <a:cubicBezTo>
                  <a:pt x="1001414" y="409377"/>
                  <a:pt x="944760" y="433090"/>
                  <a:pt x="873323" y="433090"/>
                </a:cubicBezTo>
                <a:cubicBezTo>
                  <a:pt x="802084" y="433090"/>
                  <a:pt x="745529" y="409377"/>
                  <a:pt x="703659" y="361950"/>
                </a:cubicBezTo>
                <a:cubicBezTo>
                  <a:pt x="666948" y="320278"/>
                  <a:pt x="648593" y="271859"/>
                  <a:pt x="648593" y="216694"/>
                </a:cubicBezTo>
                <a:cubicBezTo>
                  <a:pt x="648593" y="191492"/>
                  <a:pt x="653554" y="165646"/>
                  <a:pt x="663475" y="139154"/>
                </a:cubicBezTo>
                <a:cubicBezTo>
                  <a:pt x="673397" y="112663"/>
                  <a:pt x="686693" y="89991"/>
                  <a:pt x="703361" y="71140"/>
                </a:cubicBezTo>
                <a:cubicBezTo>
                  <a:pt x="745232" y="23713"/>
                  <a:pt x="801885" y="0"/>
                  <a:pt x="8733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Freeform: Shape 67"/>
          <p:cNvSpPr/>
          <p:nvPr/>
        </p:nvSpPr>
        <p:spPr>
          <a:xfrm>
            <a:off x="7556959" y="3784374"/>
            <a:ext cx="2039648" cy="468949"/>
          </a:xfrm>
          <a:custGeom>
            <a:avLst/>
            <a:gdLst/>
            <a:ahLst/>
            <a:cxnLst/>
            <a:rect l="l" t="t" r="r" b="b"/>
            <a:pathLst>
              <a:path w="1852613" h="425946">
                <a:moveTo>
                  <a:pt x="1002507" y="134243"/>
                </a:moveTo>
                <a:lnTo>
                  <a:pt x="958156" y="263723"/>
                </a:lnTo>
                <a:lnTo>
                  <a:pt x="1046262" y="263723"/>
                </a:lnTo>
                <a:close/>
                <a:moveTo>
                  <a:pt x="1446907" y="8632"/>
                </a:moveTo>
                <a:lnTo>
                  <a:pt x="1552575" y="8632"/>
                </a:lnTo>
                <a:lnTo>
                  <a:pt x="1746945" y="257175"/>
                </a:lnTo>
                <a:lnTo>
                  <a:pt x="1746945" y="8632"/>
                </a:lnTo>
                <a:lnTo>
                  <a:pt x="1852613" y="8632"/>
                </a:lnTo>
                <a:lnTo>
                  <a:pt x="1852613" y="414933"/>
                </a:lnTo>
                <a:lnTo>
                  <a:pt x="1746945" y="414933"/>
                </a:lnTo>
                <a:lnTo>
                  <a:pt x="1552575" y="166092"/>
                </a:lnTo>
                <a:lnTo>
                  <a:pt x="1552575" y="414933"/>
                </a:lnTo>
                <a:lnTo>
                  <a:pt x="1446907" y="414933"/>
                </a:lnTo>
                <a:close/>
                <a:moveTo>
                  <a:pt x="1256407" y="8632"/>
                </a:moveTo>
                <a:lnTo>
                  <a:pt x="1362075" y="8632"/>
                </a:lnTo>
                <a:lnTo>
                  <a:pt x="1362075" y="414933"/>
                </a:lnTo>
                <a:lnTo>
                  <a:pt x="1256407" y="414933"/>
                </a:lnTo>
                <a:close/>
                <a:moveTo>
                  <a:pt x="945654" y="8632"/>
                </a:moveTo>
                <a:lnTo>
                  <a:pt x="1060847" y="8632"/>
                </a:lnTo>
                <a:lnTo>
                  <a:pt x="1213843" y="414933"/>
                </a:lnTo>
                <a:lnTo>
                  <a:pt x="1101031" y="414933"/>
                </a:lnTo>
                <a:lnTo>
                  <a:pt x="1074837" y="344091"/>
                </a:lnTo>
                <a:lnTo>
                  <a:pt x="928985" y="344091"/>
                </a:lnTo>
                <a:lnTo>
                  <a:pt x="901006" y="414933"/>
                </a:lnTo>
                <a:lnTo>
                  <a:pt x="789385" y="414933"/>
                </a:lnTo>
                <a:close/>
                <a:moveTo>
                  <a:pt x="380107" y="8632"/>
                </a:moveTo>
                <a:lnTo>
                  <a:pt x="485775" y="8632"/>
                </a:lnTo>
                <a:lnTo>
                  <a:pt x="485775" y="165497"/>
                </a:lnTo>
                <a:lnTo>
                  <a:pt x="638175" y="165497"/>
                </a:lnTo>
                <a:lnTo>
                  <a:pt x="638175" y="8632"/>
                </a:lnTo>
                <a:lnTo>
                  <a:pt x="743843" y="8632"/>
                </a:lnTo>
                <a:lnTo>
                  <a:pt x="743843" y="414933"/>
                </a:lnTo>
                <a:lnTo>
                  <a:pt x="638175" y="414933"/>
                </a:lnTo>
                <a:lnTo>
                  <a:pt x="638175" y="245864"/>
                </a:lnTo>
                <a:lnTo>
                  <a:pt x="485775" y="245864"/>
                </a:lnTo>
                <a:lnTo>
                  <a:pt x="485775" y="414933"/>
                </a:lnTo>
                <a:lnTo>
                  <a:pt x="380107" y="414933"/>
                </a:lnTo>
                <a:close/>
                <a:moveTo>
                  <a:pt x="215801" y="0"/>
                </a:moveTo>
                <a:cubicBezTo>
                  <a:pt x="243979" y="0"/>
                  <a:pt x="275630" y="6846"/>
                  <a:pt x="310753" y="20538"/>
                </a:cubicBezTo>
                <a:lnTo>
                  <a:pt x="310753" y="147042"/>
                </a:lnTo>
                <a:cubicBezTo>
                  <a:pt x="300816" y="134857"/>
                  <a:pt x="290680" y="125667"/>
                  <a:pt x="280346" y="119472"/>
                </a:cubicBezTo>
                <a:cubicBezTo>
                  <a:pt x="261467" y="108086"/>
                  <a:pt x="241196" y="102394"/>
                  <a:pt x="219536" y="102394"/>
                </a:cubicBezTo>
                <a:cubicBezTo>
                  <a:pt x="192111" y="102394"/>
                  <a:pt x="168263" y="110651"/>
                  <a:pt x="147991" y="127164"/>
                </a:cubicBezTo>
                <a:cubicBezTo>
                  <a:pt x="122356" y="148056"/>
                  <a:pt x="109538" y="176709"/>
                  <a:pt x="109538" y="213122"/>
                </a:cubicBezTo>
                <a:cubicBezTo>
                  <a:pt x="109538" y="249337"/>
                  <a:pt x="122356" y="277890"/>
                  <a:pt x="147991" y="298782"/>
                </a:cubicBezTo>
                <a:cubicBezTo>
                  <a:pt x="168263" y="315295"/>
                  <a:pt x="192111" y="323552"/>
                  <a:pt x="219536" y="323552"/>
                </a:cubicBezTo>
                <a:cubicBezTo>
                  <a:pt x="241196" y="323552"/>
                  <a:pt x="261467" y="317860"/>
                  <a:pt x="280346" y="306474"/>
                </a:cubicBezTo>
                <a:cubicBezTo>
                  <a:pt x="290482" y="300481"/>
                  <a:pt x="300618" y="291291"/>
                  <a:pt x="310753" y="278904"/>
                </a:cubicBezTo>
                <a:lnTo>
                  <a:pt x="310753" y="405408"/>
                </a:lnTo>
                <a:cubicBezTo>
                  <a:pt x="276225" y="419100"/>
                  <a:pt x="244277" y="425946"/>
                  <a:pt x="214908" y="425946"/>
                </a:cubicBezTo>
                <a:cubicBezTo>
                  <a:pt x="163711" y="425946"/>
                  <a:pt x="117872" y="409575"/>
                  <a:pt x="77391" y="376833"/>
                </a:cubicBezTo>
                <a:cubicBezTo>
                  <a:pt x="25797" y="334962"/>
                  <a:pt x="0" y="280392"/>
                  <a:pt x="0" y="213122"/>
                </a:cubicBezTo>
                <a:cubicBezTo>
                  <a:pt x="0" y="145653"/>
                  <a:pt x="25797" y="90984"/>
                  <a:pt x="77391" y="49113"/>
                </a:cubicBezTo>
                <a:cubicBezTo>
                  <a:pt x="117872" y="16371"/>
                  <a:pt x="164009" y="0"/>
                  <a:pt x="2158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8" name="Group 117"/>
          <p:cNvGrpSpPr/>
          <p:nvPr/>
        </p:nvGrpSpPr>
        <p:grpSpPr>
          <a:xfrm>
            <a:off x="6544518" y="5627968"/>
            <a:ext cx="3680309" cy="709281"/>
            <a:chOff x="1199735" y="1275606"/>
            <a:chExt cx="1962585" cy="709281"/>
          </a:xfrm>
        </p:grpSpPr>
        <p:sp>
          <p:nvSpPr>
            <p:cNvPr id="119" name="TextBox 118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7685963" y="2599573"/>
            <a:ext cx="3680309" cy="709281"/>
            <a:chOff x="1199735" y="1275606"/>
            <a:chExt cx="1962585" cy="709281"/>
          </a:xfrm>
        </p:grpSpPr>
        <p:sp>
          <p:nvSpPr>
            <p:cNvPr id="113" name="TextBox 112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7802542" y="4689827"/>
            <a:ext cx="3680309" cy="709281"/>
            <a:chOff x="1199735" y="1275606"/>
            <a:chExt cx="1962585" cy="709281"/>
          </a:xfrm>
        </p:grpSpPr>
        <p:sp>
          <p:nvSpPr>
            <p:cNvPr id="116" name="TextBox 115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709150" y="2599573"/>
            <a:ext cx="3680309" cy="709281"/>
            <a:chOff x="1199735" y="1275606"/>
            <a:chExt cx="1962585" cy="709281"/>
          </a:xfrm>
        </p:grpSpPr>
        <p:sp>
          <p:nvSpPr>
            <p:cNvPr id="122" name="TextBox 121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825729" y="4689827"/>
            <a:ext cx="3680309" cy="709281"/>
            <a:chOff x="1199735" y="1275606"/>
            <a:chExt cx="1962585" cy="709281"/>
          </a:xfrm>
        </p:grpSpPr>
        <p:sp>
          <p:nvSpPr>
            <p:cNvPr id="125" name="TextBox 124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279883" y="1670779"/>
            <a:ext cx="3680309" cy="709281"/>
            <a:chOff x="1199735" y="1275606"/>
            <a:chExt cx="1962585" cy="709281"/>
          </a:xfrm>
        </p:grpSpPr>
        <p:sp>
          <p:nvSpPr>
            <p:cNvPr id="129" name="TextBox 128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0" y="0"/>
            <a:ext cx="2469953" cy="2486033"/>
          </a:xfrm>
          <a:custGeom>
            <a:avLst/>
            <a:gdLst>
              <a:gd name="connsiteX0" fmla="*/ 5691 w 2469953"/>
              <a:gd name="connsiteY0" fmla="*/ 143427 h 2486033"/>
              <a:gd name="connsiteX1" fmla="*/ 1176994 w 2469953"/>
              <a:gd name="connsiteY1" fmla="*/ 1314730 h 2486033"/>
              <a:gd name="connsiteX2" fmla="*/ 5691 w 2469953"/>
              <a:gd name="connsiteY2" fmla="*/ 2486033 h 2486033"/>
              <a:gd name="connsiteX3" fmla="*/ 0 w 2469953"/>
              <a:gd name="connsiteY3" fmla="*/ 2480342 h 2486033"/>
              <a:gd name="connsiteX4" fmla="*/ 0 w 2469953"/>
              <a:gd name="connsiteY4" fmla="*/ 149118 h 2486033"/>
              <a:gd name="connsiteX5" fmla="*/ 145293 w 2469953"/>
              <a:gd name="connsiteY5" fmla="*/ 0 h 2486033"/>
              <a:gd name="connsiteX6" fmla="*/ 2469953 w 2469953"/>
              <a:gd name="connsiteY6" fmla="*/ 0 h 2486033"/>
              <a:gd name="connsiteX7" fmla="*/ 1307623 w 2469953"/>
              <a:gd name="connsiteY7" fmla="*/ 1162330 h 2486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69953" h="2486033">
                <a:moveTo>
                  <a:pt x="5691" y="143427"/>
                </a:moveTo>
                <a:lnTo>
                  <a:pt x="1176994" y="1314730"/>
                </a:lnTo>
                <a:lnTo>
                  <a:pt x="5691" y="2486033"/>
                </a:lnTo>
                <a:lnTo>
                  <a:pt x="0" y="2480342"/>
                </a:lnTo>
                <a:lnTo>
                  <a:pt x="0" y="149118"/>
                </a:lnTo>
                <a:close/>
                <a:moveTo>
                  <a:pt x="145293" y="0"/>
                </a:moveTo>
                <a:lnTo>
                  <a:pt x="2469953" y="0"/>
                </a:lnTo>
                <a:lnTo>
                  <a:pt x="1307623" y="11623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" y="2727240"/>
            <a:ext cx="1166065" cy="2332130"/>
          </a:xfrm>
          <a:custGeom>
            <a:avLst/>
            <a:gdLst>
              <a:gd name="connsiteX0" fmla="*/ 0 w 1166065"/>
              <a:gd name="connsiteY0" fmla="*/ 0 h 2332130"/>
              <a:gd name="connsiteX1" fmla="*/ 1166065 w 1166065"/>
              <a:gd name="connsiteY1" fmla="*/ 1166065 h 2332130"/>
              <a:gd name="connsiteX2" fmla="*/ 0 w 1166065"/>
              <a:gd name="connsiteY2" fmla="*/ 2332130 h 2332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6065" h="2332130">
                <a:moveTo>
                  <a:pt x="0" y="0"/>
                </a:moveTo>
                <a:lnTo>
                  <a:pt x="1166065" y="1166065"/>
                </a:lnTo>
                <a:lnTo>
                  <a:pt x="0" y="23321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702558" y="0"/>
            <a:ext cx="2338853" cy="1169426"/>
          </a:xfrm>
          <a:custGeom>
            <a:avLst/>
            <a:gdLst>
              <a:gd name="connsiteX0" fmla="*/ 0 w 2338853"/>
              <a:gd name="connsiteY0" fmla="*/ 0 h 1169426"/>
              <a:gd name="connsiteX1" fmla="*/ 2338853 w 2338853"/>
              <a:gd name="connsiteY1" fmla="*/ 0 h 1169426"/>
              <a:gd name="connsiteX2" fmla="*/ 1169426 w 2338853"/>
              <a:gd name="connsiteY2" fmla="*/ 1169426 h 116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38853" h="1169426">
                <a:moveTo>
                  <a:pt x="0" y="0"/>
                </a:moveTo>
                <a:lnTo>
                  <a:pt x="2338853" y="0"/>
                </a:lnTo>
                <a:lnTo>
                  <a:pt x="1169426" y="116942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5345732"/>
            <a:ext cx="1175590" cy="1512268"/>
          </a:xfrm>
          <a:custGeom>
            <a:avLst/>
            <a:gdLst>
              <a:gd name="connsiteX0" fmla="*/ 4287 w 1175590"/>
              <a:gd name="connsiteY0" fmla="*/ 0 h 1512268"/>
              <a:gd name="connsiteX1" fmla="*/ 1175590 w 1175590"/>
              <a:gd name="connsiteY1" fmla="*/ 1171303 h 1512268"/>
              <a:gd name="connsiteX2" fmla="*/ 834625 w 1175590"/>
              <a:gd name="connsiteY2" fmla="*/ 1512268 h 1512268"/>
              <a:gd name="connsiteX3" fmla="*/ 0 w 1175590"/>
              <a:gd name="connsiteY3" fmla="*/ 1512268 h 1512268"/>
              <a:gd name="connsiteX4" fmla="*/ 0 w 1175590"/>
              <a:gd name="connsiteY4" fmla="*/ 4287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590" h="1512268">
                <a:moveTo>
                  <a:pt x="4287" y="0"/>
                </a:moveTo>
                <a:lnTo>
                  <a:pt x="1175590" y="1171303"/>
                </a:lnTo>
                <a:lnTo>
                  <a:pt x="834625" y="1512268"/>
                </a:lnTo>
                <a:lnTo>
                  <a:pt x="0" y="1512268"/>
                </a:lnTo>
                <a:lnTo>
                  <a:pt x="0" y="428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100141" y="2368923"/>
            <a:ext cx="441301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accent1"/>
                </a:solidFill>
                <a:cs typeface="Arial" panose="020B0604020202020204" pitchFamily="34" charset="0"/>
              </a:rPr>
              <a:t>ALLPPT</a:t>
            </a:r>
            <a:r>
              <a:rPr lang="en-GB" altLang="ko-KR" sz="3200" dirty="0">
                <a:cs typeface="Arial" panose="020B0604020202020204" pitchFamily="34" charset="0"/>
              </a:rPr>
              <a:t> Layout</a:t>
            </a:r>
            <a:endParaRPr lang="en-GB" altLang="ko-KR" sz="3200" dirty="0">
              <a:cs typeface="Arial" panose="020B0604020202020204" pitchFamily="34" charset="0"/>
            </a:endParaRPr>
          </a:p>
          <a:p>
            <a:r>
              <a:rPr lang="en-GB" altLang="ko-KR" sz="3200" dirty="0">
                <a:cs typeface="Arial" panose="020B0604020202020204" pitchFamily="34" charset="0"/>
              </a:rPr>
              <a:t>Clean </a:t>
            </a:r>
            <a:r>
              <a:rPr lang="en-GB" altLang="ko-KR" sz="3200" dirty="0">
                <a:solidFill>
                  <a:schemeClr val="accent1"/>
                </a:solidFill>
                <a:cs typeface="Arial" panose="020B0604020202020204" pitchFamily="34" charset="0"/>
              </a:rPr>
              <a:t>Text Slide </a:t>
            </a:r>
            <a:endParaRPr lang="en-GB" altLang="ko-KR" sz="3200" dirty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r>
              <a:rPr lang="en-GB" altLang="ko-KR" sz="3200" dirty="0">
                <a:cs typeface="Arial" panose="020B0604020202020204" pitchFamily="34" charset="0"/>
              </a:rPr>
              <a:t>for your Presentation</a:t>
            </a:r>
            <a:endParaRPr lang="ko-KR" altLang="en-US" sz="3200" dirty="0"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00140" y="4104399"/>
            <a:ext cx="44130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cs typeface="Arial" panose="020B0604020202020204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lang="en-US" altLang="ko-KR" sz="1400" dirty="0">
              <a:cs typeface="Arial" panose="020B0604020202020204" pitchFamily="34" charset="0"/>
            </a:endParaRPr>
          </a:p>
          <a:p>
            <a:endParaRPr lang="en-US" altLang="ko-KR" sz="1400" dirty="0">
              <a:cs typeface="Arial" panose="020B0604020202020204" pitchFamily="34" charset="0"/>
            </a:endParaRPr>
          </a:p>
          <a:p>
            <a:r>
              <a:rPr lang="en-US" altLang="ko-KR" sz="1400" dirty="0">
                <a:cs typeface="Arial" panose="020B0604020202020204" pitchFamily="34" charset="0"/>
              </a:rPr>
              <a:t>Get a modern PowerPoint  Presentation that is beautifully designed.</a:t>
            </a:r>
            <a:endParaRPr lang="en-US" altLang="ko-KR" sz="1400" dirty="0">
              <a:cs typeface="Arial" panose="020B0604020202020204" pitchFamily="34" charset="0"/>
            </a:endParaRPr>
          </a:p>
        </p:txBody>
      </p:sp>
      <p:sp>
        <p:nvSpPr>
          <p:cNvPr id="40" name="Text Placeholder 10"/>
          <p:cNvSpPr txBox="1"/>
          <p:nvPr/>
        </p:nvSpPr>
        <p:spPr>
          <a:xfrm>
            <a:off x="7031481" y="292981"/>
            <a:ext cx="4915922" cy="175289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Modern Portfolio Presentation</a:t>
            </a:r>
            <a:endParaRPr lang="en-US" altLang="ko-KR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2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Arrow: Right 2"/>
          <p:cNvSpPr/>
          <p:nvPr/>
        </p:nvSpPr>
        <p:spPr>
          <a:xfrm>
            <a:off x="1050202" y="3083470"/>
            <a:ext cx="10248522" cy="149382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>
            <a:endCxn id="17" idx="3"/>
          </p:cNvCxnSpPr>
          <p:nvPr/>
        </p:nvCxnSpPr>
        <p:spPr>
          <a:xfrm flipV="1">
            <a:off x="8242421" y="3830379"/>
            <a:ext cx="1566999" cy="21128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0" idx="1"/>
            <a:endCxn id="21" idx="3"/>
          </p:cNvCxnSpPr>
          <p:nvPr/>
        </p:nvCxnSpPr>
        <p:spPr>
          <a:xfrm>
            <a:off x="6884148" y="5069196"/>
            <a:ext cx="1004431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9" idx="1"/>
          </p:cNvCxnSpPr>
          <p:nvPr/>
        </p:nvCxnSpPr>
        <p:spPr>
          <a:xfrm>
            <a:off x="5798742" y="4364535"/>
            <a:ext cx="2089837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8" idx="3"/>
          </p:cNvCxnSpPr>
          <p:nvPr/>
        </p:nvCxnSpPr>
        <p:spPr>
          <a:xfrm>
            <a:off x="4339627" y="3830381"/>
            <a:ext cx="108943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4" idx="3"/>
            <a:endCxn id="6" idx="1"/>
          </p:cNvCxnSpPr>
          <p:nvPr/>
        </p:nvCxnSpPr>
        <p:spPr>
          <a:xfrm flipV="1">
            <a:off x="1937442" y="3830379"/>
            <a:ext cx="1940458" cy="2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475715" y="3599517"/>
            <a:ext cx="461727" cy="4617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20431" y="3599515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77900" y="3599515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22616" y="3599517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7332" y="3599517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98742" y="3083470"/>
            <a:ext cx="461727" cy="4617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798742" y="4133671"/>
            <a:ext cx="2089837" cy="461727"/>
            <a:chOff x="5512048" y="4341890"/>
            <a:chExt cx="2089837" cy="461727"/>
          </a:xfrm>
        </p:grpSpPr>
        <p:sp>
          <p:nvSpPr>
            <p:cNvPr id="9" name="Rectangle 8"/>
            <p:cNvSpPr/>
            <p:nvPr/>
          </p:nvSpPr>
          <p:spPr>
            <a:xfrm>
              <a:off x="5512048" y="4341890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54751" y="4341890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97454" y="4341890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0158" y="4341890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258261" y="3599513"/>
            <a:ext cx="1551159" cy="461729"/>
            <a:chOff x="8031926" y="3807732"/>
            <a:chExt cx="1551159" cy="461729"/>
          </a:xfrm>
        </p:grpSpPr>
        <p:sp>
          <p:nvSpPr>
            <p:cNvPr id="15" name="Rectangle 14"/>
            <p:cNvSpPr/>
            <p:nvPr/>
          </p:nvSpPr>
          <p:spPr>
            <a:xfrm>
              <a:off x="8031926" y="3807732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576642" y="3807734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21358" y="3807734"/>
              <a:ext cx="461727" cy="46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6884148" y="4838332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426852" y="4838332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>
            <a:endCxn id="10" idx="1"/>
          </p:cNvCxnSpPr>
          <p:nvPr/>
        </p:nvCxnSpPr>
        <p:spPr>
          <a:xfrm flipV="1">
            <a:off x="5429059" y="3314334"/>
            <a:ext cx="369683" cy="516048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9" idx="1"/>
          </p:cNvCxnSpPr>
          <p:nvPr/>
        </p:nvCxnSpPr>
        <p:spPr>
          <a:xfrm>
            <a:off x="5429059" y="3830381"/>
            <a:ext cx="369683" cy="53415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3" idx="2"/>
            <a:endCxn id="20" idx="0"/>
          </p:cNvCxnSpPr>
          <p:nvPr/>
        </p:nvCxnSpPr>
        <p:spPr>
          <a:xfrm>
            <a:off x="7115012" y="4595398"/>
            <a:ext cx="0" cy="24293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23" idx="3"/>
          </p:cNvCxnSpPr>
          <p:nvPr/>
        </p:nvCxnSpPr>
        <p:spPr>
          <a:xfrm flipV="1">
            <a:off x="8258261" y="4892650"/>
            <a:ext cx="1006443" cy="377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7888578" y="3846223"/>
            <a:ext cx="369683" cy="516048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888578" y="4362270"/>
            <a:ext cx="369683" cy="53415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60273" y="4661786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802977" y="4661786"/>
            <a:ext cx="461727" cy="461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8087704" y="2053130"/>
            <a:ext cx="2057409" cy="1078613"/>
            <a:chOff x="1199735" y="1275606"/>
            <a:chExt cx="1962585" cy="1078613"/>
          </a:xfrm>
        </p:grpSpPr>
        <p:sp>
          <p:nvSpPr>
            <p:cNvPr id="51" name="TextBox 50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99735" y="1523222"/>
              <a:ext cx="19625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260299" y="2528077"/>
            <a:ext cx="1520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8146" y="4408014"/>
            <a:ext cx="106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441965" y="4661782"/>
            <a:ext cx="1061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00311" y="4442916"/>
            <a:ext cx="173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Reports.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07104" y="4799855"/>
            <a:ext cx="173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Reports.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11119" y="2713519"/>
            <a:ext cx="1061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52711" y="3119503"/>
            <a:ext cx="1061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8242421" y="5436625"/>
            <a:ext cx="2361192" cy="512334"/>
            <a:chOff x="-825913" y="4159966"/>
            <a:chExt cx="5395324" cy="512334"/>
          </a:xfrm>
        </p:grpSpPr>
        <p:sp>
          <p:nvSpPr>
            <p:cNvPr id="63" name="TextBox 62"/>
            <p:cNvSpPr txBox="1"/>
            <p:nvPr/>
          </p:nvSpPr>
          <p:spPr>
            <a:xfrm>
              <a:off x="-825913" y="4395301"/>
              <a:ext cx="53667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方正舒体" panose="02010601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-825913" y="4159966"/>
              <a:ext cx="5395324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6261" y="425512"/>
            <a:ext cx="1311073" cy="6210674"/>
          </a:xfrm>
          <a:prstGeom prst="rect">
            <a:avLst/>
          </a:prstGeom>
        </p:spPr>
      </p:pic>
      <p:graphicFrame>
        <p:nvGraphicFramePr>
          <p:cNvPr id="4" name="Chart 3"/>
          <p:cNvGraphicFramePr/>
          <p:nvPr/>
        </p:nvGraphicFramePr>
        <p:xfrm>
          <a:off x="878185" y="1636832"/>
          <a:ext cx="8048531" cy="2304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aphicFrame>
        <p:nvGraphicFramePr>
          <p:cNvPr id="20" name="Table Placeholder 5"/>
          <p:cNvGraphicFramePr/>
          <p:nvPr/>
        </p:nvGraphicFramePr>
        <p:xfrm>
          <a:off x="878185" y="4514165"/>
          <a:ext cx="5058383" cy="1703138"/>
        </p:xfrm>
        <a:graphic>
          <a:graphicData uri="http://schemas.openxmlformats.org/drawingml/2006/table">
            <a:tbl>
              <a:tblPr firstRow="1" lastCol="1" bandRow="1" bandCol="1">
                <a:tableStyleId>{5C22544A-7EE6-4342-B048-85BDC9FD1C3A}</a:tableStyleId>
              </a:tblPr>
              <a:tblGrid>
                <a:gridCol w="1376429"/>
                <a:gridCol w="1273198"/>
                <a:gridCol w="1204378"/>
                <a:gridCol w="1204378"/>
              </a:tblGrid>
              <a:tr h="32116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altLang="ko-KR" sz="1400" b="1" spc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endParaRPr lang="en-US" altLang="ko-KR" sz="1400" b="1" spc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altLang="ko-KR" sz="1400" b="1" spc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A TITLE</a:t>
                      </a:r>
                      <a:endParaRPr lang="en-US" altLang="ko-KR" sz="1400" b="1" spc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altLang="ko-KR" sz="1400" b="1" spc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B TITLE</a:t>
                      </a:r>
                      <a:endParaRPr lang="en-US" altLang="ko-KR" sz="1400" b="1" spc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b="1" spc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C TITLE</a:t>
                      </a:r>
                      <a:endParaRPr lang="en-US" altLang="ko-KR" sz="1400" b="1" spc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3004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 Here</a:t>
                      </a: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 Here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</a:t>
                      </a:r>
                      <a:endParaRPr 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Content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</a:tr>
              <a:tr h="3605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Content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Content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Content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5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 Here</a:t>
                      </a: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 Here</a:t>
                      </a: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Text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Content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0000"/>
                      </a:schemeClr>
                    </a:solidFill>
                  </a:tcPr>
                </a:tc>
              </a:tr>
              <a:tr h="360516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Replaced with your own text. 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6128283" y="4345431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2013 ~ 2014  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5"/>
          <p:cNvSpPr/>
          <p:nvPr/>
        </p:nvSpPr>
        <p:spPr>
          <a:xfrm>
            <a:off x="6128283" y="5032826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2014 ~ 2016  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128283" y="5720222"/>
            <a:ext cx="3183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2016 ~ 2021  Text here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25925" y="208230"/>
            <a:ext cx="11525061" cy="64551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16131" y="561971"/>
            <a:ext cx="209563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>
                <a:solidFill>
                  <a:schemeClr val="bg1"/>
                </a:solidFill>
                <a:cs typeface="Arial" panose="020B0604020202020204" pitchFamily="34" charset="0"/>
              </a:rPr>
              <a:t>ALLPPT Layout</a:t>
            </a:r>
            <a:endParaRPr lang="en-GB" altLang="ko-KR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GB" altLang="ko-KR" sz="2400" dirty="0">
                <a:solidFill>
                  <a:schemeClr val="bg1"/>
                </a:solidFill>
                <a:cs typeface="Arial" panose="020B0604020202020204" pitchFamily="34" charset="0"/>
              </a:rPr>
              <a:t>Clean Text Slide </a:t>
            </a:r>
            <a:endParaRPr lang="en-GB" altLang="ko-KR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GB" altLang="ko-KR" sz="2400" dirty="0">
                <a:solidFill>
                  <a:schemeClr val="bg1"/>
                </a:solidFill>
                <a:cs typeface="Arial" panose="020B0604020202020204" pitchFamily="34" charset="0"/>
              </a:rPr>
              <a:t>for your Presentation</a:t>
            </a:r>
            <a:endParaRPr lang="ko-KR" alt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8475" y="623526"/>
            <a:ext cx="27275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US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Get a modern PowerPoint  Presentation that is beautifully designed.</a:t>
            </a:r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64223" y="4907287"/>
            <a:ext cx="356844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800" b="1" dirty="0">
                <a:solidFill>
                  <a:schemeClr val="bg1"/>
                </a:solidFill>
                <a:cs typeface="Arial" panose="020B0604020202020204" pitchFamily="34" charset="0"/>
              </a:rPr>
              <a:t>AWESOME</a:t>
            </a:r>
            <a:endParaRPr lang="en-US" altLang="ko-KR" sz="4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r"/>
            <a:r>
              <a:rPr lang="en-GB" altLang="ko-KR" sz="4800" b="1" dirty="0">
                <a:solidFill>
                  <a:schemeClr val="bg1"/>
                </a:solidFill>
                <a:cs typeface="Arial" panose="020B0604020202020204" pitchFamily="34" charset="0"/>
              </a:rPr>
              <a:t>S</a:t>
            </a:r>
            <a:r>
              <a:rPr lang="en-US" altLang="ko-KR" sz="4800" b="1" dirty="0">
                <a:solidFill>
                  <a:schemeClr val="bg1"/>
                </a:solidFill>
                <a:cs typeface="Arial" panose="020B0604020202020204" pitchFamily="34" charset="0"/>
              </a:rPr>
              <a:t>LIDE</a:t>
            </a:r>
            <a:endParaRPr lang="ko-KR" altLang="en-US" sz="4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5" y="6716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 rot="19800000">
            <a:off x="4524856" y="2348857"/>
            <a:ext cx="3142284" cy="3367890"/>
            <a:chOff x="4524856" y="2348857"/>
            <a:chExt cx="3142284" cy="3367890"/>
          </a:xfrm>
        </p:grpSpPr>
        <p:sp>
          <p:nvSpPr>
            <p:cNvPr id="3" name="Isosceles Triangle 2"/>
            <p:cNvSpPr/>
            <p:nvPr/>
          </p:nvSpPr>
          <p:spPr>
            <a:xfrm>
              <a:off x="5119310" y="4032802"/>
              <a:ext cx="1953376" cy="168394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/>
            <p:cNvSpPr/>
            <p:nvPr/>
          </p:nvSpPr>
          <p:spPr>
            <a:xfrm rot="10800000">
              <a:off x="5119311" y="2348857"/>
              <a:ext cx="1953376" cy="1683945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/>
            <p:cNvSpPr/>
            <p:nvPr/>
          </p:nvSpPr>
          <p:spPr>
            <a:xfrm rot="18000000">
              <a:off x="5848480" y="3611816"/>
              <a:ext cx="1953376" cy="1683945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rot="7200000">
              <a:off x="4390141" y="2769843"/>
              <a:ext cx="1953376" cy="1683945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/>
            <p:cNvSpPr/>
            <p:nvPr/>
          </p:nvSpPr>
          <p:spPr>
            <a:xfrm rot="3600000">
              <a:off x="4390141" y="3611815"/>
              <a:ext cx="1953376" cy="168394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/>
            <p:cNvSpPr/>
            <p:nvPr/>
          </p:nvSpPr>
          <p:spPr>
            <a:xfrm rot="14400000">
              <a:off x="5848480" y="2769844"/>
              <a:ext cx="1953376" cy="168394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5841943" y="3492569"/>
            <a:ext cx="536368" cy="53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isometricTopUp"/>
            <a:lightRig rig="balanced" dir="t"/>
          </a:scene3d>
          <a:sp3d extrusionH="558800" contourW="12700" prstMaterial="matte">
            <a:extrusionClr>
              <a:schemeClr val="bg1">
                <a:lumMod val="95000"/>
              </a:schemeClr>
            </a:extrusionClr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6"/>
          <p:cNvSpPr>
            <a:spLocks noChangeAspect="1"/>
          </p:cNvSpPr>
          <p:nvPr/>
        </p:nvSpPr>
        <p:spPr>
          <a:xfrm>
            <a:off x="5342770" y="2871230"/>
            <a:ext cx="354261" cy="361524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Frame 1"/>
          <p:cNvSpPr>
            <a:spLocks noChangeAspect="1"/>
          </p:cNvSpPr>
          <p:nvPr/>
        </p:nvSpPr>
        <p:spPr>
          <a:xfrm>
            <a:off x="6503514" y="2864851"/>
            <a:ext cx="354261" cy="354261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Down Arrow 1"/>
          <p:cNvSpPr>
            <a:spLocks noChangeAspect="1"/>
          </p:cNvSpPr>
          <p:nvPr/>
        </p:nvSpPr>
        <p:spPr>
          <a:xfrm>
            <a:off x="4816131" y="3799408"/>
            <a:ext cx="241222" cy="354261"/>
          </a:xfrm>
          <a:custGeom>
            <a:avLst/>
            <a:gdLst/>
            <a:ahLst/>
            <a:cxnLst/>
            <a:rect l="l" t="t" r="r" b="b"/>
            <a:pathLst>
              <a:path w="2745756" h="4032448">
                <a:moveTo>
                  <a:pt x="1622229" y="1008112"/>
                </a:moveTo>
                <a:lnTo>
                  <a:pt x="2371247" y="1008112"/>
                </a:lnTo>
                <a:lnTo>
                  <a:pt x="2371247" y="3081405"/>
                </a:lnTo>
                <a:lnTo>
                  <a:pt x="2745756" y="3081405"/>
                </a:lnTo>
                <a:lnTo>
                  <a:pt x="1996738" y="4032448"/>
                </a:lnTo>
                <a:lnTo>
                  <a:pt x="1247720" y="3081405"/>
                </a:lnTo>
                <a:lnTo>
                  <a:pt x="1622229" y="3081405"/>
                </a:lnTo>
                <a:close/>
                <a:moveTo>
                  <a:pt x="749018" y="0"/>
                </a:moveTo>
                <a:lnTo>
                  <a:pt x="1498036" y="951043"/>
                </a:lnTo>
                <a:lnTo>
                  <a:pt x="1123527" y="951043"/>
                </a:lnTo>
                <a:lnTo>
                  <a:pt x="1123527" y="3024336"/>
                </a:lnTo>
                <a:lnTo>
                  <a:pt x="374509" y="3024336"/>
                </a:lnTo>
                <a:lnTo>
                  <a:pt x="374509" y="951043"/>
                </a:lnTo>
                <a:lnTo>
                  <a:pt x="0" y="9510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Freeform 14"/>
          <p:cNvSpPr>
            <a:spLocks noChangeAspect="1"/>
          </p:cNvSpPr>
          <p:nvPr/>
        </p:nvSpPr>
        <p:spPr>
          <a:xfrm>
            <a:off x="5451008" y="4846491"/>
            <a:ext cx="381600" cy="434742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7"/>
          <p:cNvSpPr>
            <a:spLocks noChangeAspect="1"/>
          </p:cNvSpPr>
          <p:nvPr/>
        </p:nvSpPr>
        <p:spPr>
          <a:xfrm>
            <a:off x="7093069" y="3827813"/>
            <a:ext cx="354261" cy="354222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764687" y="782779"/>
                </a:moveTo>
                <a:cubicBezTo>
                  <a:pt x="2512183" y="782779"/>
                  <a:pt x="2307488" y="987475"/>
                  <a:pt x="2307487" y="1239980"/>
                </a:cubicBezTo>
                <a:cubicBezTo>
                  <a:pt x="2307487" y="1241985"/>
                  <a:pt x="2307500" y="1243987"/>
                  <a:pt x="2308092" y="1245978"/>
                </a:cubicBezTo>
                <a:lnTo>
                  <a:pt x="1570677" y="1632536"/>
                </a:lnTo>
                <a:cubicBezTo>
                  <a:pt x="1488749" y="1552118"/>
                  <a:pt x="1376387" y="1502860"/>
                  <a:pt x="1252520" y="1502859"/>
                </a:cubicBezTo>
                <a:cubicBezTo>
                  <a:pt x="1000014" y="1502859"/>
                  <a:pt x="795319" y="1707555"/>
                  <a:pt x="795319" y="1960060"/>
                </a:cubicBezTo>
                <a:cubicBezTo>
                  <a:pt x="795319" y="2212565"/>
                  <a:pt x="1000014" y="2417260"/>
                  <a:pt x="1252520" y="2417260"/>
                </a:cubicBezTo>
                <a:cubicBezTo>
                  <a:pt x="1361432" y="2417260"/>
                  <a:pt x="1461449" y="2379178"/>
                  <a:pt x="1538674" y="2313987"/>
                </a:cubicBezTo>
                <a:lnTo>
                  <a:pt x="2308734" y="2717656"/>
                </a:lnTo>
                <a:cubicBezTo>
                  <a:pt x="2314220" y="2964461"/>
                  <a:pt x="2516327" y="3162492"/>
                  <a:pt x="2764688" y="3162492"/>
                </a:cubicBezTo>
                <a:cubicBezTo>
                  <a:pt x="3017192" y="3162492"/>
                  <a:pt x="3221888" y="2957797"/>
                  <a:pt x="3221887" y="2705292"/>
                </a:cubicBezTo>
                <a:cubicBezTo>
                  <a:pt x="3221887" y="2452786"/>
                  <a:pt x="3017192" y="2248092"/>
                  <a:pt x="2764688" y="2248092"/>
                </a:cubicBezTo>
                <a:cubicBezTo>
                  <a:pt x="2638870" y="2248092"/>
                  <a:pt x="2524924" y="2298913"/>
                  <a:pt x="2442337" y="2381228"/>
                </a:cubicBezTo>
                <a:lnTo>
                  <a:pt x="1706164" y="1995322"/>
                </a:lnTo>
                <a:lnTo>
                  <a:pt x="1709074" y="1966451"/>
                </a:lnTo>
                <a:lnTo>
                  <a:pt x="2455698" y="1575067"/>
                </a:lnTo>
                <a:cubicBezTo>
                  <a:pt x="2536225" y="1651261"/>
                  <a:pt x="2645094" y="1697180"/>
                  <a:pt x="2764687" y="1697179"/>
                </a:cubicBezTo>
                <a:cubicBezTo>
                  <a:pt x="3017193" y="1697180"/>
                  <a:pt x="3221887" y="1492485"/>
                  <a:pt x="3221888" y="1239980"/>
                </a:cubicBezTo>
                <a:cubicBezTo>
                  <a:pt x="3221887" y="987475"/>
                  <a:pt x="3017193" y="782779"/>
                  <a:pt x="2764687" y="782779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Rounded Rectangle 1"/>
          <p:cNvSpPr>
            <a:spLocks noChangeAspect="1"/>
          </p:cNvSpPr>
          <p:nvPr/>
        </p:nvSpPr>
        <p:spPr>
          <a:xfrm rot="2648398">
            <a:off x="6529429" y="4733082"/>
            <a:ext cx="167203" cy="427626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416723" y="3601109"/>
            <a:ext cx="2876043" cy="893947"/>
            <a:chOff x="1199735" y="1275606"/>
            <a:chExt cx="1962585" cy="893947"/>
          </a:xfrm>
        </p:grpSpPr>
        <p:sp>
          <p:nvSpPr>
            <p:cNvPr id="23" name="TextBox 22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99235" y="3601109"/>
            <a:ext cx="2876043" cy="893947"/>
            <a:chOff x="1199735" y="1275606"/>
            <a:chExt cx="1962585" cy="893947"/>
          </a:xfrm>
        </p:grpSpPr>
        <p:sp>
          <p:nvSpPr>
            <p:cNvPr id="33" name="TextBox 32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396103" y="1817714"/>
            <a:ext cx="2876043" cy="893947"/>
            <a:chOff x="1199735" y="1275606"/>
            <a:chExt cx="1962585" cy="893947"/>
          </a:xfrm>
        </p:grpSpPr>
        <p:sp>
          <p:nvSpPr>
            <p:cNvPr id="20" name="TextBox 19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396103" y="5384504"/>
            <a:ext cx="2876043" cy="893947"/>
            <a:chOff x="1199735" y="1275606"/>
            <a:chExt cx="1962585" cy="893947"/>
          </a:xfrm>
        </p:grpSpPr>
        <p:sp>
          <p:nvSpPr>
            <p:cNvPr id="27" name="TextBox 26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919854" y="1817714"/>
            <a:ext cx="2876043" cy="893947"/>
            <a:chOff x="1199735" y="1275606"/>
            <a:chExt cx="1962585" cy="893947"/>
          </a:xfrm>
        </p:grpSpPr>
        <p:sp>
          <p:nvSpPr>
            <p:cNvPr id="30" name="TextBox 29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919854" y="5384504"/>
            <a:ext cx="2876043" cy="893947"/>
            <a:chOff x="1199735" y="1275606"/>
            <a:chExt cx="1962585" cy="893947"/>
          </a:xfrm>
        </p:grpSpPr>
        <p:sp>
          <p:nvSpPr>
            <p:cNvPr id="36" name="TextBox 35"/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Reports.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40" name="Hexagon 39"/>
          <p:cNvSpPr/>
          <p:nvPr/>
        </p:nvSpPr>
        <p:spPr>
          <a:xfrm rot="19747125">
            <a:off x="5937870" y="1950579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Hexagon 40"/>
          <p:cNvSpPr/>
          <p:nvPr/>
        </p:nvSpPr>
        <p:spPr>
          <a:xfrm rot="19747125">
            <a:off x="7617327" y="2916916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Hexagon 41"/>
          <p:cNvSpPr/>
          <p:nvPr/>
        </p:nvSpPr>
        <p:spPr>
          <a:xfrm rot="19747125">
            <a:off x="7622069" y="4870606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Hexagon 42"/>
          <p:cNvSpPr/>
          <p:nvPr/>
        </p:nvSpPr>
        <p:spPr>
          <a:xfrm rot="19747125">
            <a:off x="5937870" y="5819748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Hexagon 43"/>
          <p:cNvSpPr/>
          <p:nvPr/>
        </p:nvSpPr>
        <p:spPr>
          <a:xfrm rot="19747125">
            <a:off x="4260498" y="4894277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Hexagon 44"/>
          <p:cNvSpPr/>
          <p:nvPr/>
        </p:nvSpPr>
        <p:spPr>
          <a:xfrm rot="19747125">
            <a:off x="4278242" y="2956103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0184" y="651850"/>
            <a:ext cx="4554466" cy="5887883"/>
          </a:xfrm>
          <a:prstGeom prst="rect">
            <a:avLst/>
          </a:prstGeom>
        </p:spPr>
      </p:pic>
      <p:sp>
        <p:nvSpPr>
          <p:cNvPr id="4" name="Rounded Rectangle 4"/>
          <p:cNvSpPr/>
          <p:nvPr/>
        </p:nvSpPr>
        <p:spPr>
          <a:xfrm>
            <a:off x="4771186" y="2463757"/>
            <a:ext cx="1440000" cy="1368000"/>
          </a:xfrm>
          <a:prstGeom prst="roundRect">
            <a:avLst>
              <a:gd name="adj" fmla="val 8843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ounded Rectangle 5"/>
          <p:cNvSpPr/>
          <p:nvPr/>
        </p:nvSpPr>
        <p:spPr>
          <a:xfrm>
            <a:off x="4771186" y="4081888"/>
            <a:ext cx="1440000" cy="1368000"/>
          </a:xfrm>
          <a:prstGeom prst="roundRect">
            <a:avLst>
              <a:gd name="adj" fmla="val 8843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ounded Rectangle 6"/>
          <p:cNvSpPr/>
          <p:nvPr/>
        </p:nvSpPr>
        <p:spPr>
          <a:xfrm>
            <a:off x="2925090" y="2463757"/>
            <a:ext cx="1440000" cy="1368000"/>
          </a:xfrm>
          <a:prstGeom prst="roundRect">
            <a:avLst>
              <a:gd name="adj" fmla="val 8843"/>
            </a:avLst>
          </a:prstGeom>
          <a:solidFill>
            <a:schemeClr val="accent2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ounded Rectangle 7"/>
          <p:cNvSpPr/>
          <p:nvPr/>
        </p:nvSpPr>
        <p:spPr>
          <a:xfrm>
            <a:off x="2925090" y="4081888"/>
            <a:ext cx="1440000" cy="1368000"/>
          </a:xfrm>
          <a:prstGeom prst="roundRect">
            <a:avLst>
              <a:gd name="adj" fmla="val 8843"/>
            </a:avLst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ounded Rectangle 8"/>
          <p:cNvSpPr/>
          <p:nvPr/>
        </p:nvSpPr>
        <p:spPr>
          <a:xfrm>
            <a:off x="1078995" y="2463757"/>
            <a:ext cx="1440000" cy="1368000"/>
          </a:xfrm>
          <a:prstGeom prst="roundRect">
            <a:avLst>
              <a:gd name="adj" fmla="val 8843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Rounded Rectangle 9"/>
          <p:cNvSpPr/>
          <p:nvPr/>
        </p:nvSpPr>
        <p:spPr>
          <a:xfrm>
            <a:off x="1078995" y="4081888"/>
            <a:ext cx="1440000" cy="1368000"/>
          </a:xfrm>
          <a:prstGeom prst="roundRect">
            <a:avLst>
              <a:gd name="adj" fmla="val 8843"/>
            </a:avLst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TextBox 9"/>
          <p:cNvSpPr txBox="1"/>
          <p:nvPr/>
        </p:nvSpPr>
        <p:spPr>
          <a:xfrm>
            <a:off x="1218681" y="3217795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4777" y="3217795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8681" y="4811606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64777" y="4811606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10872" y="4811606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10872" y="3217795"/>
            <a:ext cx="116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PowerPoint  Presentation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553" y="1477238"/>
            <a:ext cx="5910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0553" y="5580786"/>
            <a:ext cx="5910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" name="Oval 21"/>
          <p:cNvSpPr/>
          <p:nvPr/>
        </p:nvSpPr>
        <p:spPr>
          <a:xfrm rot="20700000">
            <a:off x="3427609" y="4302208"/>
            <a:ext cx="434971" cy="381221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9" name="Trapezoid 3"/>
          <p:cNvSpPr/>
          <p:nvPr/>
        </p:nvSpPr>
        <p:spPr>
          <a:xfrm>
            <a:off x="3486921" y="2771347"/>
            <a:ext cx="316346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0" name="Down Arrow 1"/>
          <p:cNvSpPr/>
          <p:nvPr/>
        </p:nvSpPr>
        <p:spPr>
          <a:xfrm rot="10800000" flipH="1">
            <a:off x="1617924" y="4285387"/>
            <a:ext cx="362146" cy="406688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Rectangle 15"/>
          <p:cNvSpPr/>
          <p:nvPr/>
        </p:nvSpPr>
        <p:spPr>
          <a:xfrm rot="14270044">
            <a:off x="1618483" y="2732177"/>
            <a:ext cx="361027" cy="376077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2" name="Frame 1"/>
          <p:cNvSpPr/>
          <p:nvPr/>
        </p:nvSpPr>
        <p:spPr>
          <a:xfrm>
            <a:off x="5297260" y="4285387"/>
            <a:ext cx="387853" cy="387853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Donut 15"/>
          <p:cNvSpPr/>
          <p:nvPr/>
        </p:nvSpPr>
        <p:spPr>
          <a:xfrm>
            <a:off x="5324267" y="2729361"/>
            <a:ext cx="333838" cy="33524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796700" y="463597"/>
            <a:ext cx="6185125" cy="88274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dirty="0">
                <a:solidFill>
                  <a:schemeClr val="accent1"/>
                </a:solidFill>
              </a:rPr>
              <a:t>Infographic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Style</a:t>
            </a:r>
            <a:endParaRPr lang="ko-KR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3561328" y="1867960"/>
            <a:ext cx="3048478" cy="475870"/>
            <a:chOff x="2153502" y="2017026"/>
            <a:chExt cx="2286358" cy="376921"/>
          </a:xfrm>
        </p:grpSpPr>
        <p:sp>
          <p:nvSpPr>
            <p:cNvPr id="3" name="Rectangle 9"/>
            <p:cNvSpPr/>
            <p:nvPr/>
          </p:nvSpPr>
          <p:spPr>
            <a:xfrm>
              <a:off x="4319543" y="2027138"/>
              <a:ext cx="115353" cy="36680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-1" fmla="*/ 0 w 914400"/>
                <a:gd name="connsiteY0-2" fmla="*/ 292963 h 1207363"/>
                <a:gd name="connsiteX1-3" fmla="*/ 914400 w 914400"/>
                <a:gd name="connsiteY1-4" fmla="*/ 0 h 1207363"/>
                <a:gd name="connsiteX2-5" fmla="*/ 914400 w 914400"/>
                <a:gd name="connsiteY2-6" fmla="*/ 1207363 h 1207363"/>
                <a:gd name="connsiteX3-7" fmla="*/ 0 w 914400"/>
                <a:gd name="connsiteY3-8" fmla="*/ 1207363 h 1207363"/>
                <a:gd name="connsiteX4-9" fmla="*/ 0 w 914400"/>
                <a:gd name="connsiteY4-10" fmla="*/ 292963 h 1207363"/>
                <a:gd name="connsiteX0-11" fmla="*/ 612559 w 914400"/>
                <a:gd name="connsiteY0-12" fmla="*/ 8877 h 1207363"/>
                <a:gd name="connsiteX1-13" fmla="*/ 914400 w 914400"/>
                <a:gd name="connsiteY1-14" fmla="*/ 0 h 1207363"/>
                <a:gd name="connsiteX2-15" fmla="*/ 914400 w 914400"/>
                <a:gd name="connsiteY2-16" fmla="*/ 1207363 h 1207363"/>
                <a:gd name="connsiteX3-17" fmla="*/ 0 w 914400"/>
                <a:gd name="connsiteY3-18" fmla="*/ 1207363 h 1207363"/>
                <a:gd name="connsiteX4-19" fmla="*/ 612559 w 914400"/>
                <a:gd name="connsiteY4-20" fmla="*/ 8877 h 1207363"/>
                <a:gd name="connsiteX0-21" fmla="*/ 0 w 301841"/>
                <a:gd name="connsiteY0-22" fmla="*/ 8877 h 1207363"/>
                <a:gd name="connsiteX1-23" fmla="*/ 301841 w 301841"/>
                <a:gd name="connsiteY1-24" fmla="*/ 0 h 1207363"/>
                <a:gd name="connsiteX2-25" fmla="*/ 301841 w 301841"/>
                <a:gd name="connsiteY2-26" fmla="*/ 1207363 h 1207363"/>
                <a:gd name="connsiteX3-27" fmla="*/ 186432 w 301841"/>
                <a:gd name="connsiteY3-28" fmla="*/ 408372 h 1207363"/>
                <a:gd name="connsiteX4-29" fmla="*/ 0 w 301841"/>
                <a:gd name="connsiteY4-30" fmla="*/ 8877 h 1207363"/>
                <a:gd name="connsiteX0-31" fmla="*/ 0 w 133166"/>
                <a:gd name="connsiteY0-32" fmla="*/ 0 h 1207364"/>
                <a:gd name="connsiteX1-33" fmla="*/ 133166 w 133166"/>
                <a:gd name="connsiteY1-34" fmla="*/ 1 h 1207364"/>
                <a:gd name="connsiteX2-35" fmla="*/ 133166 w 133166"/>
                <a:gd name="connsiteY2-36" fmla="*/ 1207364 h 1207364"/>
                <a:gd name="connsiteX3-37" fmla="*/ 17757 w 133166"/>
                <a:gd name="connsiteY3-38" fmla="*/ 408373 h 1207364"/>
                <a:gd name="connsiteX4-39" fmla="*/ 0 w 133166"/>
                <a:gd name="connsiteY4-40" fmla="*/ 0 h 1207364"/>
                <a:gd name="connsiteX0-41" fmla="*/ 0 w 142044"/>
                <a:gd name="connsiteY0-42" fmla="*/ 0 h 408373"/>
                <a:gd name="connsiteX1-43" fmla="*/ 133166 w 142044"/>
                <a:gd name="connsiteY1-44" fmla="*/ 1 h 408373"/>
                <a:gd name="connsiteX2-45" fmla="*/ 142044 w 142044"/>
                <a:gd name="connsiteY2-46" fmla="*/ 301842 h 408373"/>
                <a:gd name="connsiteX3-47" fmla="*/ 17757 w 142044"/>
                <a:gd name="connsiteY3-48" fmla="*/ 408373 h 408373"/>
                <a:gd name="connsiteX4-49" fmla="*/ 0 w 142044"/>
                <a:gd name="connsiteY4-50" fmla="*/ 0 h 408373"/>
                <a:gd name="connsiteX0-51" fmla="*/ 0 w 133166"/>
                <a:gd name="connsiteY0-52" fmla="*/ 0 h 408373"/>
                <a:gd name="connsiteX1-53" fmla="*/ 133166 w 133166"/>
                <a:gd name="connsiteY1-54" fmla="*/ 1 h 408373"/>
                <a:gd name="connsiteX2-55" fmla="*/ 118293 w 133166"/>
                <a:gd name="connsiteY2-56" fmla="*/ 313717 h 408373"/>
                <a:gd name="connsiteX3-57" fmla="*/ 17757 w 133166"/>
                <a:gd name="connsiteY3-58" fmla="*/ 408373 h 408373"/>
                <a:gd name="connsiteX4-59" fmla="*/ 0 w 133166"/>
                <a:gd name="connsiteY4-60" fmla="*/ 0 h 408373"/>
                <a:gd name="connsiteX0-61" fmla="*/ 0 w 118293"/>
                <a:gd name="connsiteY0-62" fmla="*/ 5937 h 414310"/>
                <a:gd name="connsiteX1-63" fmla="*/ 115353 w 118293"/>
                <a:gd name="connsiteY1-64" fmla="*/ 0 h 414310"/>
                <a:gd name="connsiteX2-65" fmla="*/ 118293 w 118293"/>
                <a:gd name="connsiteY2-66" fmla="*/ 319654 h 414310"/>
                <a:gd name="connsiteX3-67" fmla="*/ 17757 w 118293"/>
                <a:gd name="connsiteY3-68" fmla="*/ 414310 h 414310"/>
                <a:gd name="connsiteX4-69" fmla="*/ 0 w 118293"/>
                <a:gd name="connsiteY4-70" fmla="*/ 5937 h 414310"/>
                <a:gd name="connsiteX0-71" fmla="*/ 0 w 118293"/>
                <a:gd name="connsiteY0-72" fmla="*/ 5937 h 366809"/>
                <a:gd name="connsiteX1-73" fmla="*/ 115353 w 118293"/>
                <a:gd name="connsiteY1-74" fmla="*/ 0 h 366809"/>
                <a:gd name="connsiteX2-75" fmla="*/ 118293 w 118293"/>
                <a:gd name="connsiteY2-76" fmla="*/ 319654 h 366809"/>
                <a:gd name="connsiteX3-77" fmla="*/ 5882 w 118293"/>
                <a:gd name="connsiteY3-78" fmla="*/ 366809 h 366809"/>
                <a:gd name="connsiteX4-79" fmla="*/ 0 w 118293"/>
                <a:gd name="connsiteY4-80" fmla="*/ 5937 h 366809"/>
                <a:gd name="connsiteX0-81" fmla="*/ 0 w 115353"/>
                <a:gd name="connsiteY0-82" fmla="*/ 5937 h 366809"/>
                <a:gd name="connsiteX1-83" fmla="*/ 115353 w 115353"/>
                <a:gd name="connsiteY1-84" fmla="*/ 0 h 366809"/>
                <a:gd name="connsiteX2-85" fmla="*/ 112356 w 115353"/>
                <a:gd name="connsiteY2-86" fmla="*/ 278091 h 366809"/>
                <a:gd name="connsiteX3-87" fmla="*/ 5882 w 115353"/>
                <a:gd name="connsiteY3-88" fmla="*/ 366809 h 366809"/>
                <a:gd name="connsiteX4-89" fmla="*/ 0 w 115353"/>
                <a:gd name="connsiteY4-90" fmla="*/ 5937 h 3668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/>
            <p:cNvSpPr/>
            <p:nvPr/>
          </p:nvSpPr>
          <p:spPr>
            <a:xfrm flipH="1">
              <a:off x="2153502" y="2017026"/>
              <a:ext cx="2286358" cy="288032"/>
            </a:xfrm>
            <a:custGeom>
              <a:avLst/>
              <a:gdLst>
                <a:gd name="connsiteX0" fmla="*/ 0 w 5285462"/>
                <a:gd name="connsiteY0" fmla="*/ 0 h 576064"/>
                <a:gd name="connsiteX1" fmla="*/ 4724629 w 5285462"/>
                <a:gd name="connsiteY1" fmla="*/ 0 h 576064"/>
                <a:gd name="connsiteX2" fmla="*/ 5285462 w 5285462"/>
                <a:gd name="connsiteY2" fmla="*/ 576064 h 576064"/>
                <a:gd name="connsiteX3" fmla="*/ 0 w 5285462"/>
                <a:gd name="connsiteY3" fmla="*/ 576064 h 576064"/>
                <a:gd name="connsiteX4" fmla="*/ 0 w 5285462"/>
                <a:gd name="connsiteY4" fmla="*/ 0 h 57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25838" y="3903781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ectangle 7"/>
          <p:cNvSpPr/>
          <p:nvPr/>
        </p:nvSpPr>
        <p:spPr>
          <a:xfrm>
            <a:off x="3925838" y="4414187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Rectangle 8"/>
          <p:cNvSpPr/>
          <p:nvPr/>
        </p:nvSpPr>
        <p:spPr>
          <a:xfrm>
            <a:off x="3925838" y="4924593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9"/>
          <p:cNvSpPr/>
          <p:nvPr/>
        </p:nvSpPr>
        <p:spPr>
          <a:xfrm>
            <a:off x="3925838" y="5434999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11" name="Chart 61"/>
          <p:cNvGraphicFramePr/>
          <p:nvPr/>
        </p:nvGraphicFramePr>
        <p:xfrm>
          <a:off x="3789912" y="3696208"/>
          <a:ext cx="7887738" cy="2307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963965" y="3945303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A - 40%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8823" y="4451803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B - 70%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3465" y="4952720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C - 30%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88323" y="5459220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D - 90%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Text Placeholder 35"/>
          <p:cNvSpPr txBox="1"/>
          <p:nvPr/>
        </p:nvSpPr>
        <p:spPr>
          <a:xfrm>
            <a:off x="3788085" y="1863211"/>
            <a:ext cx="2307915" cy="372056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Contents Here</a:t>
            </a:r>
            <a:endParaRPr lang="en-US" dirty="0"/>
          </a:p>
        </p:txBody>
      </p:sp>
      <p:sp>
        <p:nvSpPr>
          <p:cNvPr id="17" name="Text Placeholder 18"/>
          <p:cNvSpPr txBox="1"/>
          <p:nvPr/>
        </p:nvSpPr>
        <p:spPr>
          <a:xfrm>
            <a:off x="3913051" y="3491819"/>
            <a:ext cx="1750504" cy="288032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rgbClr val="EF4A4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accent1"/>
                </a:solidFill>
              </a:rPr>
              <a:t>Contents Here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8084" y="2368228"/>
            <a:ext cx="7813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idx="15"/>
          </p:nvPr>
        </p:nvSpPr>
        <p:spPr/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498732" y="3761070"/>
            <a:ext cx="2339153" cy="2312993"/>
            <a:chOff x="1080045" y="1858541"/>
            <a:chExt cx="2339153" cy="2312993"/>
          </a:xfrm>
        </p:grpSpPr>
        <p:sp>
          <p:nvSpPr>
            <p:cNvPr id="4" name="TextBox 3"/>
            <p:cNvSpPr txBox="1"/>
            <p:nvPr/>
          </p:nvSpPr>
          <p:spPr>
            <a:xfrm>
              <a:off x="1080045" y="1858541"/>
              <a:ext cx="728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2"/>
                  </a:solidFill>
                </a:rPr>
                <a:t>02</a:t>
              </a:r>
              <a:endParaRPr lang="ko-KR" altLang="en-US" sz="3600" b="1" dirty="0">
                <a:solidFill>
                  <a:schemeClr val="accent2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29345" y="2232542"/>
              <a:ext cx="16898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19821" y="1986321"/>
              <a:ext cx="1654955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245230" y="3761070"/>
            <a:ext cx="2339153" cy="2312993"/>
            <a:chOff x="1080045" y="1858541"/>
            <a:chExt cx="2339153" cy="2312993"/>
          </a:xfrm>
        </p:grpSpPr>
        <p:sp>
          <p:nvSpPr>
            <p:cNvPr id="8" name="TextBox 7"/>
            <p:cNvSpPr txBox="1"/>
            <p:nvPr/>
          </p:nvSpPr>
          <p:spPr>
            <a:xfrm>
              <a:off x="1080045" y="1858541"/>
              <a:ext cx="728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3"/>
                  </a:solidFill>
                </a:rPr>
                <a:t>03</a:t>
              </a:r>
              <a:endParaRPr lang="ko-KR" altLang="en-US" sz="3600" b="1" dirty="0">
                <a:solidFill>
                  <a:schemeClr val="accent3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29345" y="2232542"/>
              <a:ext cx="16898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821" y="1986321"/>
              <a:ext cx="1654955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991728" y="3761070"/>
            <a:ext cx="2339153" cy="2312993"/>
            <a:chOff x="1080045" y="1858541"/>
            <a:chExt cx="2339153" cy="2312993"/>
          </a:xfrm>
        </p:grpSpPr>
        <p:sp>
          <p:nvSpPr>
            <p:cNvPr id="12" name="TextBox 11"/>
            <p:cNvSpPr txBox="1"/>
            <p:nvPr/>
          </p:nvSpPr>
          <p:spPr>
            <a:xfrm>
              <a:off x="1080045" y="1858541"/>
              <a:ext cx="728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4"/>
                  </a:solidFill>
                </a:rPr>
                <a:t>04</a:t>
              </a:r>
              <a:endParaRPr lang="ko-KR" altLang="en-US" sz="3600" b="1" dirty="0">
                <a:solidFill>
                  <a:schemeClr val="accent4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29345" y="2232542"/>
              <a:ext cx="16898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821" y="1986321"/>
              <a:ext cx="1654955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4372049" y="1939207"/>
            <a:ext cx="603968" cy="603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6" name="Rectangle 15"/>
          <p:cNvSpPr/>
          <p:nvPr/>
        </p:nvSpPr>
        <p:spPr>
          <a:xfrm>
            <a:off x="7181876" y="1939207"/>
            <a:ext cx="603968" cy="603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7" name="Rectangle 16"/>
          <p:cNvSpPr/>
          <p:nvPr/>
        </p:nvSpPr>
        <p:spPr>
          <a:xfrm>
            <a:off x="10000584" y="1939207"/>
            <a:ext cx="603968" cy="6039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107766" y="2241191"/>
            <a:ext cx="1942363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917591" y="2241191"/>
            <a:ext cx="1951244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736300" y="2247569"/>
            <a:ext cx="1455701" cy="6376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9294836" y="2940753"/>
            <a:ext cx="1793922" cy="600808"/>
            <a:chOff x="698919" y="3231434"/>
            <a:chExt cx="2170041" cy="726774"/>
          </a:xfrm>
        </p:grpSpPr>
        <p:sp>
          <p:nvSpPr>
            <p:cNvPr id="22" name="Rounded Rectangle 19"/>
            <p:cNvSpPr/>
            <p:nvPr/>
          </p:nvSpPr>
          <p:spPr>
            <a:xfrm rot="5400000">
              <a:off x="1547664" y="2636912"/>
              <a:ext cx="698376" cy="1944216"/>
            </a:xfrm>
            <a:prstGeom prst="roundRect">
              <a:avLst>
                <a:gd name="adj" fmla="val 50000"/>
              </a:avLst>
            </a:prstGeom>
            <a:noFill/>
            <a:ln w="241300">
              <a:gradFill flip="none" rotWithShape="1">
                <a:gsLst>
                  <a:gs pos="0">
                    <a:schemeClr val="accent4">
                      <a:lumMod val="72000"/>
                      <a:lumOff val="28000"/>
                    </a:schemeClr>
                  </a:gs>
                  <a:gs pos="48000">
                    <a:schemeClr val="accent4"/>
                  </a:gs>
                </a:gsLst>
                <a:lin ang="19200000" scaled="0"/>
                <a:tileRect/>
              </a:gra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3" name="Oval 22"/>
            <p:cNvSpPr/>
            <p:nvPr/>
          </p:nvSpPr>
          <p:spPr>
            <a:xfrm rot="19002224">
              <a:off x="698919" y="3231434"/>
              <a:ext cx="648072" cy="190872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72000">
                  <a:srgbClr val="73B2D1">
                    <a:lumMod val="0"/>
                    <a:lumOff val="100000"/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4" name="Rounded Rectangle 4"/>
          <p:cNvSpPr/>
          <p:nvPr/>
        </p:nvSpPr>
        <p:spPr>
          <a:xfrm rot="5400000">
            <a:off x="4396081" y="2452760"/>
            <a:ext cx="577331" cy="1607238"/>
          </a:xfrm>
          <a:prstGeom prst="roundRect">
            <a:avLst>
              <a:gd name="adj" fmla="val 50000"/>
            </a:avLst>
          </a:prstGeom>
          <a:noFill/>
          <a:ln w="241300">
            <a:gradFill flip="none" rotWithShape="1">
              <a:gsLst>
                <a:gs pos="0">
                  <a:schemeClr val="accent2">
                    <a:lumMod val="73000"/>
                    <a:lumOff val="27000"/>
                  </a:schemeClr>
                </a:gs>
                <a:gs pos="48000">
                  <a:schemeClr val="accent2"/>
                </a:gs>
              </a:gsLst>
              <a:lin ang="19200000" scaled="0"/>
              <a:tileRect/>
            </a:gradFill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5" name="Oval 24"/>
          <p:cNvSpPr/>
          <p:nvPr/>
        </p:nvSpPr>
        <p:spPr>
          <a:xfrm rot="19002224">
            <a:off x="3694444" y="2944238"/>
            <a:ext cx="535746" cy="157789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rgbClr val="73B2D1">
                  <a:lumMod val="0"/>
                  <a:lumOff val="100000"/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6" name="Group 25"/>
          <p:cNvGrpSpPr/>
          <p:nvPr/>
        </p:nvGrpSpPr>
        <p:grpSpPr>
          <a:xfrm>
            <a:off x="6518924" y="2944237"/>
            <a:ext cx="1793922" cy="600808"/>
            <a:chOff x="698919" y="3231434"/>
            <a:chExt cx="2170041" cy="726774"/>
          </a:xfrm>
        </p:grpSpPr>
        <p:sp>
          <p:nvSpPr>
            <p:cNvPr id="27" name="Rounded Rectangle 9"/>
            <p:cNvSpPr/>
            <p:nvPr/>
          </p:nvSpPr>
          <p:spPr>
            <a:xfrm rot="5400000">
              <a:off x="1547664" y="2636912"/>
              <a:ext cx="698376" cy="1944216"/>
            </a:xfrm>
            <a:prstGeom prst="roundRect">
              <a:avLst>
                <a:gd name="adj" fmla="val 50000"/>
              </a:avLst>
            </a:prstGeom>
            <a:noFill/>
            <a:ln w="241300">
              <a:gradFill flip="none" rotWithShape="1">
                <a:gsLst>
                  <a:gs pos="0">
                    <a:schemeClr val="accent3">
                      <a:lumMod val="73000"/>
                      <a:lumOff val="27000"/>
                    </a:schemeClr>
                  </a:gs>
                  <a:gs pos="48000">
                    <a:schemeClr val="accent3"/>
                  </a:gs>
                </a:gsLst>
                <a:lin ang="19200000" scaled="0"/>
                <a:tileRect/>
              </a:gra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8" name="Oval 27"/>
            <p:cNvSpPr/>
            <p:nvPr/>
          </p:nvSpPr>
          <p:spPr>
            <a:xfrm rot="19002224">
              <a:off x="698919" y="3231434"/>
              <a:ext cx="648072" cy="190872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72000">
                  <a:srgbClr val="73B2D1">
                    <a:lumMod val="0"/>
                    <a:lumOff val="100000"/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9" name="Rounded Rectangle 11"/>
          <p:cNvSpPr/>
          <p:nvPr/>
        </p:nvSpPr>
        <p:spPr>
          <a:xfrm rot="5400000">
            <a:off x="5983632" y="2342110"/>
            <a:ext cx="217954" cy="184534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88000"/>
                </a:schemeClr>
              </a:gs>
              <a:gs pos="48000">
                <a:schemeClr val="bg1">
                  <a:lumMod val="75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0" name="Oval 29"/>
          <p:cNvSpPr/>
          <p:nvPr/>
        </p:nvSpPr>
        <p:spPr>
          <a:xfrm rot="17406435">
            <a:off x="5084962" y="3165266"/>
            <a:ext cx="289614" cy="151784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rgbClr val="73B2D1">
                  <a:lumMod val="0"/>
                  <a:lumOff val="100000"/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31" name="Group 30"/>
          <p:cNvGrpSpPr/>
          <p:nvPr/>
        </p:nvGrpSpPr>
        <p:grpSpPr>
          <a:xfrm>
            <a:off x="7963328" y="3104226"/>
            <a:ext cx="1861406" cy="289614"/>
            <a:chOff x="2464343" y="3366786"/>
            <a:chExt cx="2251673" cy="350335"/>
          </a:xfrm>
        </p:grpSpPr>
        <p:sp>
          <p:nvSpPr>
            <p:cNvPr id="32" name="Rounded Rectangle 15"/>
            <p:cNvSpPr/>
            <p:nvPr/>
          </p:nvSpPr>
          <p:spPr>
            <a:xfrm rot="5400000">
              <a:off x="3468067" y="2454407"/>
              <a:ext cx="263650" cy="223224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5000"/>
                  </a:schemeClr>
                </a:gs>
                <a:gs pos="48000">
                  <a:schemeClr val="bg1">
                    <a:lumMod val="75000"/>
                  </a:schemeClr>
                </a:gs>
              </a:gsLst>
              <a:lin ang="19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3" name="Oval 32"/>
            <p:cNvSpPr/>
            <p:nvPr/>
          </p:nvSpPr>
          <p:spPr>
            <a:xfrm rot="17406435">
              <a:off x="2380979" y="3450150"/>
              <a:ext cx="350335" cy="18360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72000">
                  <a:srgbClr val="73B2D1">
                    <a:lumMod val="0"/>
                    <a:lumOff val="100000"/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34" name="Oval 34"/>
          <p:cNvSpPr/>
          <p:nvPr/>
        </p:nvSpPr>
        <p:spPr>
          <a:xfrm>
            <a:off x="1581624" y="1939207"/>
            <a:ext cx="603968" cy="603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cxnSp>
        <p:nvCxnSpPr>
          <p:cNvPr id="35" name="Straight Connector 38"/>
          <p:cNvCxnSpPr/>
          <p:nvPr/>
        </p:nvCxnSpPr>
        <p:spPr>
          <a:xfrm>
            <a:off x="2259475" y="2241191"/>
            <a:ext cx="1942363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4"/>
          <p:cNvSpPr/>
          <p:nvPr/>
        </p:nvSpPr>
        <p:spPr>
          <a:xfrm rot="5400000">
            <a:off x="1594943" y="2452760"/>
            <a:ext cx="577331" cy="1607238"/>
          </a:xfrm>
          <a:prstGeom prst="roundRect">
            <a:avLst>
              <a:gd name="adj" fmla="val 50000"/>
            </a:avLst>
          </a:prstGeom>
          <a:noFill/>
          <a:ln w="241300">
            <a:gradFill flip="none" rotWithShape="1">
              <a:gsLst>
                <a:gs pos="0">
                  <a:schemeClr val="accent1">
                    <a:lumMod val="73000"/>
                    <a:lumOff val="27000"/>
                  </a:schemeClr>
                </a:gs>
                <a:gs pos="48000">
                  <a:schemeClr val="accent1"/>
                </a:gs>
              </a:gsLst>
              <a:lin ang="19200000" scaled="0"/>
              <a:tileRect/>
            </a:gradFill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7" name="Rounded Rectangle 11"/>
          <p:cNvSpPr/>
          <p:nvPr/>
        </p:nvSpPr>
        <p:spPr>
          <a:xfrm rot="5400000">
            <a:off x="3182496" y="2342110"/>
            <a:ext cx="217954" cy="184534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88000"/>
                </a:schemeClr>
              </a:gs>
              <a:gs pos="48000">
                <a:schemeClr val="bg1">
                  <a:lumMod val="75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8" name="Oval 12"/>
          <p:cNvSpPr/>
          <p:nvPr/>
        </p:nvSpPr>
        <p:spPr>
          <a:xfrm rot="17406435">
            <a:off x="2300988" y="3154663"/>
            <a:ext cx="289614" cy="151784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rgbClr val="73B2D1">
                  <a:lumMod val="0"/>
                  <a:lumOff val="100000"/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9" name="Oval 5"/>
          <p:cNvSpPr/>
          <p:nvPr/>
        </p:nvSpPr>
        <p:spPr>
          <a:xfrm rot="19002224">
            <a:off x="901902" y="2920509"/>
            <a:ext cx="535746" cy="157789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rgbClr val="73B2D1">
                  <a:lumMod val="0"/>
                  <a:lumOff val="100000"/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40" name="Group 22"/>
          <p:cNvGrpSpPr/>
          <p:nvPr/>
        </p:nvGrpSpPr>
        <p:grpSpPr>
          <a:xfrm>
            <a:off x="752234" y="3761070"/>
            <a:ext cx="2339153" cy="2312993"/>
            <a:chOff x="1080045" y="1858541"/>
            <a:chExt cx="2339153" cy="2312993"/>
          </a:xfrm>
        </p:grpSpPr>
        <p:sp>
          <p:nvSpPr>
            <p:cNvPr id="41" name="TextBox 40"/>
            <p:cNvSpPr txBox="1"/>
            <p:nvPr/>
          </p:nvSpPr>
          <p:spPr>
            <a:xfrm>
              <a:off x="1080045" y="1858541"/>
              <a:ext cx="728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accent2"/>
                  </a:solidFill>
                </a:rPr>
                <a:t>01</a:t>
              </a:r>
              <a:endParaRPr lang="ko-KR" altLang="en-US" sz="3600" b="1" dirty="0">
                <a:solidFill>
                  <a:schemeClr val="accent2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729345" y="2232542"/>
              <a:ext cx="16898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19821" y="1986321"/>
              <a:ext cx="1654955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4" name="Rounded Rectangle 5"/>
          <p:cNvSpPr/>
          <p:nvPr/>
        </p:nvSpPr>
        <p:spPr>
          <a:xfrm flipH="1">
            <a:off x="1678130" y="2096270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-1" fmla="*/ 1384251 w 3217557"/>
              <a:gd name="connsiteY0-2" fmla="*/ 661544 h 2702049"/>
              <a:gd name="connsiteX1-3" fmla="*/ 1574067 w 3217557"/>
              <a:gd name="connsiteY1-4" fmla="*/ 851360 h 2702049"/>
              <a:gd name="connsiteX2-5" fmla="*/ 1384251 w 3217557"/>
              <a:gd name="connsiteY2-6" fmla="*/ 1041176 h 2702049"/>
              <a:gd name="connsiteX3-7" fmla="*/ 1194435 w 3217557"/>
              <a:gd name="connsiteY3-8" fmla="*/ 851360 h 2702049"/>
              <a:gd name="connsiteX4-9" fmla="*/ 1384251 w 3217557"/>
              <a:gd name="connsiteY4-10" fmla="*/ 661544 h 2702049"/>
              <a:gd name="connsiteX5-11" fmla="*/ 1993421 w 3217557"/>
              <a:gd name="connsiteY5-12" fmla="*/ 661544 h 2702049"/>
              <a:gd name="connsiteX6-13" fmla="*/ 2183237 w 3217557"/>
              <a:gd name="connsiteY6-14" fmla="*/ 851360 h 2702049"/>
              <a:gd name="connsiteX7-15" fmla="*/ 1993421 w 3217557"/>
              <a:gd name="connsiteY7-16" fmla="*/ 1041176 h 2702049"/>
              <a:gd name="connsiteX8-17" fmla="*/ 1803605 w 3217557"/>
              <a:gd name="connsiteY8-18" fmla="*/ 851360 h 2702049"/>
              <a:gd name="connsiteX9-19" fmla="*/ 1993421 w 3217557"/>
              <a:gd name="connsiteY9-20" fmla="*/ 661544 h 2702049"/>
              <a:gd name="connsiteX10-21" fmla="*/ 2602591 w 3217557"/>
              <a:gd name="connsiteY10-22" fmla="*/ 661544 h 2702049"/>
              <a:gd name="connsiteX11-23" fmla="*/ 2792407 w 3217557"/>
              <a:gd name="connsiteY11-24" fmla="*/ 851360 h 2702049"/>
              <a:gd name="connsiteX12-25" fmla="*/ 2602591 w 3217557"/>
              <a:gd name="connsiteY12-26" fmla="*/ 1041176 h 2702049"/>
              <a:gd name="connsiteX13-27" fmla="*/ 2412775 w 3217557"/>
              <a:gd name="connsiteY13-28" fmla="*/ 851360 h 2702049"/>
              <a:gd name="connsiteX14-29" fmla="*/ 2602591 w 3217557"/>
              <a:gd name="connsiteY14-30" fmla="*/ 661544 h 2702049"/>
              <a:gd name="connsiteX15-31" fmla="*/ 677114 w 3217557"/>
              <a:gd name="connsiteY15-32" fmla="*/ 569491 h 2702049"/>
              <a:gd name="connsiteX16-33" fmla="*/ 330916 w 3217557"/>
              <a:gd name="connsiteY16-34" fmla="*/ 569491 h 2702049"/>
              <a:gd name="connsiteX17-35" fmla="*/ 0 w 3217557"/>
              <a:gd name="connsiteY17-36" fmla="*/ 900407 h 2702049"/>
              <a:gd name="connsiteX18-37" fmla="*/ 0 w 3217557"/>
              <a:gd name="connsiteY18-38" fmla="*/ 1952009 h 2702049"/>
              <a:gd name="connsiteX19-39" fmla="*/ 330916 w 3217557"/>
              <a:gd name="connsiteY19-40" fmla="*/ 2282925 h 2702049"/>
              <a:gd name="connsiteX20-41" fmla="*/ 711670 w 3217557"/>
              <a:gd name="connsiteY20-42" fmla="*/ 2282925 h 2702049"/>
              <a:gd name="connsiteX21-43" fmla="*/ 15770 w 3217557"/>
              <a:gd name="connsiteY21-44" fmla="*/ 2702049 h 2702049"/>
              <a:gd name="connsiteX22-45" fmla="*/ 1294529 w 3217557"/>
              <a:gd name="connsiteY22-46" fmla="*/ 2282925 h 2702049"/>
              <a:gd name="connsiteX23-47" fmla="*/ 2117356 w 3217557"/>
              <a:gd name="connsiteY23-48" fmla="*/ 2282925 h 2702049"/>
              <a:gd name="connsiteX24-49" fmla="*/ 2418395 w 3217557"/>
              <a:gd name="connsiteY24-50" fmla="*/ 2087951 h 2702049"/>
              <a:gd name="connsiteX25-51" fmla="*/ 1830857 w 3217557"/>
              <a:gd name="connsiteY25-52" fmla="*/ 1799347 h 2702049"/>
              <a:gd name="connsiteX26-53" fmla="*/ 1008030 w 3217557"/>
              <a:gd name="connsiteY26-54" fmla="*/ 1799347 h 2702049"/>
              <a:gd name="connsiteX27-55" fmla="*/ 677114 w 3217557"/>
              <a:gd name="connsiteY27-56" fmla="*/ 1468431 h 2702049"/>
              <a:gd name="connsiteX28-57" fmla="*/ 677114 w 3217557"/>
              <a:gd name="connsiteY28-58" fmla="*/ 569491 h 2702049"/>
              <a:gd name="connsiteX29-59" fmla="*/ 2886641 w 3217557"/>
              <a:gd name="connsiteY29-60" fmla="*/ 0 h 2702049"/>
              <a:gd name="connsiteX30-61" fmla="*/ 1100201 w 3217557"/>
              <a:gd name="connsiteY30-62" fmla="*/ 0 h 2702049"/>
              <a:gd name="connsiteX31-63" fmla="*/ 769285 w 3217557"/>
              <a:gd name="connsiteY31-64" fmla="*/ 330916 h 2702049"/>
              <a:gd name="connsiteX32-65" fmla="*/ 769285 w 3217557"/>
              <a:gd name="connsiteY32-66" fmla="*/ 1382518 h 2702049"/>
              <a:gd name="connsiteX33-67" fmla="*/ 1100201 w 3217557"/>
              <a:gd name="connsiteY33-68" fmla="*/ 1713434 h 2702049"/>
              <a:gd name="connsiteX34-69" fmla="*/ 1923028 w 3217557"/>
              <a:gd name="connsiteY34-70" fmla="*/ 1713434 h 2702049"/>
              <a:gd name="connsiteX35-71" fmla="*/ 3078958 w 3217557"/>
              <a:gd name="connsiteY35-72" fmla="*/ 2077967 h 2702049"/>
              <a:gd name="connsiteX36-73" fmla="*/ 2505887 w 3217557"/>
              <a:gd name="connsiteY36-74" fmla="*/ 1713434 h 2702049"/>
              <a:gd name="connsiteX37-75" fmla="*/ 2886641 w 3217557"/>
              <a:gd name="connsiteY37-76" fmla="*/ 1713434 h 2702049"/>
              <a:gd name="connsiteX38-77" fmla="*/ 3217557 w 3217557"/>
              <a:gd name="connsiteY38-78" fmla="*/ 1382518 h 2702049"/>
              <a:gd name="connsiteX39-79" fmla="*/ 3217557 w 3217557"/>
              <a:gd name="connsiteY39-80" fmla="*/ 330916 h 2702049"/>
              <a:gd name="connsiteX40-81" fmla="*/ 2886641 w 3217557"/>
              <a:gd name="connsiteY40-82" fmla="*/ 0 h 2702049"/>
              <a:gd name="connsiteX0-83" fmla="*/ 1384251 w 3217557"/>
              <a:gd name="connsiteY0-84" fmla="*/ 661544 h 2633810"/>
              <a:gd name="connsiteX1-85" fmla="*/ 1574067 w 3217557"/>
              <a:gd name="connsiteY1-86" fmla="*/ 851360 h 2633810"/>
              <a:gd name="connsiteX2-87" fmla="*/ 1384251 w 3217557"/>
              <a:gd name="connsiteY2-88" fmla="*/ 1041176 h 2633810"/>
              <a:gd name="connsiteX3-89" fmla="*/ 1194435 w 3217557"/>
              <a:gd name="connsiteY3-90" fmla="*/ 851360 h 2633810"/>
              <a:gd name="connsiteX4-91" fmla="*/ 1384251 w 3217557"/>
              <a:gd name="connsiteY4-92" fmla="*/ 661544 h 2633810"/>
              <a:gd name="connsiteX5-93" fmla="*/ 1993421 w 3217557"/>
              <a:gd name="connsiteY5-94" fmla="*/ 661544 h 2633810"/>
              <a:gd name="connsiteX6-95" fmla="*/ 2183237 w 3217557"/>
              <a:gd name="connsiteY6-96" fmla="*/ 851360 h 2633810"/>
              <a:gd name="connsiteX7-97" fmla="*/ 1993421 w 3217557"/>
              <a:gd name="connsiteY7-98" fmla="*/ 1041176 h 2633810"/>
              <a:gd name="connsiteX8-99" fmla="*/ 1803605 w 3217557"/>
              <a:gd name="connsiteY8-100" fmla="*/ 851360 h 2633810"/>
              <a:gd name="connsiteX9-101" fmla="*/ 1993421 w 3217557"/>
              <a:gd name="connsiteY9-102" fmla="*/ 661544 h 2633810"/>
              <a:gd name="connsiteX10-103" fmla="*/ 2602591 w 3217557"/>
              <a:gd name="connsiteY10-104" fmla="*/ 661544 h 2633810"/>
              <a:gd name="connsiteX11-105" fmla="*/ 2792407 w 3217557"/>
              <a:gd name="connsiteY11-106" fmla="*/ 851360 h 2633810"/>
              <a:gd name="connsiteX12-107" fmla="*/ 2602591 w 3217557"/>
              <a:gd name="connsiteY12-108" fmla="*/ 1041176 h 2633810"/>
              <a:gd name="connsiteX13-109" fmla="*/ 2412775 w 3217557"/>
              <a:gd name="connsiteY13-110" fmla="*/ 851360 h 2633810"/>
              <a:gd name="connsiteX14-111" fmla="*/ 2602591 w 3217557"/>
              <a:gd name="connsiteY14-112" fmla="*/ 661544 h 2633810"/>
              <a:gd name="connsiteX15-113" fmla="*/ 677114 w 3217557"/>
              <a:gd name="connsiteY15-114" fmla="*/ 569491 h 2633810"/>
              <a:gd name="connsiteX16-115" fmla="*/ 330916 w 3217557"/>
              <a:gd name="connsiteY16-116" fmla="*/ 569491 h 2633810"/>
              <a:gd name="connsiteX17-117" fmla="*/ 0 w 3217557"/>
              <a:gd name="connsiteY17-118" fmla="*/ 900407 h 2633810"/>
              <a:gd name="connsiteX18-119" fmla="*/ 0 w 3217557"/>
              <a:gd name="connsiteY18-120" fmla="*/ 1952009 h 2633810"/>
              <a:gd name="connsiteX19-121" fmla="*/ 330916 w 3217557"/>
              <a:gd name="connsiteY19-122" fmla="*/ 2282925 h 2633810"/>
              <a:gd name="connsiteX20-123" fmla="*/ 711670 w 3217557"/>
              <a:gd name="connsiteY20-124" fmla="*/ 2282925 h 2633810"/>
              <a:gd name="connsiteX21-125" fmla="*/ 165895 w 3217557"/>
              <a:gd name="connsiteY21-126" fmla="*/ 2633810 h 2633810"/>
              <a:gd name="connsiteX22-127" fmla="*/ 1294529 w 3217557"/>
              <a:gd name="connsiteY22-128" fmla="*/ 2282925 h 2633810"/>
              <a:gd name="connsiteX23-129" fmla="*/ 2117356 w 3217557"/>
              <a:gd name="connsiteY23-130" fmla="*/ 2282925 h 2633810"/>
              <a:gd name="connsiteX24-131" fmla="*/ 2418395 w 3217557"/>
              <a:gd name="connsiteY24-132" fmla="*/ 2087951 h 2633810"/>
              <a:gd name="connsiteX25-133" fmla="*/ 1830857 w 3217557"/>
              <a:gd name="connsiteY25-134" fmla="*/ 1799347 h 2633810"/>
              <a:gd name="connsiteX26-135" fmla="*/ 1008030 w 3217557"/>
              <a:gd name="connsiteY26-136" fmla="*/ 1799347 h 2633810"/>
              <a:gd name="connsiteX27-137" fmla="*/ 677114 w 3217557"/>
              <a:gd name="connsiteY27-138" fmla="*/ 1468431 h 2633810"/>
              <a:gd name="connsiteX28-139" fmla="*/ 677114 w 3217557"/>
              <a:gd name="connsiteY28-140" fmla="*/ 569491 h 2633810"/>
              <a:gd name="connsiteX29-141" fmla="*/ 2886641 w 3217557"/>
              <a:gd name="connsiteY29-142" fmla="*/ 0 h 2633810"/>
              <a:gd name="connsiteX30-143" fmla="*/ 1100201 w 3217557"/>
              <a:gd name="connsiteY30-144" fmla="*/ 0 h 2633810"/>
              <a:gd name="connsiteX31-145" fmla="*/ 769285 w 3217557"/>
              <a:gd name="connsiteY31-146" fmla="*/ 330916 h 2633810"/>
              <a:gd name="connsiteX32-147" fmla="*/ 769285 w 3217557"/>
              <a:gd name="connsiteY32-148" fmla="*/ 1382518 h 2633810"/>
              <a:gd name="connsiteX33-149" fmla="*/ 1100201 w 3217557"/>
              <a:gd name="connsiteY33-150" fmla="*/ 1713434 h 2633810"/>
              <a:gd name="connsiteX34-151" fmla="*/ 1923028 w 3217557"/>
              <a:gd name="connsiteY34-152" fmla="*/ 1713434 h 2633810"/>
              <a:gd name="connsiteX35-153" fmla="*/ 3078958 w 3217557"/>
              <a:gd name="connsiteY35-154" fmla="*/ 2077967 h 2633810"/>
              <a:gd name="connsiteX36-155" fmla="*/ 2505887 w 3217557"/>
              <a:gd name="connsiteY36-156" fmla="*/ 1713434 h 2633810"/>
              <a:gd name="connsiteX37-157" fmla="*/ 2886641 w 3217557"/>
              <a:gd name="connsiteY37-158" fmla="*/ 1713434 h 2633810"/>
              <a:gd name="connsiteX38-159" fmla="*/ 3217557 w 3217557"/>
              <a:gd name="connsiteY38-160" fmla="*/ 1382518 h 2633810"/>
              <a:gd name="connsiteX39-161" fmla="*/ 3217557 w 3217557"/>
              <a:gd name="connsiteY39-162" fmla="*/ 330916 h 2633810"/>
              <a:gd name="connsiteX40-163" fmla="*/ 2886641 w 3217557"/>
              <a:gd name="connsiteY40-164" fmla="*/ 0 h 2633810"/>
              <a:gd name="connsiteX0-165" fmla="*/ 1384251 w 3217557"/>
              <a:gd name="connsiteY0-166" fmla="*/ 661544 h 2633810"/>
              <a:gd name="connsiteX1-167" fmla="*/ 1574067 w 3217557"/>
              <a:gd name="connsiteY1-168" fmla="*/ 851360 h 2633810"/>
              <a:gd name="connsiteX2-169" fmla="*/ 1384251 w 3217557"/>
              <a:gd name="connsiteY2-170" fmla="*/ 1041176 h 2633810"/>
              <a:gd name="connsiteX3-171" fmla="*/ 1194435 w 3217557"/>
              <a:gd name="connsiteY3-172" fmla="*/ 851360 h 2633810"/>
              <a:gd name="connsiteX4-173" fmla="*/ 1384251 w 3217557"/>
              <a:gd name="connsiteY4-174" fmla="*/ 661544 h 2633810"/>
              <a:gd name="connsiteX5-175" fmla="*/ 1993421 w 3217557"/>
              <a:gd name="connsiteY5-176" fmla="*/ 661544 h 2633810"/>
              <a:gd name="connsiteX6-177" fmla="*/ 2183237 w 3217557"/>
              <a:gd name="connsiteY6-178" fmla="*/ 851360 h 2633810"/>
              <a:gd name="connsiteX7-179" fmla="*/ 1993421 w 3217557"/>
              <a:gd name="connsiteY7-180" fmla="*/ 1041176 h 2633810"/>
              <a:gd name="connsiteX8-181" fmla="*/ 1803605 w 3217557"/>
              <a:gd name="connsiteY8-182" fmla="*/ 851360 h 2633810"/>
              <a:gd name="connsiteX9-183" fmla="*/ 1993421 w 3217557"/>
              <a:gd name="connsiteY9-184" fmla="*/ 661544 h 2633810"/>
              <a:gd name="connsiteX10-185" fmla="*/ 2602591 w 3217557"/>
              <a:gd name="connsiteY10-186" fmla="*/ 661544 h 2633810"/>
              <a:gd name="connsiteX11-187" fmla="*/ 2792407 w 3217557"/>
              <a:gd name="connsiteY11-188" fmla="*/ 851360 h 2633810"/>
              <a:gd name="connsiteX12-189" fmla="*/ 2602591 w 3217557"/>
              <a:gd name="connsiteY12-190" fmla="*/ 1041176 h 2633810"/>
              <a:gd name="connsiteX13-191" fmla="*/ 2412775 w 3217557"/>
              <a:gd name="connsiteY13-192" fmla="*/ 851360 h 2633810"/>
              <a:gd name="connsiteX14-193" fmla="*/ 2602591 w 3217557"/>
              <a:gd name="connsiteY14-194" fmla="*/ 661544 h 2633810"/>
              <a:gd name="connsiteX15-195" fmla="*/ 677114 w 3217557"/>
              <a:gd name="connsiteY15-196" fmla="*/ 569491 h 2633810"/>
              <a:gd name="connsiteX16-197" fmla="*/ 330916 w 3217557"/>
              <a:gd name="connsiteY16-198" fmla="*/ 569491 h 2633810"/>
              <a:gd name="connsiteX17-199" fmla="*/ 0 w 3217557"/>
              <a:gd name="connsiteY17-200" fmla="*/ 900407 h 2633810"/>
              <a:gd name="connsiteX18-201" fmla="*/ 0 w 3217557"/>
              <a:gd name="connsiteY18-202" fmla="*/ 1952009 h 2633810"/>
              <a:gd name="connsiteX19-203" fmla="*/ 330916 w 3217557"/>
              <a:gd name="connsiteY19-204" fmla="*/ 2282925 h 2633810"/>
              <a:gd name="connsiteX20-205" fmla="*/ 711670 w 3217557"/>
              <a:gd name="connsiteY20-206" fmla="*/ 2282925 h 2633810"/>
              <a:gd name="connsiteX21-207" fmla="*/ 165895 w 3217557"/>
              <a:gd name="connsiteY21-208" fmla="*/ 2633810 h 2633810"/>
              <a:gd name="connsiteX22-209" fmla="*/ 1294529 w 3217557"/>
              <a:gd name="connsiteY22-210" fmla="*/ 2282925 h 2633810"/>
              <a:gd name="connsiteX23-211" fmla="*/ 2117356 w 3217557"/>
              <a:gd name="connsiteY23-212" fmla="*/ 2282925 h 2633810"/>
              <a:gd name="connsiteX24-213" fmla="*/ 2418395 w 3217557"/>
              <a:gd name="connsiteY24-214" fmla="*/ 2087951 h 2633810"/>
              <a:gd name="connsiteX25-215" fmla="*/ 1830857 w 3217557"/>
              <a:gd name="connsiteY25-216" fmla="*/ 1799347 h 2633810"/>
              <a:gd name="connsiteX26-217" fmla="*/ 1008030 w 3217557"/>
              <a:gd name="connsiteY26-218" fmla="*/ 1799347 h 2633810"/>
              <a:gd name="connsiteX27-219" fmla="*/ 677114 w 3217557"/>
              <a:gd name="connsiteY27-220" fmla="*/ 1468431 h 2633810"/>
              <a:gd name="connsiteX28-221" fmla="*/ 677114 w 3217557"/>
              <a:gd name="connsiteY28-222" fmla="*/ 569491 h 2633810"/>
              <a:gd name="connsiteX29-223" fmla="*/ 2886641 w 3217557"/>
              <a:gd name="connsiteY29-224" fmla="*/ 0 h 2633810"/>
              <a:gd name="connsiteX30-225" fmla="*/ 1100201 w 3217557"/>
              <a:gd name="connsiteY30-226" fmla="*/ 0 h 2633810"/>
              <a:gd name="connsiteX31-227" fmla="*/ 769285 w 3217557"/>
              <a:gd name="connsiteY31-228" fmla="*/ 330916 h 2633810"/>
              <a:gd name="connsiteX32-229" fmla="*/ 769285 w 3217557"/>
              <a:gd name="connsiteY32-230" fmla="*/ 1382518 h 2633810"/>
              <a:gd name="connsiteX33-231" fmla="*/ 1100201 w 3217557"/>
              <a:gd name="connsiteY33-232" fmla="*/ 1713434 h 2633810"/>
              <a:gd name="connsiteX34-233" fmla="*/ 1923028 w 3217557"/>
              <a:gd name="connsiteY34-234" fmla="*/ 1713434 h 2633810"/>
              <a:gd name="connsiteX35-235" fmla="*/ 3078958 w 3217557"/>
              <a:gd name="connsiteY35-236" fmla="*/ 2077967 h 2633810"/>
              <a:gd name="connsiteX36-237" fmla="*/ 2505887 w 3217557"/>
              <a:gd name="connsiteY36-238" fmla="*/ 1713434 h 2633810"/>
              <a:gd name="connsiteX37-239" fmla="*/ 2886641 w 3217557"/>
              <a:gd name="connsiteY37-240" fmla="*/ 1713434 h 2633810"/>
              <a:gd name="connsiteX38-241" fmla="*/ 3217557 w 3217557"/>
              <a:gd name="connsiteY38-242" fmla="*/ 1382518 h 2633810"/>
              <a:gd name="connsiteX39-243" fmla="*/ 3217557 w 3217557"/>
              <a:gd name="connsiteY39-244" fmla="*/ 330916 h 2633810"/>
              <a:gd name="connsiteX40-245" fmla="*/ 2886641 w 3217557"/>
              <a:gd name="connsiteY40-246" fmla="*/ 0 h 2633810"/>
              <a:gd name="connsiteX0-247" fmla="*/ 1384251 w 3217557"/>
              <a:gd name="connsiteY0-248" fmla="*/ 661544 h 2633810"/>
              <a:gd name="connsiteX1-249" fmla="*/ 1574067 w 3217557"/>
              <a:gd name="connsiteY1-250" fmla="*/ 851360 h 2633810"/>
              <a:gd name="connsiteX2-251" fmla="*/ 1384251 w 3217557"/>
              <a:gd name="connsiteY2-252" fmla="*/ 1041176 h 2633810"/>
              <a:gd name="connsiteX3-253" fmla="*/ 1194435 w 3217557"/>
              <a:gd name="connsiteY3-254" fmla="*/ 851360 h 2633810"/>
              <a:gd name="connsiteX4-255" fmla="*/ 1384251 w 3217557"/>
              <a:gd name="connsiteY4-256" fmla="*/ 661544 h 2633810"/>
              <a:gd name="connsiteX5-257" fmla="*/ 1993421 w 3217557"/>
              <a:gd name="connsiteY5-258" fmla="*/ 661544 h 2633810"/>
              <a:gd name="connsiteX6-259" fmla="*/ 2183237 w 3217557"/>
              <a:gd name="connsiteY6-260" fmla="*/ 851360 h 2633810"/>
              <a:gd name="connsiteX7-261" fmla="*/ 1993421 w 3217557"/>
              <a:gd name="connsiteY7-262" fmla="*/ 1041176 h 2633810"/>
              <a:gd name="connsiteX8-263" fmla="*/ 1803605 w 3217557"/>
              <a:gd name="connsiteY8-264" fmla="*/ 851360 h 2633810"/>
              <a:gd name="connsiteX9-265" fmla="*/ 1993421 w 3217557"/>
              <a:gd name="connsiteY9-266" fmla="*/ 661544 h 2633810"/>
              <a:gd name="connsiteX10-267" fmla="*/ 2602591 w 3217557"/>
              <a:gd name="connsiteY10-268" fmla="*/ 661544 h 2633810"/>
              <a:gd name="connsiteX11-269" fmla="*/ 2792407 w 3217557"/>
              <a:gd name="connsiteY11-270" fmla="*/ 851360 h 2633810"/>
              <a:gd name="connsiteX12-271" fmla="*/ 2602591 w 3217557"/>
              <a:gd name="connsiteY12-272" fmla="*/ 1041176 h 2633810"/>
              <a:gd name="connsiteX13-273" fmla="*/ 2412775 w 3217557"/>
              <a:gd name="connsiteY13-274" fmla="*/ 851360 h 2633810"/>
              <a:gd name="connsiteX14-275" fmla="*/ 2602591 w 3217557"/>
              <a:gd name="connsiteY14-276" fmla="*/ 661544 h 2633810"/>
              <a:gd name="connsiteX15-277" fmla="*/ 677114 w 3217557"/>
              <a:gd name="connsiteY15-278" fmla="*/ 569491 h 2633810"/>
              <a:gd name="connsiteX16-279" fmla="*/ 330916 w 3217557"/>
              <a:gd name="connsiteY16-280" fmla="*/ 569491 h 2633810"/>
              <a:gd name="connsiteX17-281" fmla="*/ 0 w 3217557"/>
              <a:gd name="connsiteY17-282" fmla="*/ 900407 h 2633810"/>
              <a:gd name="connsiteX18-283" fmla="*/ 0 w 3217557"/>
              <a:gd name="connsiteY18-284" fmla="*/ 1952009 h 2633810"/>
              <a:gd name="connsiteX19-285" fmla="*/ 330916 w 3217557"/>
              <a:gd name="connsiteY19-286" fmla="*/ 2282925 h 2633810"/>
              <a:gd name="connsiteX20-287" fmla="*/ 711670 w 3217557"/>
              <a:gd name="connsiteY20-288" fmla="*/ 2282925 h 2633810"/>
              <a:gd name="connsiteX21-289" fmla="*/ 165895 w 3217557"/>
              <a:gd name="connsiteY21-290" fmla="*/ 2633810 h 2633810"/>
              <a:gd name="connsiteX22-291" fmla="*/ 1294529 w 3217557"/>
              <a:gd name="connsiteY22-292" fmla="*/ 2282925 h 2633810"/>
              <a:gd name="connsiteX23-293" fmla="*/ 2117356 w 3217557"/>
              <a:gd name="connsiteY23-294" fmla="*/ 2282925 h 2633810"/>
              <a:gd name="connsiteX24-295" fmla="*/ 2418395 w 3217557"/>
              <a:gd name="connsiteY24-296" fmla="*/ 2087951 h 2633810"/>
              <a:gd name="connsiteX25-297" fmla="*/ 1830857 w 3217557"/>
              <a:gd name="connsiteY25-298" fmla="*/ 1799347 h 2633810"/>
              <a:gd name="connsiteX26-299" fmla="*/ 1008030 w 3217557"/>
              <a:gd name="connsiteY26-300" fmla="*/ 1799347 h 2633810"/>
              <a:gd name="connsiteX27-301" fmla="*/ 677114 w 3217557"/>
              <a:gd name="connsiteY27-302" fmla="*/ 1468431 h 2633810"/>
              <a:gd name="connsiteX28-303" fmla="*/ 677114 w 3217557"/>
              <a:gd name="connsiteY28-304" fmla="*/ 569491 h 2633810"/>
              <a:gd name="connsiteX29-305" fmla="*/ 2886641 w 3217557"/>
              <a:gd name="connsiteY29-306" fmla="*/ 0 h 2633810"/>
              <a:gd name="connsiteX30-307" fmla="*/ 1100201 w 3217557"/>
              <a:gd name="connsiteY30-308" fmla="*/ 0 h 2633810"/>
              <a:gd name="connsiteX31-309" fmla="*/ 769285 w 3217557"/>
              <a:gd name="connsiteY31-310" fmla="*/ 330916 h 2633810"/>
              <a:gd name="connsiteX32-311" fmla="*/ 769285 w 3217557"/>
              <a:gd name="connsiteY32-312" fmla="*/ 1382518 h 2633810"/>
              <a:gd name="connsiteX33-313" fmla="*/ 1100201 w 3217557"/>
              <a:gd name="connsiteY33-314" fmla="*/ 1713434 h 2633810"/>
              <a:gd name="connsiteX34-315" fmla="*/ 1923028 w 3217557"/>
              <a:gd name="connsiteY34-316" fmla="*/ 1713434 h 2633810"/>
              <a:gd name="connsiteX35-317" fmla="*/ 3078958 w 3217557"/>
              <a:gd name="connsiteY35-318" fmla="*/ 2077967 h 2633810"/>
              <a:gd name="connsiteX36-319" fmla="*/ 2505887 w 3217557"/>
              <a:gd name="connsiteY36-320" fmla="*/ 1713434 h 2633810"/>
              <a:gd name="connsiteX37-321" fmla="*/ 2886641 w 3217557"/>
              <a:gd name="connsiteY37-322" fmla="*/ 1713434 h 2633810"/>
              <a:gd name="connsiteX38-323" fmla="*/ 3217557 w 3217557"/>
              <a:gd name="connsiteY38-324" fmla="*/ 1382518 h 2633810"/>
              <a:gd name="connsiteX39-325" fmla="*/ 3217557 w 3217557"/>
              <a:gd name="connsiteY39-326" fmla="*/ 330916 h 2633810"/>
              <a:gd name="connsiteX40-327" fmla="*/ 2886641 w 3217557"/>
              <a:gd name="connsiteY40-328" fmla="*/ 0 h 2633810"/>
              <a:gd name="connsiteX0-329" fmla="*/ 1384251 w 3217557"/>
              <a:gd name="connsiteY0-330" fmla="*/ 661544 h 2654282"/>
              <a:gd name="connsiteX1-331" fmla="*/ 1574067 w 3217557"/>
              <a:gd name="connsiteY1-332" fmla="*/ 851360 h 2654282"/>
              <a:gd name="connsiteX2-333" fmla="*/ 1384251 w 3217557"/>
              <a:gd name="connsiteY2-334" fmla="*/ 1041176 h 2654282"/>
              <a:gd name="connsiteX3-335" fmla="*/ 1194435 w 3217557"/>
              <a:gd name="connsiteY3-336" fmla="*/ 851360 h 2654282"/>
              <a:gd name="connsiteX4-337" fmla="*/ 1384251 w 3217557"/>
              <a:gd name="connsiteY4-338" fmla="*/ 661544 h 2654282"/>
              <a:gd name="connsiteX5-339" fmla="*/ 1993421 w 3217557"/>
              <a:gd name="connsiteY5-340" fmla="*/ 661544 h 2654282"/>
              <a:gd name="connsiteX6-341" fmla="*/ 2183237 w 3217557"/>
              <a:gd name="connsiteY6-342" fmla="*/ 851360 h 2654282"/>
              <a:gd name="connsiteX7-343" fmla="*/ 1993421 w 3217557"/>
              <a:gd name="connsiteY7-344" fmla="*/ 1041176 h 2654282"/>
              <a:gd name="connsiteX8-345" fmla="*/ 1803605 w 3217557"/>
              <a:gd name="connsiteY8-346" fmla="*/ 851360 h 2654282"/>
              <a:gd name="connsiteX9-347" fmla="*/ 1993421 w 3217557"/>
              <a:gd name="connsiteY9-348" fmla="*/ 661544 h 2654282"/>
              <a:gd name="connsiteX10-349" fmla="*/ 2602591 w 3217557"/>
              <a:gd name="connsiteY10-350" fmla="*/ 661544 h 2654282"/>
              <a:gd name="connsiteX11-351" fmla="*/ 2792407 w 3217557"/>
              <a:gd name="connsiteY11-352" fmla="*/ 851360 h 2654282"/>
              <a:gd name="connsiteX12-353" fmla="*/ 2602591 w 3217557"/>
              <a:gd name="connsiteY12-354" fmla="*/ 1041176 h 2654282"/>
              <a:gd name="connsiteX13-355" fmla="*/ 2412775 w 3217557"/>
              <a:gd name="connsiteY13-356" fmla="*/ 851360 h 2654282"/>
              <a:gd name="connsiteX14-357" fmla="*/ 2602591 w 3217557"/>
              <a:gd name="connsiteY14-358" fmla="*/ 661544 h 2654282"/>
              <a:gd name="connsiteX15-359" fmla="*/ 677114 w 3217557"/>
              <a:gd name="connsiteY15-360" fmla="*/ 569491 h 2654282"/>
              <a:gd name="connsiteX16-361" fmla="*/ 330916 w 3217557"/>
              <a:gd name="connsiteY16-362" fmla="*/ 569491 h 2654282"/>
              <a:gd name="connsiteX17-363" fmla="*/ 0 w 3217557"/>
              <a:gd name="connsiteY17-364" fmla="*/ 900407 h 2654282"/>
              <a:gd name="connsiteX18-365" fmla="*/ 0 w 3217557"/>
              <a:gd name="connsiteY18-366" fmla="*/ 1952009 h 2654282"/>
              <a:gd name="connsiteX19-367" fmla="*/ 330916 w 3217557"/>
              <a:gd name="connsiteY19-368" fmla="*/ 2282925 h 2654282"/>
              <a:gd name="connsiteX20-369" fmla="*/ 711670 w 3217557"/>
              <a:gd name="connsiteY20-370" fmla="*/ 2282925 h 2654282"/>
              <a:gd name="connsiteX21-371" fmla="*/ 275077 w 3217557"/>
              <a:gd name="connsiteY21-372" fmla="*/ 2654282 h 2654282"/>
              <a:gd name="connsiteX22-373" fmla="*/ 1294529 w 3217557"/>
              <a:gd name="connsiteY22-374" fmla="*/ 2282925 h 2654282"/>
              <a:gd name="connsiteX23-375" fmla="*/ 2117356 w 3217557"/>
              <a:gd name="connsiteY23-376" fmla="*/ 2282925 h 2654282"/>
              <a:gd name="connsiteX24-377" fmla="*/ 2418395 w 3217557"/>
              <a:gd name="connsiteY24-378" fmla="*/ 2087951 h 2654282"/>
              <a:gd name="connsiteX25-379" fmla="*/ 1830857 w 3217557"/>
              <a:gd name="connsiteY25-380" fmla="*/ 1799347 h 2654282"/>
              <a:gd name="connsiteX26-381" fmla="*/ 1008030 w 3217557"/>
              <a:gd name="connsiteY26-382" fmla="*/ 1799347 h 2654282"/>
              <a:gd name="connsiteX27-383" fmla="*/ 677114 w 3217557"/>
              <a:gd name="connsiteY27-384" fmla="*/ 1468431 h 2654282"/>
              <a:gd name="connsiteX28-385" fmla="*/ 677114 w 3217557"/>
              <a:gd name="connsiteY28-386" fmla="*/ 569491 h 2654282"/>
              <a:gd name="connsiteX29-387" fmla="*/ 2886641 w 3217557"/>
              <a:gd name="connsiteY29-388" fmla="*/ 0 h 2654282"/>
              <a:gd name="connsiteX30-389" fmla="*/ 1100201 w 3217557"/>
              <a:gd name="connsiteY30-390" fmla="*/ 0 h 2654282"/>
              <a:gd name="connsiteX31-391" fmla="*/ 769285 w 3217557"/>
              <a:gd name="connsiteY31-392" fmla="*/ 330916 h 2654282"/>
              <a:gd name="connsiteX32-393" fmla="*/ 769285 w 3217557"/>
              <a:gd name="connsiteY32-394" fmla="*/ 1382518 h 2654282"/>
              <a:gd name="connsiteX33-395" fmla="*/ 1100201 w 3217557"/>
              <a:gd name="connsiteY33-396" fmla="*/ 1713434 h 2654282"/>
              <a:gd name="connsiteX34-397" fmla="*/ 1923028 w 3217557"/>
              <a:gd name="connsiteY34-398" fmla="*/ 1713434 h 2654282"/>
              <a:gd name="connsiteX35-399" fmla="*/ 3078958 w 3217557"/>
              <a:gd name="connsiteY35-400" fmla="*/ 2077967 h 2654282"/>
              <a:gd name="connsiteX36-401" fmla="*/ 2505887 w 3217557"/>
              <a:gd name="connsiteY36-402" fmla="*/ 1713434 h 2654282"/>
              <a:gd name="connsiteX37-403" fmla="*/ 2886641 w 3217557"/>
              <a:gd name="connsiteY37-404" fmla="*/ 1713434 h 2654282"/>
              <a:gd name="connsiteX38-405" fmla="*/ 3217557 w 3217557"/>
              <a:gd name="connsiteY38-406" fmla="*/ 1382518 h 2654282"/>
              <a:gd name="connsiteX39-407" fmla="*/ 3217557 w 3217557"/>
              <a:gd name="connsiteY39-408" fmla="*/ 330916 h 2654282"/>
              <a:gd name="connsiteX40-409" fmla="*/ 2886641 w 3217557"/>
              <a:gd name="connsiteY40-410" fmla="*/ 0 h 2654282"/>
              <a:gd name="connsiteX0-411" fmla="*/ 1384251 w 3217557"/>
              <a:gd name="connsiteY0-412" fmla="*/ 661544 h 2654282"/>
              <a:gd name="connsiteX1-413" fmla="*/ 1574067 w 3217557"/>
              <a:gd name="connsiteY1-414" fmla="*/ 851360 h 2654282"/>
              <a:gd name="connsiteX2-415" fmla="*/ 1384251 w 3217557"/>
              <a:gd name="connsiteY2-416" fmla="*/ 1041176 h 2654282"/>
              <a:gd name="connsiteX3-417" fmla="*/ 1194435 w 3217557"/>
              <a:gd name="connsiteY3-418" fmla="*/ 851360 h 2654282"/>
              <a:gd name="connsiteX4-419" fmla="*/ 1384251 w 3217557"/>
              <a:gd name="connsiteY4-420" fmla="*/ 661544 h 2654282"/>
              <a:gd name="connsiteX5-421" fmla="*/ 1993421 w 3217557"/>
              <a:gd name="connsiteY5-422" fmla="*/ 661544 h 2654282"/>
              <a:gd name="connsiteX6-423" fmla="*/ 2183237 w 3217557"/>
              <a:gd name="connsiteY6-424" fmla="*/ 851360 h 2654282"/>
              <a:gd name="connsiteX7-425" fmla="*/ 1993421 w 3217557"/>
              <a:gd name="connsiteY7-426" fmla="*/ 1041176 h 2654282"/>
              <a:gd name="connsiteX8-427" fmla="*/ 1803605 w 3217557"/>
              <a:gd name="connsiteY8-428" fmla="*/ 851360 h 2654282"/>
              <a:gd name="connsiteX9-429" fmla="*/ 1993421 w 3217557"/>
              <a:gd name="connsiteY9-430" fmla="*/ 661544 h 2654282"/>
              <a:gd name="connsiteX10-431" fmla="*/ 2602591 w 3217557"/>
              <a:gd name="connsiteY10-432" fmla="*/ 661544 h 2654282"/>
              <a:gd name="connsiteX11-433" fmla="*/ 2792407 w 3217557"/>
              <a:gd name="connsiteY11-434" fmla="*/ 851360 h 2654282"/>
              <a:gd name="connsiteX12-435" fmla="*/ 2602591 w 3217557"/>
              <a:gd name="connsiteY12-436" fmla="*/ 1041176 h 2654282"/>
              <a:gd name="connsiteX13-437" fmla="*/ 2412775 w 3217557"/>
              <a:gd name="connsiteY13-438" fmla="*/ 851360 h 2654282"/>
              <a:gd name="connsiteX14-439" fmla="*/ 2602591 w 3217557"/>
              <a:gd name="connsiteY14-440" fmla="*/ 661544 h 2654282"/>
              <a:gd name="connsiteX15-441" fmla="*/ 677114 w 3217557"/>
              <a:gd name="connsiteY15-442" fmla="*/ 569491 h 2654282"/>
              <a:gd name="connsiteX16-443" fmla="*/ 330916 w 3217557"/>
              <a:gd name="connsiteY16-444" fmla="*/ 569491 h 2654282"/>
              <a:gd name="connsiteX17-445" fmla="*/ 0 w 3217557"/>
              <a:gd name="connsiteY17-446" fmla="*/ 900407 h 2654282"/>
              <a:gd name="connsiteX18-447" fmla="*/ 0 w 3217557"/>
              <a:gd name="connsiteY18-448" fmla="*/ 1952009 h 2654282"/>
              <a:gd name="connsiteX19-449" fmla="*/ 330916 w 3217557"/>
              <a:gd name="connsiteY19-450" fmla="*/ 2282925 h 2654282"/>
              <a:gd name="connsiteX20-451" fmla="*/ 711670 w 3217557"/>
              <a:gd name="connsiteY20-452" fmla="*/ 2282925 h 2654282"/>
              <a:gd name="connsiteX21-453" fmla="*/ 275077 w 3217557"/>
              <a:gd name="connsiteY21-454" fmla="*/ 2654282 h 2654282"/>
              <a:gd name="connsiteX22-455" fmla="*/ 1294529 w 3217557"/>
              <a:gd name="connsiteY22-456" fmla="*/ 2282925 h 2654282"/>
              <a:gd name="connsiteX23-457" fmla="*/ 2117356 w 3217557"/>
              <a:gd name="connsiteY23-458" fmla="*/ 2282925 h 2654282"/>
              <a:gd name="connsiteX24-459" fmla="*/ 2418395 w 3217557"/>
              <a:gd name="connsiteY24-460" fmla="*/ 2087951 h 2654282"/>
              <a:gd name="connsiteX25-461" fmla="*/ 1830857 w 3217557"/>
              <a:gd name="connsiteY25-462" fmla="*/ 1799347 h 2654282"/>
              <a:gd name="connsiteX26-463" fmla="*/ 1008030 w 3217557"/>
              <a:gd name="connsiteY26-464" fmla="*/ 1799347 h 2654282"/>
              <a:gd name="connsiteX27-465" fmla="*/ 677114 w 3217557"/>
              <a:gd name="connsiteY27-466" fmla="*/ 1468431 h 2654282"/>
              <a:gd name="connsiteX28-467" fmla="*/ 677114 w 3217557"/>
              <a:gd name="connsiteY28-468" fmla="*/ 569491 h 2654282"/>
              <a:gd name="connsiteX29-469" fmla="*/ 2886641 w 3217557"/>
              <a:gd name="connsiteY29-470" fmla="*/ 0 h 2654282"/>
              <a:gd name="connsiteX30-471" fmla="*/ 1100201 w 3217557"/>
              <a:gd name="connsiteY30-472" fmla="*/ 0 h 2654282"/>
              <a:gd name="connsiteX31-473" fmla="*/ 769285 w 3217557"/>
              <a:gd name="connsiteY31-474" fmla="*/ 330916 h 2654282"/>
              <a:gd name="connsiteX32-475" fmla="*/ 769285 w 3217557"/>
              <a:gd name="connsiteY32-476" fmla="*/ 1382518 h 2654282"/>
              <a:gd name="connsiteX33-477" fmla="*/ 1100201 w 3217557"/>
              <a:gd name="connsiteY33-478" fmla="*/ 1713434 h 2654282"/>
              <a:gd name="connsiteX34-479" fmla="*/ 1923028 w 3217557"/>
              <a:gd name="connsiteY34-480" fmla="*/ 1713434 h 2654282"/>
              <a:gd name="connsiteX35-481" fmla="*/ 3078958 w 3217557"/>
              <a:gd name="connsiteY35-482" fmla="*/ 2077967 h 2654282"/>
              <a:gd name="connsiteX36-483" fmla="*/ 2505887 w 3217557"/>
              <a:gd name="connsiteY36-484" fmla="*/ 1713434 h 2654282"/>
              <a:gd name="connsiteX37-485" fmla="*/ 2886641 w 3217557"/>
              <a:gd name="connsiteY37-486" fmla="*/ 1713434 h 2654282"/>
              <a:gd name="connsiteX38-487" fmla="*/ 3217557 w 3217557"/>
              <a:gd name="connsiteY38-488" fmla="*/ 1382518 h 2654282"/>
              <a:gd name="connsiteX39-489" fmla="*/ 3217557 w 3217557"/>
              <a:gd name="connsiteY39-490" fmla="*/ 330916 h 2654282"/>
              <a:gd name="connsiteX40-491" fmla="*/ 2886641 w 3217557"/>
              <a:gd name="connsiteY40-492" fmla="*/ 0 h 2654282"/>
              <a:gd name="connsiteX0-493" fmla="*/ 1384251 w 3217557"/>
              <a:gd name="connsiteY0-494" fmla="*/ 661544 h 2654282"/>
              <a:gd name="connsiteX1-495" fmla="*/ 1574067 w 3217557"/>
              <a:gd name="connsiteY1-496" fmla="*/ 851360 h 2654282"/>
              <a:gd name="connsiteX2-497" fmla="*/ 1384251 w 3217557"/>
              <a:gd name="connsiteY2-498" fmla="*/ 1041176 h 2654282"/>
              <a:gd name="connsiteX3-499" fmla="*/ 1194435 w 3217557"/>
              <a:gd name="connsiteY3-500" fmla="*/ 851360 h 2654282"/>
              <a:gd name="connsiteX4-501" fmla="*/ 1384251 w 3217557"/>
              <a:gd name="connsiteY4-502" fmla="*/ 661544 h 2654282"/>
              <a:gd name="connsiteX5-503" fmla="*/ 1993421 w 3217557"/>
              <a:gd name="connsiteY5-504" fmla="*/ 661544 h 2654282"/>
              <a:gd name="connsiteX6-505" fmla="*/ 2183237 w 3217557"/>
              <a:gd name="connsiteY6-506" fmla="*/ 851360 h 2654282"/>
              <a:gd name="connsiteX7-507" fmla="*/ 1993421 w 3217557"/>
              <a:gd name="connsiteY7-508" fmla="*/ 1041176 h 2654282"/>
              <a:gd name="connsiteX8-509" fmla="*/ 1803605 w 3217557"/>
              <a:gd name="connsiteY8-510" fmla="*/ 851360 h 2654282"/>
              <a:gd name="connsiteX9-511" fmla="*/ 1993421 w 3217557"/>
              <a:gd name="connsiteY9-512" fmla="*/ 661544 h 2654282"/>
              <a:gd name="connsiteX10-513" fmla="*/ 2602591 w 3217557"/>
              <a:gd name="connsiteY10-514" fmla="*/ 661544 h 2654282"/>
              <a:gd name="connsiteX11-515" fmla="*/ 2792407 w 3217557"/>
              <a:gd name="connsiteY11-516" fmla="*/ 851360 h 2654282"/>
              <a:gd name="connsiteX12-517" fmla="*/ 2602591 w 3217557"/>
              <a:gd name="connsiteY12-518" fmla="*/ 1041176 h 2654282"/>
              <a:gd name="connsiteX13-519" fmla="*/ 2412775 w 3217557"/>
              <a:gd name="connsiteY13-520" fmla="*/ 851360 h 2654282"/>
              <a:gd name="connsiteX14-521" fmla="*/ 2602591 w 3217557"/>
              <a:gd name="connsiteY14-522" fmla="*/ 661544 h 2654282"/>
              <a:gd name="connsiteX15-523" fmla="*/ 677114 w 3217557"/>
              <a:gd name="connsiteY15-524" fmla="*/ 569491 h 2654282"/>
              <a:gd name="connsiteX16-525" fmla="*/ 330916 w 3217557"/>
              <a:gd name="connsiteY16-526" fmla="*/ 569491 h 2654282"/>
              <a:gd name="connsiteX17-527" fmla="*/ 0 w 3217557"/>
              <a:gd name="connsiteY17-528" fmla="*/ 900407 h 2654282"/>
              <a:gd name="connsiteX18-529" fmla="*/ 0 w 3217557"/>
              <a:gd name="connsiteY18-530" fmla="*/ 1952009 h 2654282"/>
              <a:gd name="connsiteX19-531" fmla="*/ 330916 w 3217557"/>
              <a:gd name="connsiteY19-532" fmla="*/ 2282925 h 2654282"/>
              <a:gd name="connsiteX20-533" fmla="*/ 711670 w 3217557"/>
              <a:gd name="connsiteY20-534" fmla="*/ 2282925 h 2654282"/>
              <a:gd name="connsiteX21-535" fmla="*/ 275077 w 3217557"/>
              <a:gd name="connsiteY21-536" fmla="*/ 2654282 h 2654282"/>
              <a:gd name="connsiteX22-537" fmla="*/ 1294529 w 3217557"/>
              <a:gd name="connsiteY22-538" fmla="*/ 2282925 h 2654282"/>
              <a:gd name="connsiteX23-539" fmla="*/ 2117356 w 3217557"/>
              <a:gd name="connsiteY23-540" fmla="*/ 2282925 h 2654282"/>
              <a:gd name="connsiteX24-541" fmla="*/ 2418395 w 3217557"/>
              <a:gd name="connsiteY24-542" fmla="*/ 2087951 h 2654282"/>
              <a:gd name="connsiteX25-543" fmla="*/ 1830857 w 3217557"/>
              <a:gd name="connsiteY25-544" fmla="*/ 1799347 h 2654282"/>
              <a:gd name="connsiteX26-545" fmla="*/ 1008030 w 3217557"/>
              <a:gd name="connsiteY26-546" fmla="*/ 1799347 h 2654282"/>
              <a:gd name="connsiteX27-547" fmla="*/ 677114 w 3217557"/>
              <a:gd name="connsiteY27-548" fmla="*/ 1468431 h 2654282"/>
              <a:gd name="connsiteX28-549" fmla="*/ 677114 w 3217557"/>
              <a:gd name="connsiteY28-550" fmla="*/ 569491 h 2654282"/>
              <a:gd name="connsiteX29-551" fmla="*/ 2886641 w 3217557"/>
              <a:gd name="connsiteY29-552" fmla="*/ 0 h 2654282"/>
              <a:gd name="connsiteX30-553" fmla="*/ 1100201 w 3217557"/>
              <a:gd name="connsiteY30-554" fmla="*/ 0 h 2654282"/>
              <a:gd name="connsiteX31-555" fmla="*/ 769285 w 3217557"/>
              <a:gd name="connsiteY31-556" fmla="*/ 330916 h 2654282"/>
              <a:gd name="connsiteX32-557" fmla="*/ 769285 w 3217557"/>
              <a:gd name="connsiteY32-558" fmla="*/ 1382518 h 2654282"/>
              <a:gd name="connsiteX33-559" fmla="*/ 1100201 w 3217557"/>
              <a:gd name="connsiteY33-560" fmla="*/ 1713434 h 2654282"/>
              <a:gd name="connsiteX34-561" fmla="*/ 1923028 w 3217557"/>
              <a:gd name="connsiteY34-562" fmla="*/ 1713434 h 2654282"/>
              <a:gd name="connsiteX35-563" fmla="*/ 3078958 w 3217557"/>
              <a:gd name="connsiteY35-564" fmla="*/ 2077967 h 2654282"/>
              <a:gd name="connsiteX36-565" fmla="*/ 2505887 w 3217557"/>
              <a:gd name="connsiteY36-566" fmla="*/ 1713434 h 2654282"/>
              <a:gd name="connsiteX37-567" fmla="*/ 2886641 w 3217557"/>
              <a:gd name="connsiteY37-568" fmla="*/ 1713434 h 2654282"/>
              <a:gd name="connsiteX38-569" fmla="*/ 3217557 w 3217557"/>
              <a:gd name="connsiteY38-570" fmla="*/ 1382518 h 2654282"/>
              <a:gd name="connsiteX39-571" fmla="*/ 3217557 w 3217557"/>
              <a:gd name="connsiteY39-572" fmla="*/ 330916 h 2654282"/>
              <a:gd name="connsiteX40-573" fmla="*/ 2886641 w 3217557"/>
              <a:gd name="connsiteY40-574" fmla="*/ 0 h 2654282"/>
              <a:gd name="connsiteX0-575" fmla="*/ 1384251 w 3217557"/>
              <a:gd name="connsiteY0-576" fmla="*/ 661544 h 2654282"/>
              <a:gd name="connsiteX1-577" fmla="*/ 1574067 w 3217557"/>
              <a:gd name="connsiteY1-578" fmla="*/ 851360 h 2654282"/>
              <a:gd name="connsiteX2-579" fmla="*/ 1384251 w 3217557"/>
              <a:gd name="connsiteY2-580" fmla="*/ 1041176 h 2654282"/>
              <a:gd name="connsiteX3-581" fmla="*/ 1194435 w 3217557"/>
              <a:gd name="connsiteY3-582" fmla="*/ 851360 h 2654282"/>
              <a:gd name="connsiteX4-583" fmla="*/ 1384251 w 3217557"/>
              <a:gd name="connsiteY4-584" fmla="*/ 661544 h 2654282"/>
              <a:gd name="connsiteX5-585" fmla="*/ 1993421 w 3217557"/>
              <a:gd name="connsiteY5-586" fmla="*/ 661544 h 2654282"/>
              <a:gd name="connsiteX6-587" fmla="*/ 2183237 w 3217557"/>
              <a:gd name="connsiteY6-588" fmla="*/ 851360 h 2654282"/>
              <a:gd name="connsiteX7-589" fmla="*/ 1993421 w 3217557"/>
              <a:gd name="connsiteY7-590" fmla="*/ 1041176 h 2654282"/>
              <a:gd name="connsiteX8-591" fmla="*/ 1803605 w 3217557"/>
              <a:gd name="connsiteY8-592" fmla="*/ 851360 h 2654282"/>
              <a:gd name="connsiteX9-593" fmla="*/ 1993421 w 3217557"/>
              <a:gd name="connsiteY9-594" fmla="*/ 661544 h 2654282"/>
              <a:gd name="connsiteX10-595" fmla="*/ 2602591 w 3217557"/>
              <a:gd name="connsiteY10-596" fmla="*/ 661544 h 2654282"/>
              <a:gd name="connsiteX11-597" fmla="*/ 2792407 w 3217557"/>
              <a:gd name="connsiteY11-598" fmla="*/ 851360 h 2654282"/>
              <a:gd name="connsiteX12-599" fmla="*/ 2602591 w 3217557"/>
              <a:gd name="connsiteY12-600" fmla="*/ 1041176 h 2654282"/>
              <a:gd name="connsiteX13-601" fmla="*/ 2412775 w 3217557"/>
              <a:gd name="connsiteY13-602" fmla="*/ 851360 h 2654282"/>
              <a:gd name="connsiteX14-603" fmla="*/ 2602591 w 3217557"/>
              <a:gd name="connsiteY14-604" fmla="*/ 661544 h 2654282"/>
              <a:gd name="connsiteX15-605" fmla="*/ 677114 w 3217557"/>
              <a:gd name="connsiteY15-606" fmla="*/ 569491 h 2654282"/>
              <a:gd name="connsiteX16-607" fmla="*/ 330916 w 3217557"/>
              <a:gd name="connsiteY16-608" fmla="*/ 569491 h 2654282"/>
              <a:gd name="connsiteX17-609" fmla="*/ 0 w 3217557"/>
              <a:gd name="connsiteY17-610" fmla="*/ 900407 h 2654282"/>
              <a:gd name="connsiteX18-611" fmla="*/ 0 w 3217557"/>
              <a:gd name="connsiteY18-612" fmla="*/ 1952009 h 2654282"/>
              <a:gd name="connsiteX19-613" fmla="*/ 330916 w 3217557"/>
              <a:gd name="connsiteY19-614" fmla="*/ 2282925 h 2654282"/>
              <a:gd name="connsiteX20-615" fmla="*/ 711670 w 3217557"/>
              <a:gd name="connsiteY20-616" fmla="*/ 2282925 h 2654282"/>
              <a:gd name="connsiteX21-617" fmla="*/ 275077 w 3217557"/>
              <a:gd name="connsiteY21-618" fmla="*/ 2654282 h 2654282"/>
              <a:gd name="connsiteX22-619" fmla="*/ 1294529 w 3217557"/>
              <a:gd name="connsiteY22-620" fmla="*/ 2282925 h 2654282"/>
              <a:gd name="connsiteX23-621" fmla="*/ 2117356 w 3217557"/>
              <a:gd name="connsiteY23-622" fmla="*/ 2282925 h 2654282"/>
              <a:gd name="connsiteX24-623" fmla="*/ 2418395 w 3217557"/>
              <a:gd name="connsiteY24-624" fmla="*/ 2087951 h 2654282"/>
              <a:gd name="connsiteX25-625" fmla="*/ 1830857 w 3217557"/>
              <a:gd name="connsiteY25-626" fmla="*/ 1799347 h 2654282"/>
              <a:gd name="connsiteX26-627" fmla="*/ 1008030 w 3217557"/>
              <a:gd name="connsiteY26-628" fmla="*/ 1799347 h 2654282"/>
              <a:gd name="connsiteX27-629" fmla="*/ 677114 w 3217557"/>
              <a:gd name="connsiteY27-630" fmla="*/ 1468431 h 2654282"/>
              <a:gd name="connsiteX28-631" fmla="*/ 677114 w 3217557"/>
              <a:gd name="connsiteY28-632" fmla="*/ 569491 h 2654282"/>
              <a:gd name="connsiteX29-633" fmla="*/ 2886641 w 3217557"/>
              <a:gd name="connsiteY29-634" fmla="*/ 0 h 2654282"/>
              <a:gd name="connsiteX30-635" fmla="*/ 1100201 w 3217557"/>
              <a:gd name="connsiteY30-636" fmla="*/ 0 h 2654282"/>
              <a:gd name="connsiteX31-637" fmla="*/ 769285 w 3217557"/>
              <a:gd name="connsiteY31-638" fmla="*/ 330916 h 2654282"/>
              <a:gd name="connsiteX32-639" fmla="*/ 769285 w 3217557"/>
              <a:gd name="connsiteY32-640" fmla="*/ 1382518 h 2654282"/>
              <a:gd name="connsiteX33-641" fmla="*/ 1100201 w 3217557"/>
              <a:gd name="connsiteY33-642" fmla="*/ 1713434 h 2654282"/>
              <a:gd name="connsiteX34-643" fmla="*/ 1923028 w 3217557"/>
              <a:gd name="connsiteY34-644" fmla="*/ 1713434 h 2654282"/>
              <a:gd name="connsiteX35-645" fmla="*/ 3078958 w 3217557"/>
              <a:gd name="connsiteY35-646" fmla="*/ 2077967 h 2654282"/>
              <a:gd name="connsiteX36-647" fmla="*/ 2505887 w 3217557"/>
              <a:gd name="connsiteY36-648" fmla="*/ 1713434 h 2654282"/>
              <a:gd name="connsiteX37-649" fmla="*/ 2886641 w 3217557"/>
              <a:gd name="connsiteY37-650" fmla="*/ 1713434 h 2654282"/>
              <a:gd name="connsiteX38-651" fmla="*/ 3217557 w 3217557"/>
              <a:gd name="connsiteY38-652" fmla="*/ 1382518 h 2654282"/>
              <a:gd name="connsiteX39-653" fmla="*/ 3217557 w 3217557"/>
              <a:gd name="connsiteY39-654" fmla="*/ 330916 h 2654282"/>
              <a:gd name="connsiteX40-655" fmla="*/ 2886641 w 3217557"/>
              <a:gd name="connsiteY40-656" fmla="*/ 0 h 2654282"/>
              <a:gd name="connsiteX0-657" fmla="*/ 1384251 w 3217557"/>
              <a:gd name="connsiteY0-658" fmla="*/ 661544 h 2654282"/>
              <a:gd name="connsiteX1-659" fmla="*/ 1574067 w 3217557"/>
              <a:gd name="connsiteY1-660" fmla="*/ 851360 h 2654282"/>
              <a:gd name="connsiteX2-661" fmla="*/ 1384251 w 3217557"/>
              <a:gd name="connsiteY2-662" fmla="*/ 1041176 h 2654282"/>
              <a:gd name="connsiteX3-663" fmla="*/ 1194435 w 3217557"/>
              <a:gd name="connsiteY3-664" fmla="*/ 851360 h 2654282"/>
              <a:gd name="connsiteX4-665" fmla="*/ 1384251 w 3217557"/>
              <a:gd name="connsiteY4-666" fmla="*/ 661544 h 2654282"/>
              <a:gd name="connsiteX5-667" fmla="*/ 1993421 w 3217557"/>
              <a:gd name="connsiteY5-668" fmla="*/ 661544 h 2654282"/>
              <a:gd name="connsiteX6-669" fmla="*/ 2183237 w 3217557"/>
              <a:gd name="connsiteY6-670" fmla="*/ 851360 h 2654282"/>
              <a:gd name="connsiteX7-671" fmla="*/ 1993421 w 3217557"/>
              <a:gd name="connsiteY7-672" fmla="*/ 1041176 h 2654282"/>
              <a:gd name="connsiteX8-673" fmla="*/ 1803605 w 3217557"/>
              <a:gd name="connsiteY8-674" fmla="*/ 851360 h 2654282"/>
              <a:gd name="connsiteX9-675" fmla="*/ 1993421 w 3217557"/>
              <a:gd name="connsiteY9-676" fmla="*/ 661544 h 2654282"/>
              <a:gd name="connsiteX10-677" fmla="*/ 2602591 w 3217557"/>
              <a:gd name="connsiteY10-678" fmla="*/ 661544 h 2654282"/>
              <a:gd name="connsiteX11-679" fmla="*/ 2792407 w 3217557"/>
              <a:gd name="connsiteY11-680" fmla="*/ 851360 h 2654282"/>
              <a:gd name="connsiteX12-681" fmla="*/ 2602591 w 3217557"/>
              <a:gd name="connsiteY12-682" fmla="*/ 1041176 h 2654282"/>
              <a:gd name="connsiteX13-683" fmla="*/ 2412775 w 3217557"/>
              <a:gd name="connsiteY13-684" fmla="*/ 851360 h 2654282"/>
              <a:gd name="connsiteX14-685" fmla="*/ 2602591 w 3217557"/>
              <a:gd name="connsiteY14-686" fmla="*/ 661544 h 2654282"/>
              <a:gd name="connsiteX15-687" fmla="*/ 677114 w 3217557"/>
              <a:gd name="connsiteY15-688" fmla="*/ 569491 h 2654282"/>
              <a:gd name="connsiteX16-689" fmla="*/ 330916 w 3217557"/>
              <a:gd name="connsiteY16-690" fmla="*/ 569491 h 2654282"/>
              <a:gd name="connsiteX17-691" fmla="*/ 0 w 3217557"/>
              <a:gd name="connsiteY17-692" fmla="*/ 900407 h 2654282"/>
              <a:gd name="connsiteX18-693" fmla="*/ 0 w 3217557"/>
              <a:gd name="connsiteY18-694" fmla="*/ 1952009 h 2654282"/>
              <a:gd name="connsiteX19-695" fmla="*/ 330916 w 3217557"/>
              <a:gd name="connsiteY19-696" fmla="*/ 2282925 h 2654282"/>
              <a:gd name="connsiteX20-697" fmla="*/ 711670 w 3217557"/>
              <a:gd name="connsiteY20-698" fmla="*/ 2282925 h 2654282"/>
              <a:gd name="connsiteX21-699" fmla="*/ 275077 w 3217557"/>
              <a:gd name="connsiteY21-700" fmla="*/ 2654282 h 2654282"/>
              <a:gd name="connsiteX22-701" fmla="*/ 1294529 w 3217557"/>
              <a:gd name="connsiteY22-702" fmla="*/ 2282925 h 2654282"/>
              <a:gd name="connsiteX23-703" fmla="*/ 2117356 w 3217557"/>
              <a:gd name="connsiteY23-704" fmla="*/ 2282925 h 2654282"/>
              <a:gd name="connsiteX24-705" fmla="*/ 2418395 w 3217557"/>
              <a:gd name="connsiteY24-706" fmla="*/ 2087951 h 2654282"/>
              <a:gd name="connsiteX25-707" fmla="*/ 1830857 w 3217557"/>
              <a:gd name="connsiteY25-708" fmla="*/ 1799347 h 2654282"/>
              <a:gd name="connsiteX26-709" fmla="*/ 1008030 w 3217557"/>
              <a:gd name="connsiteY26-710" fmla="*/ 1799347 h 2654282"/>
              <a:gd name="connsiteX27-711" fmla="*/ 677114 w 3217557"/>
              <a:gd name="connsiteY27-712" fmla="*/ 1468431 h 2654282"/>
              <a:gd name="connsiteX28-713" fmla="*/ 677114 w 3217557"/>
              <a:gd name="connsiteY28-714" fmla="*/ 569491 h 2654282"/>
              <a:gd name="connsiteX29-715" fmla="*/ 2886641 w 3217557"/>
              <a:gd name="connsiteY29-716" fmla="*/ 0 h 2654282"/>
              <a:gd name="connsiteX30-717" fmla="*/ 1100201 w 3217557"/>
              <a:gd name="connsiteY30-718" fmla="*/ 0 h 2654282"/>
              <a:gd name="connsiteX31-719" fmla="*/ 769285 w 3217557"/>
              <a:gd name="connsiteY31-720" fmla="*/ 330916 h 2654282"/>
              <a:gd name="connsiteX32-721" fmla="*/ 769285 w 3217557"/>
              <a:gd name="connsiteY32-722" fmla="*/ 1382518 h 2654282"/>
              <a:gd name="connsiteX33-723" fmla="*/ 1100201 w 3217557"/>
              <a:gd name="connsiteY33-724" fmla="*/ 1713434 h 2654282"/>
              <a:gd name="connsiteX34-725" fmla="*/ 1923028 w 3217557"/>
              <a:gd name="connsiteY34-726" fmla="*/ 1713434 h 2654282"/>
              <a:gd name="connsiteX35-727" fmla="*/ 3078958 w 3217557"/>
              <a:gd name="connsiteY35-728" fmla="*/ 2077967 h 2654282"/>
              <a:gd name="connsiteX36-729" fmla="*/ 2505887 w 3217557"/>
              <a:gd name="connsiteY36-730" fmla="*/ 1713434 h 2654282"/>
              <a:gd name="connsiteX37-731" fmla="*/ 2886641 w 3217557"/>
              <a:gd name="connsiteY37-732" fmla="*/ 1713434 h 2654282"/>
              <a:gd name="connsiteX38-733" fmla="*/ 3217557 w 3217557"/>
              <a:gd name="connsiteY38-734" fmla="*/ 1382518 h 2654282"/>
              <a:gd name="connsiteX39-735" fmla="*/ 3217557 w 3217557"/>
              <a:gd name="connsiteY39-736" fmla="*/ 330916 h 2654282"/>
              <a:gd name="connsiteX40-737" fmla="*/ 2886641 w 3217557"/>
              <a:gd name="connsiteY40-738" fmla="*/ 0 h 26542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 Same Side Corner Rectangle 11"/>
          <p:cNvSpPr>
            <a:spLocks noChangeAspect="1"/>
          </p:cNvSpPr>
          <p:nvPr/>
        </p:nvSpPr>
        <p:spPr>
          <a:xfrm rot="9900000">
            <a:off x="4511140" y="2073028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Rectangle 36"/>
          <p:cNvSpPr/>
          <p:nvPr/>
        </p:nvSpPr>
        <p:spPr>
          <a:xfrm>
            <a:off x="7294766" y="2076824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7" name="Oval 21"/>
          <p:cNvSpPr>
            <a:spLocks noChangeAspect="1"/>
          </p:cNvSpPr>
          <p:nvPr/>
        </p:nvSpPr>
        <p:spPr>
          <a:xfrm>
            <a:off x="10125230" y="2076824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1"/>
          <p:cNvSpPr/>
          <p:nvPr/>
        </p:nvSpPr>
        <p:spPr>
          <a:xfrm>
            <a:off x="1" y="0"/>
            <a:ext cx="3788228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2"/>
          <p:cNvGrpSpPr/>
          <p:nvPr/>
        </p:nvGrpSpPr>
        <p:grpSpPr>
          <a:xfrm>
            <a:off x="7378213" y="1017902"/>
            <a:ext cx="1261872" cy="4822196"/>
            <a:chOff x="5287114" y="1124744"/>
            <a:chExt cx="1613972" cy="4392488"/>
          </a:xfrm>
        </p:grpSpPr>
        <p:sp>
          <p:nvSpPr>
            <p:cNvPr id="4" name="Frame 3"/>
            <p:cNvSpPr/>
            <p:nvPr/>
          </p:nvSpPr>
          <p:spPr>
            <a:xfrm>
              <a:off x="5287114" y="4365104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5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5"/>
              </a:extrusionClr>
              <a:contourClr>
                <a:schemeClr val="accent5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5" name="Frame 4"/>
            <p:cNvSpPr/>
            <p:nvPr/>
          </p:nvSpPr>
          <p:spPr>
            <a:xfrm>
              <a:off x="5292080" y="3717032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6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6" name="Frame 5"/>
            <p:cNvSpPr/>
            <p:nvPr/>
          </p:nvSpPr>
          <p:spPr>
            <a:xfrm>
              <a:off x="5297046" y="3068960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1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1"/>
              </a:extrusionClr>
              <a:contourClr>
                <a:schemeClr val="accent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7" name="Frame 6"/>
            <p:cNvSpPr/>
            <p:nvPr/>
          </p:nvSpPr>
          <p:spPr>
            <a:xfrm>
              <a:off x="5302012" y="2420888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2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2"/>
              </a:extrusionClr>
              <a:contourClr>
                <a:schemeClr val="accent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8" name="Frame 7"/>
            <p:cNvSpPr/>
            <p:nvPr/>
          </p:nvSpPr>
          <p:spPr>
            <a:xfrm>
              <a:off x="5306978" y="1772816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3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3"/>
              </a:extrusionClr>
              <a:contourClr>
                <a:schemeClr val="accent3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9" name="Frame 8"/>
            <p:cNvSpPr/>
            <p:nvPr/>
          </p:nvSpPr>
          <p:spPr>
            <a:xfrm>
              <a:off x="5311944" y="1124744"/>
              <a:ext cx="1589142" cy="1152128"/>
            </a:xfrm>
            <a:prstGeom prst="frame">
              <a:avLst>
                <a:gd name="adj1" fmla="val 9763"/>
              </a:avLst>
            </a:prstGeom>
            <a:solidFill>
              <a:schemeClr val="accent4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rig="sunrise" dir="t"/>
            </a:scene3d>
            <a:sp3d extrusionH="476250" contourW="12700">
              <a:extrusionClr>
                <a:schemeClr val="accent4"/>
              </a:extrusionClr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214393" y="2027612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14393" y="2737484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4393" y="3447356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03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14393" y="4157228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04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14393" y="4867100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05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14393" y="5576973"/>
            <a:ext cx="929482" cy="246221"/>
          </a:xfrm>
          <a:prstGeom prst="rect">
            <a:avLst/>
          </a:prstGeom>
          <a:noFill/>
          <a:scene3d>
            <a:camera prst="orthographicFront">
              <a:rot lat="3000000" lon="1200000" rev="0"/>
            </a:camera>
            <a:lightRig rig="threePt" dir="t"/>
          </a:scene3d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06</a:t>
            </a:r>
            <a:endParaRPr lang="en-US" altLang="ko-KR" sz="1600" b="1" dirty="0">
              <a:solidFill>
                <a:schemeClr val="bg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191000" y="1504172"/>
            <a:ext cx="2614191" cy="708591"/>
            <a:chOff x="5210294" y="837292"/>
            <a:chExt cx="1750034" cy="510567"/>
          </a:xfrm>
        </p:grpSpPr>
        <p:sp>
          <p:nvSpPr>
            <p:cNvPr id="17" name="TextBox 16"/>
            <p:cNvSpPr txBox="1"/>
            <p:nvPr/>
          </p:nvSpPr>
          <p:spPr>
            <a:xfrm>
              <a:off x="5210294" y="981947"/>
              <a:ext cx="1750034" cy="3659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191000" y="2868322"/>
            <a:ext cx="2614191" cy="708591"/>
            <a:chOff x="5210294" y="837292"/>
            <a:chExt cx="1750034" cy="510567"/>
          </a:xfrm>
        </p:grpSpPr>
        <p:sp>
          <p:nvSpPr>
            <p:cNvPr id="20" name="TextBox 19"/>
            <p:cNvSpPr txBox="1"/>
            <p:nvPr/>
          </p:nvSpPr>
          <p:spPr>
            <a:xfrm>
              <a:off x="5210294" y="981947"/>
              <a:ext cx="1750034" cy="3659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91000" y="4232472"/>
            <a:ext cx="2614191" cy="708591"/>
            <a:chOff x="5210294" y="837292"/>
            <a:chExt cx="1750034" cy="510567"/>
          </a:xfrm>
        </p:grpSpPr>
        <p:sp>
          <p:nvSpPr>
            <p:cNvPr id="23" name="TextBox 22"/>
            <p:cNvSpPr txBox="1"/>
            <p:nvPr/>
          </p:nvSpPr>
          <p:spPr>
            <a:xfrm>
              <a:off x="5210294" y="981947"/>
              <a:ext cx="1750034" cy="3659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230046" y="2186248"/>
            <a:ext cx="2440277" cy="708590"/>
            <a:chOff x="5210294" y="837292"/>
            <a:chExt cx="1750034" cy="510566"/>
          </a:xfrm>
        </p:grpSpPr>
        <p:sp>
          <p:nvSpPr>
            <p:cNvPr id="26" name="TextBox 25"/>
            <p:cNvSpPr txBox="1"/>
            <p:nvPr/>
          </p:nvSpPr>
          <p:spPr>
            <a:xfrm>
              <a:off x="5210294" y="981947"/>
              <a:ext cx="1750034" cy="3659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230046" y="3550398"/>
            <a:ext cx="2440277" cy="708590"/>
            <a:chOff x="5210294" y="837292"/>
            <a:chExt cx="1750034" cy="510566"/>
          </a:xfrm>
        </p:grpSpPr>
        <p:sp>
          <p:nvSpPr>
            <p:cNvPr id="29" name="TextBox 28"/>
            <p:cNvSpPr txBox="1"/>
            <p:nvPr/>
          </p:nvSpPr>
          <p:spPr>
            <a:xfrm>
              <a:off x="5210294" y="981947"/>
              <a:ext cx="1750034" cy="3659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230046" y="4914548"/>
            <a:ext cx="2440277" cy="708590"/>
            <a:chOff x="5210294" y="837292"/>
            <a:chExt cx="1750034" cy="510566"/>
          </a:xfrm>
        </p:grpSpPr>
        <p:sp>
          <p:nvSpPr>
            <p:cNvPr id="32" name="TextBox 31"/>
            <p:cNvSpPr txBox="1"/>
            <p:nvPr/>
          </p:nvSpPr>
          <p:spPr>
            <a:xfrm>
              <a:off x="5210294" y="981947"/>
              <a:ext cx="1750034" cy="3659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18242" y="837292"/>
              <a:ext cx="1742086" cy="1552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VALUE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4" name="Title 5"/>
          <p:cNvSpPr txBox="1"/>
          <p:nvPr/>
        </p:nvSpPr>
        <p:spPr>
          <a:xfrm>
            <a:off x="685279" y="512900"/>
            <a:ext cx="2601913" cy="1441450"/>
          </a:xfrm>
          <a:prstGeom prst="rect">
            <a:avLst/>
          </a:prstGeom>
        </p:spPr>
        <p:txBody>
          <a:bodyPr vert="horz" wrap="square" lIns="0" tIns="252000" rIns="0" bIns="10800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INFO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Graphic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280" y="2377275"/>
            <a:ext cx="2567874" cy="92333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000" dirty="0">
                <a:solidFill>
                  <a:schemeClr val="accent4"/>
                </a:solidFill>
              </a:rPr>
              <a:t>We Create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r>
              <a:rPr lang="en-US" altLang="ko-KR" sz="2000" dirty="0">
                <a:solidFill>
                  <a:schemeClr val="accent4"/>
                </a:solidFill>
              </a:rPr>
              <a:t>Quality Professional 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r>
              <a:rPr lang="en-US" altLang="ko-KR" sz="2000" dirty="0">
                <a:solidFill>
                  <a:schemeClr val="accent4"/>
                </a:solidFill>
              </a:rPr>
              <a:t>PPT Presentation</a:t>
            </a:r>
            <a:endParaRPr lang="ko-KR" altLang="en-US" sz="2000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279" y="3458993"/>
            <a:ext cx="2457971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Example Text : Get a modern PowerPoint  Presentation that is beautifully designed. I hope and I believe that this Template will your Time, Money and Reputation. 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12192000" cy="2245259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4612741"/>
            <a:ext cx="12192000" cy="2245259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51304" y="584019"/>
            <a:ext cx="12243303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altLang="ko-KR" sz="3200" dirty="0">
                <a:solidFill>
                  <a:schemeClr val="bg1"/>
                </a:solidFill>
                <a:cs typeface="Arial" panose="020B0604020202020204" pitchFamily="34" charset="0"/>
              </a:rPr>
              <a:t>ALLPPT Layout Clean Text Slide </a:t>
            </a:r>
            <a:endParaRPr lang="en-GB" altLang="ko-KR" sz="3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GB" altLang="ko-KR" sz="3200" dirty="0">
                <a:solidFill>
                  <a:schemeClr val="bg1"/>
                </a:solidFill>
                <a:cs typeface="Arial" panose="020B0604020202020204" pitchFamily="34" charset="0"/>
              </a:rPr>
              <a:t>for your Presentation</a:t>
            </a:r>
            <a:endParaRPr lang="ko-KR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9916" y="5150595"/>
            <a:ext cx="99921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Get a modern PowerPoint  Presentation that is beautifully designed.</a:t>
            </a:r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506280" y="1724025"/>
            <a:ext cx="3179442" cy="4526856"/>
            <a:chOff x="348360" y="1332374"/>
            <a:chExt cx="2545698" cy="3690873"/>
          </a:xfrm>
        </p:grpSpPr>
        <p:grpSp>
          <p:nvGrpSpPr>
            <p:cNvPr id="4" name="Group 3"/>
            <p:cNvGrpSpPr/>
            <p:nvPr/>
          </p:nvGrpSpPr>
          <p:grpSpPr>
            <a:xfrm>
              <a:off x="348360" y="4335070"/>
              <a:ext cx="2545698" cy="688177"/>
              <a:chOff x="348360" y="4335070"/>
              <a:chExt cx="2545698" cy="688177"/>
            </a:xfrm>
          </p:grpSpPr>
          <p:sp>
            <p:nvSpPr>
              <p:cNvPr id="10" name="Rectangle 7"/>
              <p:cNvSpPr/>
              <p:nvPr/>
            </p:nvSpPr>
            <p:spPr>
              <a:xfrm rot="358729">
                <a:off x="348360" y="4422214"/>
                <a:ext cx="2379133" cy="601033"/>
              </a:xfrm>
              <a:custGeom>
                <a:avLst/>
                <a:gdLst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546076 w 1546076"/>
                  <a:gd name="connsiteY2" fmla="*/ 547777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-1" fmla="*/ 0 w 1546076"/>
                  <a:gd name="connsiteY0-2" fmla="*/ 0 h 547777"/>
                  <a:gd name="connsiteX1-3" fmla="*/ 1546076 w 1546076"/>
                  <a:gd name="connsiteY1-4" fmla="*/ 0 h 547777"/>
                  <a:gd name="connsiteX2-5" fmla="*/ 1300823 w 1546076"/>
                  <a:gd name="connsiteY2-6" fmla="*/ 473861 h 547777"/>
                  <a:gd name="connsiteX3-7" fmla="*/ 0 w 1546076"/>
                  <a:gd name="connsiteY3-8" fmla="*/ 547777 h 547777"/>
                  <a:gd name="connsiteX4-9" fmla="*/ 0 w 1546076"/>
                  <a:gd name="connsiteY4-10" fmla="*/ 0 h 547777"/>
                  <a:gd name="connsiteX0-11" fmla="*/ 311437 w 1546076"/>
                  <a:gd name="connsiteY0-12" fmla="*/ 120616 h 547777"/>
                  <a:gd name="connsiteX1-13" fmla="*/ 1546076 w 1546076"/>
                  <a:gd name="connsiteY1-14" fmla="*/ 0 h 547777"/>
                  <a:gd name="connsiteX2-15" fmla="*/ 1300823 w 1546076"/>
                  <a:gd name="connsiteY2-16" fmla="*/ 473861 h 547777"/>
                  <a:gd name="connsiteX3-17" fmla="*/ 0 w 1546076"/>
                  <a:gd name="connsiteY3-18" fmla="*/ 547777 h 547777"/>
                  <a:gd name="connsiteX4-19" fmla="*/ 311437 w 1546076"/>
                  <a:gd name="connsiteY4-20" fmla="*/ 120616 h 547777"/>
                  <a:gd name="connsiteX0-21" fmla="*/ 454636 w 1546076"/>
                  <a:gd name="connsiteY0-22" fmla="*/ 97957 h 547777"/>
                  <a:gd name="connsiteX1-23" fmla="*/ 1546076 w 1546076"/>
                  <a:gd name="connsiteY1-24" fmla="*/ 0 h 547777"/>
                  <a:gd name="connsiteX2-25" fmla="*/ 1300823 w 1546076"/>
                  <a:gd name="connsiteY2-26" fmla="*/ 473861 h 547777"/>
                  <a:gd name="connsiteX3-27" fmla="*/ 0 w 1546076"/>
                  <a:gd name="connsiteY3-28" fmla="*/ 547777 h 547777"/>
                  <a:gd name="connsiteX4-29" fmla="*/ 454636 w 1546076"/>
                  <a:gd name="connsiteY4-30" fmla="*/ 97957 h 547777"/>
                  <a:gd name="connsiteX0-31" fmla="*/ 454636 w 1714392"/>
                  <a:gd name="connsiteY0-32" fmla="*/ 100262 h 550082"/>
                  <a:gd name="connsiteX1-33" fmla="*/ 1714392 w 1714392"/>
                  <a:gd name="connsiteY1-34" fmla="*/ 0 h 550082"/>
                  <a:gd name="connsiteX2-35" fmla="*/ 1300823 w 1714392"/>
                  <a:gd name="connsiteY2-36" fmla="*/ 476166 h 550082"/>
                  <a:gd name="connsiteX3-37" fmla="*/ 0 w 1714392"/>
                  <a:gd name="connsiteY3-38" fmla="*/ 550082 h 550082"/>
                  <a:gd name="connsiteX4-39" fmla="*/ 454636 w 1714392"/>
                  <a:gd name="connsiteY4-40" fmla="*/ 100262 h 550082"/>
                  <a:gd name="connsiteX0-41" fmla="*/ 454636 w 1908260"/>
                  <a:gd name="connsiteY0-42" fmla="*/ 151213 h 601033"/>
                  <a:gd name="connsiteX1-43" fmla="*/ 1908260 w 1908260"/>
                  <a:gd name="connsiteY1-44" fmla="*/ 0 h 601033"/>
                  <a:gd name="connsiteX2-45" fmla="*/ 1300823 w 1908260"/>
                  <a:gd name="connsiteY2-46" fmla="*/ 527117 h 601033"/>
                  <a:gd name="connsiteX3-47" fmla="*/ 0 w 1908260"/>
                  <a:gd name="connsiteY3-48" fmla="*/ 601033 h 601033"/>
                  <a:gd name="connsiteX4-49" fmla="*/ 454636 w 1908260"/>
                  <a:gd name="connsiteY4-50" fmla="*/ 151213 h 601033"/>
                  <a:gd name="connsiteX0-51" fmla="*/ 675642 w 1908260"/>
                  <a:gd name="connsiteY0-52" fmla="*/ 66773 h 601033"/>
                  <a:gd name="connsiteX1-53" fmla="*/ 1908260 w 1908260"/>
                  <a:gd name="connsiteY1-54" fmla="*/ 0 h 601033"/>
                  <a:gd name="connsiteX2-55" fmla="*/ 1300823 w 1908260"/>
                  <a:gd name="connsiteY2-56" fmla="*/ 527117 h 601033"/>
                  <a:gd name="connsiteX3-57" fmla="*/ 0 w 1908260"/>
                  <a:gd name="connsiteY3-58" fmla="*/ 601033 h 601033"/>
                  <a:gd name="connsiteX4-59" fmla="*/ 675642 w 1908260"/>
                  <a:gd name="connsiteY4-60" fmla="*/ 66773 h 6010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4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1" name="Rectangle 7"/>
              <p:cNvSpPr/>
              <p:nvPr/>
            </p:nvSpPr>
            <p:spPr>
              <a:xfrm rot="358729">
                <a:off x="809437" y="4335070"/>
                <a:ext cx="2084621" cy="526631"/>
              </a:xfrm>
              <a:custGeom>
                <a:avLst/>
                <a:gdLst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546076 w 1546076"/>
                  <a:gd name="connsiteY2" fmla="*/ 547777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-1" fmla="*/ 0 w 1546076"/>
                  <a:gd name="connsiteY0-2" fmla="*/ 0 h 547777"/>
                  <a:gd name="connsiteX1-3" fmla="*/ 1546076 w 1546076"/>
                  <a:gd name="connsiteY1-4" fmla="*/ 0 h 547777"/>
                  <a:gd name="connsiteX2-5" fmla="*/ 1300823 w 1546076"/>
                  <a:gd name="connsiteY2-6" fmla="*/ 473861 h 547777"/>
                  <a:gd name="connsiteX3-7" fmla="*/ 0 w 1546076"/>
                  <a:gd name="connsiteY3-8" fmla="*/ 547777 h 547777"/>
                  <a:gd name="connsiteX4-9" fmla="*/ 0 w 1546076"/>
                  <a:gd name="connsiteY4-10" fmla="*/ 0 h 547777"/>
                  <a:gd name="connsiteX0-11" fmla="*/ 311437 w 1546076"/>
                  <a:gd name="connsiteY0-12" fmla="*/ 120616 h 547777"/>
                  <a:gd name="connsiteX1-13" fmla="*/ 1546076 w 1546076"/>
                  <a:gd name="connsiteY1-14" fmla="*/ 0 h 547777"/>
                  <a:gd name="connsiteX2-15" fmla="*/ 1300823 w 1546076"/>
                  <a:gd name="connsiteY2-16" fmla="*/ 473861 h 547777"/>
                  <a:gd name="connsiteX3-17" fmla="*/ 0 w 1546076"/>
                  <a:gd name="connsiteY3-18" fmla="*/ 547777 h 547777"/>
                  <a:gd name="connsiteX4-19" fmla="*/ 311437 w 1546076"/>
                  <a:gd name="connsiteY4-20" fmla="*/ 120616 h 547777"/>
                  <a:gd name="connsiteX0-21" fmla="*/ 454636 w 1546076"/>
                  <a:gd name="connsiteY0-22" fmla="*/ 97957 h 547777"/>
                  <a:gd name="connsiteX1-23" fmla="*/ 1546076 w 1546076"/>
                  <a:gd name="connsiteY1-24" fmla="*/ 0 h 547777"/>
                  <a:gd name="connsiteX2-25" fmla="*/ 1300823 w 1546076"/>
                  <a:gd name="connsiteY2-26" fmla="*/ 473861 h 547777"/>
                  <a:gd name="connsiteX3-27" fmla="*/ 0 w 1546076"/>
                  <a:gd name="connsiteY3-28" fmla="*/ 547777 h 547777"/>
                  <a:gd name="connsiteX4-29" fmla="*/ 454636 w 1546076"/>
                  <a:gd name="connsiteY4-30" fmla="*/ 97957 h 547777"/>
                  <a:gd name="connsiteX0-31" fmla="*/ 454636 w 1714392"/>
                  <a:gd name="connsiteY0-32" fmla="*/ 100262 h 550082"/>
                  <a:gd name="connsiteX1-33" fmla="*/ 1714392 w 1714392"/>
                  <a:gd name="connsiteY1-34" fmla="*/ 0 h 550082"/>
                  <a:gd name="connsiteX2-35" fmla="*/ 1300823 w 1714392"/>
                  <a:gd name="connsiteY2-36" fmla="*/ 476166 h 550082"/>
                  <a:gd name="connsiteX3-37" fmla="*/ 0 w 1714392"/>
                  <a:gd name="connsiteY3-38" fmla="*/ 550082 h 550082"/>
                  <a:gd name="connsiteX4-39" fmla="*/ 454636 w 1714392"/>
                  <a:gd name="connsiteY4-40" fmla="*/ 100262 h 550082"/>
                  <a:gd name="connsiteX0-41" fmla="*/ 454636 w 1908260"/>
                  <a:gd name="connsiteY0-42" fmla="*/ 151213 h 601033"/>
                  <a:gd name="connsiteX1-43" fmla="*/ 1908260 w 1908260"/>
                  <a:gd name="connsiteY1-44" fmla="*/ 0 h 601033"/>
                  <a:gd name="connsiteX2-45" fmla="*/ 1300823 w 1908260"/>
                  <a:gd name="connsiteY2-46" fmla="*/ 527117 h 601033"/>
                  <a:gd name="connsiteX3-47" fmla="*/ 0 w 1908260"/>
                  <a:gd name="connsiteY3-48" fmla="*/ 601033 h 601033"/>
                  <a:gd name="connsiteX4-49" fmla="*/ 454636 w 1908260"/>
                  <a:gd name="connsiteY4-50" fmla="*/ 151213 h 601033"/>
                  <a:gd name="connsiteX0-51" fmla="*/ 675642 w 1908260"/>
                  <a:gd name="connsiteY0-52" fmla="*/ 66773 h 601033"/>
                  <a:gd name="connsiteX1-53" fmla="*/ 1908260 w 1908260"/>
                  <a:gd name="connsiteY1-54" fmla="*/ 0 h 601033"/>
                  <a:gd name="connsiteX2-55" fmla="*/ 1300823 w 1908260"/>
                  <a:gd name="connsiteY2-56" fmla="*/ 527117 h 601033"/>
                  <a:gd name="connsiteX3-57" fmla="*/ 0 w 1908260"/>
                  <a:gd name="connsiteY3-58" fmla="*/ 601033 h 601033"/>
                  <a:gd name="connsiteX4-59" fmla="*/ 675642 w 1908260"/>
                  <a:gd name="connsiteY4-60" fmla="*/ 66773 h 6010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4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933500" y="1332374"/>
              <a:ext cx="1262236" cy="3479244"/>
              <a:chOff x="1619672" y="1332374"/>
              <a:chExt cx="1262236" cy="3479244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691680" y="394752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scene3d>
                <a:camera prst="perspectiveRight">
                  <a:rot lat="598412" lon="1237643" rev="0"/>
                </a:camera>
                <a:lightRig rig="threePt" dir="t"/>
              </a:scene3d>
              <a:sp3d extrusionH="819150" prstMaterial="flat">
                <a:bevelT w="44450" h="25400"/>
                <a:extrusionClr>
                  <a:schemeClr val="accent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anose="020B0604020202020204" pitchFamily="34" charset="0"/>
                  </a:rPr>
                  <a:t>D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017812" y="3077696"/>
                <a:ext cx="864096" cy="8640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perspectiveRight">
                  <a:rot lat="300000" lon="20699968" rev="0"/>
                </a:camera>
                <a:lightRig rig="threePt" dir="t"/>
              </a:scene3d>
              <a:sp3d extrusionH="819150" prstMaterial="flat">
                <a:bevelT w="44450" h="44450"/>
                <a:extrusionClr>
                  <a:schemeClr val="accent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anose="020B0604020202020204" pitchFamily="34" charset="0"/>
                  </a:rPr>
                  <a:t>C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979712" y="1332374"/>
                <a:ext cx="864096" cy="86409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perspectiveRight">
                  <a:rot lat="21299999" lon="20699968" rev="0"/>
                </a:camera>
                <a:lightRig rig="threePt" dir="t"/>
              </a:scene3d>
              <a:sp3d extrusionH="819150" prstMaterial="flat">
                <a:bevelT w="63500" h="31750"/>
                <a:extrusionClr>
                  <a:schemeClr val="accent4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anose="020B0604020202020204" pitchFamily="34" charset="0"/>
                  </a:rPr>
                  <a:t>A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619672" y="2211710"/>
                <a:ext cx="864096" cy="8640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perspectiveRight">
                  <a:rot lat="0" lon="1499958" rev="0"/>
                </a:camera>
                <a:lightRig rig="threePt" dir="t"/>
              </a:scene3d>
              <a:sp3d extrusionH="819150" prstMaterial="flat">
                <a:bevelT w="38100" h="44450"/>
                <a:extrusionClr>
                  <a:schemeClr val="accent3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anose="020B0604020202020204" pitchFamily="34" charset="0"/>
                  </a:rPr>
                  <a:t>B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7796196" y="1770693"/>
            <a:ext cx="3614754" cy="988712"/>
            <a:chOff x="6211235" y="1628800"/>
            <a:chExt cx="2609237" cy="988712"/>
          </a:xfrm>
        </p:grpSpPr>
        <p:sp>
          <p:nvSpPr>
            <p:cNvPr id="13" name="TextBox 12"/>
            <p:cNvSpPr txBox="1"/>
            <p:nvPr/>
          </p:nvSpPr>
          <p:spPr>
            <a:xfrm>
              <a:off x="6214186" y="1628800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11235" y="1971181"/>
              <a:ext cx="26092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5" name="그룹 11"/>
          <p:cNvGrpSpPr/>
          <p:nvPr/>
        </p:nvGrpSpPr>
        <p:grpSpPr>
          <a:xfrm>
            <a:off x="7796196" y="3909266"/>
            <a:ext cx="3614754" cy="988712"/>
            <a:chOff x="7719995" y="3745651"/>
            <a:chExt cx="3614754" cy="988712"/>
          </a:xfrm>
        </p:grpSpPr>
        <p:sp>
          <p:nvSpPr>
            <p:cNvPr id="16" name="TextBox 15"/>
            <p:cNvSpPr txBox="1"/>
            <p:nvPr/>
          </p:nvSpPr>
          <p:spPr>
            <a:xfrm>
              <a:off x="7719995" y="3745651"/>
              <a:ext cx="36147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19995" y="4088032"/>
              <a:ext cx="36147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4338" y="2839979"/>
            <a:ext cx="3614754" cy="988712"/>
            <a:chOff x="194751" y="2772288"/>
            <a:chExt cx="2609237" cy="988712"/>
          </a:xfrm>
        </p:grpSpPr>
        <p:sp>
          <p:nvSpPr>
            <p:cNvPr id="19" name="TextBox 18"/>
            <p:cNvSpPr txBox="1"/>
            <p:nvPr/>
          </p:nvSpPr>
          <p:spPr>
            <a:xfrm>
              <a:off x="197702" y="2772288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4751" y="3114669"/>
              <a:ext cx="26092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4338" y="4978554"/>
            <a:ext cx="3614754" cy="988712"/>
            <a:chOff x="179512" y="5029814"/>
            <a:chExt cx="2609237" cy="988712"/>
          </a:xfrm>
        </p:grpSpPr>
        <p:sp>
          <p:nvSpPr>
            <p:cNvPr id="22" name="TextBox 21"/>
            <p:cNvSpPr txBox="1"/>
            <p:nvPr/>
          </p:nvSpPr>
          <p:spPr>
            <a:xfrm>
              <a:off x="182463" y="5029814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Contents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9512" y="5372195"/>
              <a:ext cx="26092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Get a modern PowerPoint  Presentation that is beautifully designed. I hope and I believe that this Template will your Time, Money and Reputation.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4" name="Rectangle 23"/>
          <p:cNvSpPr/>
          <p:nvPr/>
        </p:nvSpPr>
        <p:spPr>
          <a:xfrm>
            <a:off x="7556208" y="1726831"/>
            <a:ext cx="122258" cy="1076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56208" y="3865405"/>
            <a:ext cx="122258" cy="10764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89566" y="2796118"/>
            <a:ext cx="122258" cy="10764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89566" y="4934693"/>
            <a:ext cx="122258" cy="10764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Chevron 13"/>
          <p:cNvSpPr/>
          <p:nvPr/>
        </p:nvSpPr>
        <p:spPr>
          <a:xfrm>
            <a:off x="7051313" y="2069993"/>
            <a:ext cx="292585" cy="390113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Chevron 78"/>
          <p:cNvSpPr/>
          <p:nvPr/>
        </p:nvSpPr>
        <p:spPr>
          <a:xfrm>
            <a:off x="7051313" y="4208567"/>
            <a:ext cx="292585" cy="39011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Chevron 79"/>
          <p:cNvSpPr/>
          <p:nvPr/>
        </p:nvSpPr>
        <p:spPr>
          <a:xfrm rot="10800000">
            <a:off x="4743250" y="3139280"/>
            <a:ext cx="292585" cy="39011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Chevron 80"/>
          <p:cNvSpPr/>
          <p:nvPr/>
        </p:nvSpPr>
        <p:spPr>
          <a:xfrm rot="10800000">
            <a:off x="4743251" y="5277854"/>
            <a:ext cx="292585" cy="39011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0"/>
          <p:cNvGrpSpPr/>
          <p:nvPr/>
        </p:nvGrpSpPr>
        <p:grpSpPr>
          <a:xfrm>
            <a:off x="907183" y="2004823"/>
            <a:ext cx="2146993" cy="3774302"/>
            <a:chOff x="445712" y="1449040"/>
            <a:chExt cx="2113018" cy="3924176"/>
          </a:xfrm>
        </p:grpSpPr>
        <p:sp>
          <p:nvSpPr>
            <p:cNvPr id="36" name="Rounded Rectangle 21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7" name="Rectangle 22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8" name="Group 23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9" name="Oval 24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40" name="Rounded Rectangle 25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Pentagon 40"/>
          <p:cNvSpPr/>
          <p:nvPr/>
        </p:nvSpPr>
        <p:spPr>
          <a:xfrm>
            <a:off x="3053052" y="2489093"/>
            <a:ext cx="7383035" cy="70920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Pentagon 41"/>
          <p:cNvSpPr/>
          <p:nvPr/>
        </p:nvSpPr>
        <p:spPr>
          <a:xfrm>
            <a:off x="3053052" y="3197886"/>
            <a:ext cx="4806979" cy="70920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Pentagon 42"/>
          <p:cNvSpPr/>
          <p:nvPr/>
        </p:nvSpPr>
        <p:spPr>
          <a:xfrm>
            <a:off x="3053052" y="3906679"/>
            <a:ext cx="6409001" cy="70920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Pentagon 43"/>
          <p:cNvSpPr/>
          <p:nvPr/>
        </p:nvSpPr>
        <p:spPr>
          <a:xfrm>
            <a:off x="3053052" y="4615471"/>
            <a:ext cx="8376948" cy="70920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Diamond 6"/>
          <p:cNvSpPr/>
          <p:nvPr/>
        </p:nvSpPr>
        <p:spPr>
          <a:xfrm>
            <a:off x="9744083" y="2555693"/>
            <a:ext cx="576000" cy="5760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Diamond 7"/>
          <p:cNvSpPr/>
          <p:nvPr/>
        </p:nvSpPr>
        <p:spPr>
          <a:xfrm>
            <a:off x="8759024" y="3973279"/>
            <a:ext cx="576000" cy="5760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Diamond 8"/>
          <p:cNvSpPr/>
          <p:nvPr/>
        </p:nvSpPr>
        <p:spPr>
          <a:xfrm>
            <a:off x="7156480" y="3264486"/>
            <a:ext cx="576000" cy="5760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Diamond 9"/>
          <p:cNvSpPr/>
          <p:nvPr/>
        </p:nvSpPr>
        <p:spPr>
          <a:xfrm>
            <a:off x="10742832" y="4682071"/>
            <a:ext cx="576000" cy="5760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Rectangle 10"/>
          <p:cNvSpPr/>
          <p:nvPr/>
        </p:nvSpPr>
        <p:spPr>
          <a:xfrm>
            <a:off x="1032095" y="2488161"/>
            <a:ext cx="1880932" cy="7101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Rectangle 11"/>
          <p:cNvSpPr/>
          <p:nvPr/>
        </p:nvSpPr>
        <p:spPr>
          <a:xfrm>
            <a:off x="1032095" y="3198293"/>
            <a:ext cx="1880932" cy="710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12"/>
          <p:cNvSpPr/>
          <p:nvPr/>
        </p:nvSpPr>
        <p:spPr>
          <a:xfrm>
            <a:off x="1032095" y="3908277"/>
            <a:ext cx="1880932" cy="7101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Rectangle 13"/>
          <p:cNvSpPr/>
          <p:nvPr/>
        </p:nvSpPr>
        <p:spPr>
          <a:xfrm>
            <a:off x="1032095" y="4614539"/>
            <a:ext cx="1880932" cy="7101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5" name="TextBox 14"/>
          <p:cNvSpPr txBox="1"/>
          <p:nvPr/>
        </p:nvSpPr>
        <p:spPr>
          <a:xfrm>
            <a:off x="1357478" y="2659055"/>
            <a:ext cx="1179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anose="020B0604020202020204" pitchFamily="34" charset="0"/>
              </a:rPr>
              <a:t>Option A</a:t>
            </a:r>
            <a:endParaRPr lang="ko-KR" altLang="en-US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7478" y="4785433"/>
            <a:ext cx="1179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anose="020B0604020202020204" pitchFamily="34" charset="0"/>
              </a:rPr>
              <a:t>Option D</a:t>
            </a:r>
            <a:endParaRPr lang="ko-KR" altLang="en-US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7478" y="3369187"/>
            <a:ext cx="1179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anose="020B0604020202020204" pitchFamily="34" charset="0"/>
              </a:rPr>
              <a:t>Option B</a:t>
            </a:r>
            <a:endParaRPr lang="ko-KR" altLang="en-US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7478" y="4079171"/>
            <a:ext cx="1179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anose="020B0604020202020204" pitchFamily="34" charset="0"/>
              </a:rPr>
              <a:t>Option C</a:t>
            </a:r>
            <a:endParaRPr lang="ko-KR" altLang="en-US" sz="1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210437" y="2497738"/>
            <a:ext cx="5767248" cy="691505"/>
            <a:chOff x="2551705" y="4319146"/>
            <a:chExt cx="3683695" cy="691505"/>
          </a:xfrm>
        </p:grpSpPr>
        <p:sp>
          <p:nvSpPr>
            <p:cNvPr id="20" name="TextBox 19"/>
            <p:cNvSpPr txBox="1"/>
            <p:nvPr/>
          </p:nvSpPr>
          <p:spPr>
            <a:xfrm>
              <a:off x="2551705" y="4548986"/>
              <a:ext cx="36836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51705" y="4319146"/>
              <a:ext cx="3683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19"/>
          <p:cNvGrpSpPr/>
          <p:nvPr/>
        </p:nvGrpSpPr>
        <p:grpSpPr>
          <a:xfrm>
            <a:off x="3210437" y="4605922"/>
            <a:ext cx="7225649" cy="691505"/>
            <a:chOff x="2551705" y="4319146"/>
            <a:chExt cx="3683695" cy="691505"/>
          </a:xfrm>
        </p:grpSpPr>
        <p:sp>
          <p:nvSpPr>
            <p:cNvPr id="23" name="TextBox 22"/>
            <p:cNvSpPr txBox="1"/>
            <p:nvPr/>
          </p:nvSpPr>
          <p:spPr>
            <a:xfrm>
              <a:off x="2551705" y="4548986"/>
              <a:ext cx="36836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51705" y="4319146"/>
              <a:ext cx="3683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19"/>
          <p:cNvGrpSpPr/>
          <p:nvPr/>
        </p:nvGrpSpPr>
        <p:grpSpPr>
          <a:xfrm>
            <a:off x="3210438" y="3903196"/>
            <a:ext cx="4640057" cy="691505"/>
            <a:chOff x="2551705" y="4319146"/>
            <a:chExt cx="3683695" cy="691505"/>
          </a:xfrm>
        </p:grpSpPr>
        <p:sp>
          <p:nvSpPr>
            <p:cNvPr id="26" name="TextBox 25"/>
            <p:cNvSpPr txBox="1"/>
            <p:nvPr/>
          </p:nvSpPr>
          <p:spPr>
            <a:xfrm>
              <a:off x="2551705" y="4548986"/>
              <a:ext cx="36836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51705" y="4319146"/>
              <a:ext cx="3683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19"/>
          <p:cNvGrpSpPr/>
          <p:nvPr/>
        </p:nvGrpSpPr>
        <p:grpSpPr>
          <a:xfrm>
            <a:off x="3210438" y="3200469"/>
            <a:ext cx="3498476" cy="691505"/>
            <a:chOff x="2551705" y="4319146"/>
            <a:chExt cx="3683695" cy="691505"/>
          </a:xfrm>
        </p:grpSpPr>
        <p:sp>
          <p:nvSpPr>
            <p:cNvPr id="29" name="TextBox 28"/>
            <p:cNvSpPr txBox="1"/>
            <p:nvPr/>
          </p:nvSpPr>
          <p:spPr>
            <a:xfrm>
              <a:off x="2551705" y="4548986"/>
              <a:ext cx="36836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51705" y="4319146"/>
              <a:ext cx="3683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Donut 39"/>
          <p:cNvSpPr/>
          <p:nvPr/>
        </p:nvSpPr>
        <p:spPr>
          <a:xfrm>
            <a:off x="9913076" y="2703270"/>
            <a:ext cx="280154" cy="28015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2" name="Rectangle 36"/>
          <p:cNvSpPr/>
          <p:nvPr/>
        </p:nvSpPr>
        <p:spPr>
          <a:xfrm>
            <a:off x="7313225" y="3426268"/>
            <a:ext cx="277985" cy="23237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33" name="Rectangle 16"/>
          <p:cNvSpPr/>
          <p:nvPr/>
        </p:nvSpPr>
        <p:spPr>
          <a:xfrm>
            <a:off x="8902811" y="4149134"/>
            <a:ext cx="303241" cy="199294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Oval 21"/>
          <p:cNvSpPr>
            <a:spLocks noChangeAspect="1"/>
          </p:cNvSpPr>
          <p:nvPr/>
        </p:nvSpPr>
        <p:spPr>
          <a:xfrm>
            <a:off x="10900676" y="4816448"/>
            <a:ext cx="286855" cy="28925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12188" y="1868920"/>
            <a:ext cx="1773489" cy="470890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3200" dirty="0">
                <a:latin typeface="+mj-lt"/>
              </a:rPr>
              <a:t>SIMPLE</a:t>
            </a:r>
            <a:endParaRPr lang="en-US" altLang="ko-KR" sz="3200" dirty="0">
              <a:latin typeface="+mj-lt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12188" y="2349859"/>
            <a:ext cx="2590708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200" b="1" dirty="0">
                <a:solidFill>
                  <a:schemeClr val="accent2"/>
                </a:solidFill>
                <a:latin typeface="+mj-lt"/>
              </a:rPr>
              <a:t>PORTFOLIO</a:t>
            </a:r>
            <a:endParaRPr lang="en-US" altLang="ko-KR" sz="32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12188" y="2830797"/>
            <a:ext cx="3244482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200" b="1" dirty="0">
                <a:solidFill>
                  <a:schemeClr val="bg1"/>
                </a:solidFill>
                <a:latin typeface="+mj-lt"/>
              </a:rPr>
              <a:t>PRESENTATION</a:t>
            </a:r>
            <a:endParaRPr lang="en-US" altLang="ko-KR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2187" y="3867134"/>
            <a:ext cx="38883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Reports and Presentations with our Templates. You can simply impress your audience and add a unique zing and appeal to your Reports and Presentations with our Templates. You can simply impress your audience and add a unique zing and appeal to your Reports and Presentations with our Templates.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97529" y="328764"/>
            <a:ext cx="9907439" cy="724247"/>
          </a:xfrm>
        </p:spPr>
        <p:txBody>
          <a:bodyPr/>
          <a:lstStyle/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21" name="자유형: 도형 20"/>
          <p:cNvSpPr/>
          <p:nvPr/>
        </p:nvSpPr>
        <p:spPr>
          <a:xfrm>
            <a:off x="4867275" y="1665287"/>
            <a:ext cx="3456000" cy="1878013"/>
          </a:xfrm>
          <a:custGeom>
            <a:avLst/>
            <a:gdLst>
              <a:gd name="connsiteX0" fmla="*/ 0 w 3456000"/>
              <a:gd name="connsiteY0" fmla="*/ 0 h 1878013"/>
              <a:gd name="connsiteX1" fmla="*/ 3456000 w 3456000"/>
              <a:gd name="connsiteY1" fmla="*/ 0 h 1878013"/>
              <a:gd name="connsiteX2" fmla="*/ 3456000 w 3456000"/>
              <a:gd name="connsiteY2" fmla="*/ 1878013 h 1878013"/>
              <a:gd name="connsiteX3" fmla="*/ 3371363 w 3456000"/>
              <a:gd name="connsiteY3" fmla="*/ 1878013 h 1878013"/>
              <a:gd name="connsiteX4" fmla="*/ 3371363 w 3456000"/>
              <a:gd name="connsiteY4" fmla="*/ 84637 h 1878013"/>
              <a:gd name="connsiteX5" fmla="*/ 84637 w 3456000"/>
              <a:gd name="connsiteY5" fmla="*/ 84637 h 1878013"/>
              <a:gd name="connsiteX6" fmla="*/ 84637 w 3456000"/>
              <a:gd name="connsiteY6" fmla="*/ 1878013 h 1878013"/>
              <a:gd name="connsiteX7" fmla="*/ 0 w 3456000"/>
              <a:gd name="connsiteY7" fmla="*/ 1878013 h 18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6000" h="1878013">
                <a:moveTo>
                  <a:pt x="0" y="0"/>
                </a:moveTo>
                <a:lnTo>
                  <a:pt x="3456000" y="0"/>
                </a:lnTo>
                <a:lnTo>
                  <a:pt x="3456000" y="1878013"/>
                </a:lnTo>
                <a:lnTo>
                  <a:pt x="3371363" y="1878013"/>
                </a:lnTo>
                <a:lnTo>
                  <a:pt x="3371363" y="84637"/>
                </a:lnTo>
                <a:lnTo>
                  <a:pt x="84637" y="84637"/>
                </a:lnTo>
                <a:lnTo>
                  <a:pt x="84637" y="1878013"/>
                </a:lnTo>
                <a:lnTo>
                  <a:pt x="0" y="1878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자유형: 도형 23"/>
          <p:cNvSpPr/>
          <p:nvPr/>
        </p:nvSpPr>
        <p:spPr>
          <a:xfrm>
            <a:off x="8241636" y="3543300"/>
            <a:ext cx="3456000" cy="2722562"/>
          </a:xfrm>
          <a:custGeom>
            <a:avLst/>
            <a:gdLst>
              <a:gd name="connsiteX0" fmla="*/ 0 w 3456000"/>
              <a:gd name="connsiteY0" fmla="*/ 0 h 2722562"/>
              <a:gd name="connsiteX1" fmla="*/ 84637 w 3456000"/>
              <a:gd name="connsiteY1" fmla="*/ 0 h 2722562"/>
              <a:gd name="connsiteX2" fmla="*/ 84637 w 3456000"/>
              <a:gd name="connsiteY2" fmla="*/ 2637925 h 2722562"/>
              <a:gd name="connsiteX3" fmla="*/ 3371363 w 3456000"/>
              <a:gd name="connsiteY3" fmla="*/ 2637925 h 2722562"/>
              <a:gd name="connsiteX4" fmla="*/ 3371363 w 3456000"/>
              <a:gd name="connsiteY4" fmla="*/ 0 h 2722562"/>
              <a:gd name="connsiteX5" fmla="*/ 3456000 w 3456000"/>
              <a:gd name="connsiteY5" fmla="*/ 0 h 2722562"/>
              <a:gd name="connsiteX6" fmla="*/ 3456000 w 3456000"/>
              <a:gd name="connsiteY6" fmla="*/ 2722562 h 2722562"/>
              <a:gd name="connsiteX7" fmla="*/ 0 w 3456000"/>
              <a:gd name="connsiteY7" fmla="*/ 2722562 h 272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6000" h="2722562">
                <a:moveTo>
                  <a:pt x="0" y="0"/>
                </a:moveTo>
                <a:lnTo>
                  <a:pt x="84637" y="0"/>
                </a:lnTo>
                <a:lnTo>
                  <a:pt x="84637" y="2637925"/>
                </a:lnTo>
                <a:lnTo>
                  <a:pt x="3371363" y="2637925"/>
                </a:lnTo>
                <a:lnTo>
                  <a:pt x="3371363" y="0"/>
                </a:lnTo>
                <a:lnTo>
                  <a:pt x="3456000" y="0"/>
                </a:lnTo>
                <a:lnTo>
                  <a:pt x="3456000" y="2722562"/>
                </a:lnTo>
                <a:lnTo>
                  <a:pt x="0" y="27225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66"/>
          </p:nvPr>
        </p:nvSpPr>
        <p:spPr/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1" grpId="0"/>
      <p:bldP spid="21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85435" y="1706122"/>
            <a:ext cx="4536504" cy="4398990"/>
            <a:chOff x="683568" y="1767665"/>
            <a:chExt cx="4536504" cy="4398990"/>
          </a:xfrm>
        </p:grpSpPr>
        <p:grpSp>
          <p:nvGrpSpPr>
            <p:cNvPr id="4" name="Group 3"/>
            <p:cNvGrpSpPr/>
            <p:nvPr/>
          </p:nvGrpSpPr>
          <p:grpSpPr>
            <a:xfrm>
              <a:off x="683568" y="1767665"/>
              <a:ext cx="1694196" cy="1406401"/>
              <a:chOff x="971600" y="1733231"/>
              <a:chExt cx="1620000" cy="1440000"/>
            </a:xfrm>
          </p:grpSpPr>
          <p:sp>
            <p:nvSpPr>
              <p:cNvPr id="20" name="Hexagon 19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Hexagon 20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683568" y="3263960"/>
              <a:ext cx="1694196" cy="1406401"/>
              <a:chOff x="971600" y="1733231"/>
              <a:chExt cx="1620000" cy="1440000"/>
            </a:xfrm>
          </p:grpSpPr>
          <p:sp>
            <p:nvSpPr>
              <p:cNvPr id="18" name="Hexagon 17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Hexagon 18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83568" y="4760254"/>
              <a:ext cx="1694196" cy="1406401"/>
              <a:chOff x="971600" y="1733231"/>
              <a:chExt cx="1620000" cy="1440000"/>
            </a:xfrm>
          </p:grpSpPr>
          <p:sp>
            <p:nvSpPr>
              <p:cNvPr id="16" name="Hexagon 15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Hexagon 16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3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104722" y="2533698"/>
              <a:ext cx="1694196" cy="1406401"/>
              <a:chOff x="971600" y="1733231"/>
              <a:chExt cx="1620000" cy="1440000"/>
            </a:xfrm>
          </p:grpSpPr>
          <p:sp>
            <p:nvSpPr>
              <p:cNvPr id="14" name="Hexagon 13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" name="Hexagon 14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6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104722" y="4029991"/>
              <a:ext cx="1694196" cy="1406401"/>
              <a:chOff x="971600" y="1733231"/>
              <a:chExt cx="1620000" cy="1440000"/>
            </a:xfrm>
          </p:grpSpPr>
          <p:sp>
            <p:nvSpPr>
              <p:cNvPr id="12" name="Hexagon 11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Hexagon 12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4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525876" y="3274191"/>
              <a:ext cx="1694196" cy="1406401"/>
              <a:chOff x="971600" y="1733231"/>
              <a:chExt cx="1620000" cy="1440000"/>
            </a:xfrm>
          </p:grpSpPr>
          <p:sp>
            <p:nvSpPr>
              <p:cNvPr id="10" name="Hexagon 9"/>
              <p:cNvSpPr/>
              <p:nvPr/>
            </p:nvSpPr>
            <p:spPr>
              <a:xfrm>
                <a:off x="971600" y="1733231"/>
                <a:ext cx="1620000" cy="1440000"/>
              </a:xfrm>
              <a:prstGeom prst="hexagon">
                <a:avLst/>
              </a:prstGeom>
              <a:noFill/>
              <a:ln w="635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" name="Hexagon 10"/>
              <p:cNvSpPr/>
              <p:nvPr/>
            </p:nvSpPr>
            <p:spPr>
              <a:xfrm>
                <a:off x="1061600" y="1805231"/>
                <a:ext cx="1440000" cy="1296000"/>
              </a:xfrm>
              <a:prstGeom prst="hexagon">
                <a:avLst/>
              </a:prstGeom>
              <a:solidFill>
                <a:schemeClr val="accent5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3937529" y="3450365"/>
            <a:ext cx="1474624" cy="900376"/>
            <a:chOff x="3233964" y="1911289"/>
            <a:chExt cx="1410044" cy="921886"/>
          </a:xfrm>
        </p:grpSpPr>
        <p:sp>
          <p:nvSpPr>
            <p:cNvPr id="23" name="TextBox 22"/>
            <p:cNvSpPr txBox="1"/>
            <p:nvPr/>
          </p:nvSpPr>
          <p:spPr>
            <a:xfrm>
              <a:off x="3233964" y="1911289"/>
              <a:ext cx="1400519" cy="315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43489" y="2171403"/>
              <a:ext cx="1400519" cy="661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93345" y="2699734"/>
            <a:ext cx="1410044" cy="906445"/>
            <a:chOff x="3233964" y="1911289"/>
            <a:chExt cx="1410044" cy="906445"/>
          </a:xfrm>
        </p:grpSpPr>
        <p:sp>
          <p:nvSpPr>
            <p:cNvPr id="26" name="TextBox 25"/>
            <p:cNvSpPr txBox="1"/>
            <p:nvPr/>
          </p:nvSpPr>
          <p:spPr>
            <a:xfrm>
              <a:off x="3233964" y="191128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593345" y="4201000"/>
            <a:ext cx="1410044" cy="906445"/>
            <a:chOff x="3233964" y="1911289"/>
            <a:chExt cx="1410044" cy="906445"/>
          </a:xfrm>
        </p:grpSpPr>
        <p:sp>
          <p:nvSpPr>
            <p:cNvPr id="29" name="TextBox 28"/>
            <p:cNvSpPr txBox="1"/>
            <p:nvPr/>
          </p:nvSpPr>
          <p:spPr>
            <a:xfrm>
              <a:off x="3233964" y="191128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129451" y="4951635"/>
            <a:ext cx="1410044" cy="906445"/>
            <a:chOff x="3233964" y="1911289"/>
            <a:chExt cx="1410044" cy="906445"/>
          </a:xfrm>
        </p:grpSpPr>
        <p:sp>
          <p:nvSpPr>
            <p:cNvPr id="32" name="TextBox 31"/>
            <p:cNvSpPr txBox="1"/>
            <p:nvPr/>
          </p:nvSpPr>
          <p:spPr>
            <a:xfrm>
              <a:off x="3233964" y="191128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129451" y="3450367"/>
            <a:ext cx="1410044" cy="906445"/>
            <a:chOff x="3233964" y="1911289"/>
            <a:chExt cx="1410044" cy="906445"/>
          </a:xfrm>
        </p:grpSpPr>
        <p:sp>
          <p:nvSpPr>
            <p:cNvPr id="35" name="TextBox 34"/>
            <p:cNvSpPr txBox="1"/>
            <p:nvPr/>
          </p:nvSpPr>
          <p:spPr>
            <a:xfrm>
              <a:off x="3233964" y="191128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29451" y="1949101"/>
            <a:ext cx="1410044" cy="906445"/>
            <a:chOff x="3233964" y="1911289"/>
            <a:chExt cx="1410044" cy="906445"/>
          </a:xfrm>
        </p:grpSpPr>
        <p:sp>
          <p:nvSpPr>
            <p:cNvPr id="38" name="TextBox 37"/>
            <p:cNvSpPr txBox="1"/>
            <p:nvPr/>
          </p:nvSpPr>
          <p:spPr>
            <a:xfrm>
              <a:off x="3233964" y="191128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Easy to change colors, photos and Text.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40" name="Rounded Rectangle 40"/>
          <p:cNvSpPr/>
          <p:nvPr/>
        </p:nvSpPr>
        <p:spPr>
          <a:xfrm>
            <a:off x="6050337" y="1777156"/>
            <a:ext cx="5177440" cy="100944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Rounded Rectangle 41"/>
          <p:cNvSpPr/>
          <p:nvPr/>
        </p:nvSpPr>
        <p:spPr>
          <a:xfrm>
            <a:off x="6050337" y="2980642"/>
            <a:ext cx="5177440" cy="1313934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Rounded Rectangle 42"/>
          <p:cNvSpPr/>
          <p:nvPr/>
        </p:nvSpPr>
        <p:spPr>
          <a:xfrm>
            <a:off x="6050337" y="4488621"/>
            <a:ext cx="5177440" cy="160693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43" name="Group 42"/>
          <p:cNvGrpSpPr/>
          <p:nvPr/>
        </p:nvGrpSpPr>
        <p:grpSpPr>
          <a:xfrm>
            <a:off x="6293074" y="1900992"/>
            <a:ext cx="4802819" cy="823328"/>
            <a:chOff x="3233964" y="1954419"/>
            <a:chExt cx="1400519" cy="823328"/>
          </a:xfrm>
        </p:grpSpPr>
        <p:sp>
          <p:nvSpPr>
            <p:cNvPr id="44" name="TextBox 43"/>
            <p:cNvSpPr txBox="1"/>
            <p:nvPr/>
          </p:nvSpPr>
          <p:spPr>
            <a:xfrm>
              <a:off x="3233964" y="1954419"/>
              <a:ext cx="14004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33964" y="2254527"/>
              <a:ext cx="140051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293074" y="3160155"/>
            <a:ext cx="4802658" cy="954913"/>
            <a:chOff x="6533673" y="3357955"/>
            <a:chExt cx="2150471" cy="954913"/>
          </a:xfrm>
        </p:grpSpPr>
        <p:sp>
          <p:nvSpPr>
            <p:cNvPr id="47" name="TextBox 46"/>
            <p:cNvSpPr txBox="1"/>
            <p:nvPr/>
          </p:nvSpPr>
          <p:spPr>
            <a:xfrm>
              <a:off x="6533673" y="3666537"/>
              <a:ext cx="2150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533673" y="3357955"/>
              <a:ext cx="21504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293074" y="4643819"/>
            <a:ext cx="4802658" cy="1296537"/>
            <a:chOff x="6533673" y="3357955"/>
            <a:chExt cx="2150471" cy="1296537"/>
          </a:xfrm>
        </p:grpSpPr>
        <p:sp>
          <p:nvSpPr>
            <p:cNvPr id="50" name="TextBox 49"/>
            <p:cNvSpPr txBox="1"/>
            <p:nvPr/>
          </p:nvSpPr>
          <p:spPr>
            <a:xfrm>
              <a:off x="6533673" y="3638829"/>
              <a:ext cx="21504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Get a modern PowerPoint  Presentation that is beautifully designed. Easy to change colors, photos and Text.  I hope and I believe that this Template will your Time, Money and Reputation.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33673" y="3357955"/>
              <a:ext cx="21504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Hexagon 34"/>
          <p:cNvSpPr/>
          <p:nvPr/>
        </p:nvSpPr>
        <p:spPr>
          <a:xfrm rot="19623142">
            <a:off x="7743998" y="3228332"/>
            <a:ext cx="887834" cy="761001"/>
          </a:xfrm>
          <a:prstGeom prst="hexagon">
            <a:avLst>
              <a:gd name="adj" fmla="val 31719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6" name="Hexagon 35"/>
          <p:cNvSpPr/>
          <p:nvPr/>
        </p:nvSpPr>
        <p:spPr>
          <a:xfrm rot="19702009">
            <a:off x="9701640" y="2263783"/>
            <a:ext cx="1217402" cy="1043487"/>
          </a:xfrm>
          <a:prstGeom prst="hexagon">
            <a:avLst>
              <a:gd name="adj" fmla="val 3096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Hexagon 36"/>
          <p:cNvSpPr/>
          <p:nvPr/>
        </p:nvSpPr>
        <p:spPr>
          <a:xfrm rot="19747498">
            <a:off x="3324147" y="2613703"/>
            <a:ext cx="1218020" cy="1044937"/>
          </a:xfrm>
          <a:prstGeom prst="hexagon">
            <a:avLst>
              <a:gd name="adj" fmla="val 28809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Hexagon 33"/>
          <p:cNvSpPr/>
          <p:nvPr/>
        </p:nvSpPr>
        <p:spPr>
          <a:xfrm rot="19747125">
            <a:off x="1373909" y="3047587"/>
            <a:ext cx="849399" cy="728057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Hexagon 37"/>
          <p:cNvSpPr/>
          <p:nvPr/>
        </p:nvSpPr>
        <p:spPr>
          <a:xfrm rot="19769696">
            <a:off x="5289606" y="1891411"/>
            <a:ext cx="1637978" cy="1381692"/>
          </a:xfrm>
          <a:prstGeom prst="hexagon">
            <a:avLst>
              <a:gd name="adj" fmla="val 30431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4378569"/>
            <a:ext cx="12192000" cy="24794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Group 3"/>
          <p:cNvGrpSpPr/>
          <p:nvPr/>
        </p:nvGrpSpPr>
        <p:grpSpPr>
          <a:xfrm>
            <a:off x="3135171" y="4566271"/>
            <a:ext cx="1617740" cy="1836305"/>
            <a:chOff x="-475010" y="1114177"/>
            <a:chExt cx="3859356" cy="1836305"/>
          </a:xfrm>
        </p:grpSpPr>
        <p:sp>
          <p:nvSpPr>
            <p:cNvPr id="5" name="TextBox 4"/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-460973" y="1380822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03259" y="4566271"/>
            <a:ext cx="1617740" cy="1836305"/>
            <a:chOff x="-475010" y="1114177"/>
            <a:chExt cx="3859356" cy="1836305"/>
          </a:xfrm>
        </p:grpSpPr>
        <p:sp>
          <p:nvSpPr>
            <p:cNvPr id="9" name="TextBox 8"/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460973" y="1380822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267082" y="4566271"/>
            <a:ext cx="1617740" cy="1836305"/>
            <a:chOff x="-475010" y="1114177"/>
            <a:chExt cx="3859356" cy="1836305"/>
          </a:xfrm>
        </p:grpSpPr>
        <p:sp>
          <p:nvSpPr>
            <p:cNvPr id="12" name="TextBox 11"/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-460973" y="1380822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398994" y="4554721"/>
            <a:ext cx="1617740" cy="1836305"/>
            <a:chOff x="-475010" y="1114177"/>
            <a:chExt cx="3859356" cy="1836305"/>
          </a:xfrm>
        </p:grpSpPr>
        <p:sp>
          <p:nvSpPr>
            <p:cNvPr id="15" name="TextBox 14"/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460973" y="1380822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530905" y="4566271"/>
            <a:ext cx="1617740" cy="1836305"/>
            <a:chOff x="-475010" y="1114177"/>
            <a:chExt cx="3859356" cy="1836305"/>
          </a:xfrm>
        </p:grpSpPr>
        <p:sp>
          <p:nvSpPr>
            <p:cNvPr id="18" name="TextBox 17"/>
            <p:cNvSpPr txBox="1"/>
            <p:nvPr/>
          </p:nvSpPr>
          <p:spPr>
            <a:xfrm>
              <a:off x="-475010" y="1114177"/>
              <a:ext cx="385935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Text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460973" y="1380822"/>
              <a:ext cx="38453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cxnSp>
        <p:nvCxnSpPr>
          <p:cNvPr id="24" name="Straight Arrow Connector 23"/>
          <p:cNvCxnSpPr/>
          <p:nvPr/>
        </p:nvCxnSpPr>
        <p:spPr>
          <a:xfrm>
            <a:off x="3944042" y="3682491"/>
            <a:ext cx="0" cy="695001"/>
          </a:xfrm>
          <a:prstGeom prst="straightConnector1">
            <a:avLst/>
          </a:prstGeom>
          <a:ln w="31750"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810926" y="3815981"/>
            <a:ext cx="2409" cy="549124"/>
          </a:xfrm>
          <a:prstGeom prst="straightConnector1">
            <a:avLst/>
          </a:prstGeom>
          <a:ln w="31750">
            <a:solidFill>
              <a:schemeClr val="accent5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207864" y="4024314"/>
            <a:ext cx="0" cy="363048"/>
          </a:xfrm>
          <a:prstGeom prst="straightConnector1">
            <a:avLst/>
          </a:prstGeom>
          <a:ln w="31750">
            <a:solidFill>
              <a:schemeClr val="accent6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313400" y="3368402"/>
            <a:ext cx="8770" cy="1018960"/>
          </a:xfrm>
          <a:prstGeom prst="straightConnector1">
            <a:avLst/>
          </a:prstGeom>
          <a:ln w="31750">
            <a:solidFill>
              <a:schemeClr val="accent3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099130" y="3376378"/>
            <a:ext cx="6259" cy="1002190"/>
          </a:xfrm>
          <a:prstGeom prst="straightConnector1">
            <a:avLst/>
          </a:prstGeom>
          <a:ln w="31750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rallelogram 30"/>
          <p:cNvSpPr/>
          <p:nvPr/>
        </p:nvSpPr>
        <p:spPr>
          <a:xfrm flipH="1">
            <a:off x="10134498" y="2609248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30"/>
          <p:cNvSpPr/>
          <p:nvPr/>
        </p:nvSpPr>
        <p:spPr>
          <a:xfrm>
            <a:off x="1612280" y="3268900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Rectangle 9"/>
          <p:cNvSpPr/>
          <p:nvPr/>
        </p:nvSpPr>
        <p:spPr>
          <a:xfrm>
            <a:off x="5842756" y="2307860"/>
            <a:ext cx="525265" cy="524412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Freeform 18"/>
          <p:cNvSpPr/>
          <p:nvPr/>
        </p:nvSpPr>
        <p:spPr>
          <a:xfrm>
            <a:off x="7974196" y="3402354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 Same Side Corner Rectangle 36"/>
          <p:cNvSpPr>
            <a:spLocks noChangeAspect="1"/>
          </p:cNvSpPr>
          <p:nvPr/>
        </p:nvSpPr>
        <p:spPr>
          <a:xfrm>
            <a:off x="3751382" y="3031245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3870" y="1140001"/>
            <a:ext cx="100642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Awesome </a:t>
            </a:r>
            <a:r>
              <a:rPr lang="en-GB" altLang="ko-KR" sz="6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</a:t>
            </a:r>
            <a:r>
              <a:rPr lang="en-US" altLang="ko-KR" sz="60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resentation</a:t>
            </a:r>
            <a:endParaRPr lang="en-US" altLang="ko-KR" sz="6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93146" y="5839496"/>
            <a:ext cx="380570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Brush Script Std" panose="03060802040607070404" pitchFamily="66" charset="0"/>
                <a:cs typeface="Arial" panose="020B0604020202020204" pitchFamily="34" charset="0"/>
              </a:rPr>
              <a:t>Infographic Style</a:t>
            </a:r>
            <a:endParaRPr lang="ko-KR" altLang="en-US" sz="4800" spc="-300" dirty="0">
              <a:solidFill>
                <a:schemeClr val="tx1">
                  <a:lumMod val="85000"/>
                  <a:lumOff val="15000"/>
                </a:schemeClr>
              </a:solidFill>
              <a:latin typeface="Brush Script Std" panose="03060802040607070404" pitchFamily="66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829" y="4820992"/>
            <a:ext cx="761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Easy to change colors, photos and Text.  You can simply impress your audience and add a unique zing and appeal to your Presentations. You can simply impress your audience and add a unique zing and appeal to your Presentations.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372347" y="4339023"/>
            <a:ext cx="598914" cy="5989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Rectangle 3"/>
          <p:cNvSpPr/>
          <p:nvPr/>
        </p:nvSpPr>
        <p:spPr>
          <a:xfrm>
            <a:off x="7372347" y="2804583"/>
            <a:ext cx="598914" cy="5989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Rectangle 4"/>
          <p:cNvSpPr/>
          <p:nvPr/>
        </p:nvSpPr>
        <p:spPr>
          <a:xfrm>
            <a:off x="4165578" y="5106244"/>
            <a:ext cx="598914" cy="5989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" name="Rectangle 5"/>
          <p:cNvSpPr/>
          <p:nvPr/>
        </p:nvSpPr>
        <p:spPr>
          <a:xfrm>
            <a:off x="4165578" y="3571803"/>
            <a:ext cx="598914" cy="598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7" name="Rectangle 6"/>
          <p:cNvSpPr/>
          <p:nvPr/>
        </p:nvSpPr>
        <p:spPr>
          <a:xfrm>
            <a:off x="4165578" y="2037363"/>
            <a:ext cx="598914" cy="5989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8" name="Group 7"/>
          <p:cNvGrpSpPr/>
          <p:nvPr/>
        </p:nvGrpSpPr>
        <p:grpSpPr>
          <a:xfrm>
            <a:off x="828634" y="1887074"/>
            <a:ext cx="3143416" cy="899495"/>
            <a:chOff x="1772309" y="4307149"/>
            <a:chExt cx="3116362" cy="899495"/>
          </a:xfrm>
        </p:grpSpPr>
        <p:sp>
          <p:nvSpPr>
            <p:cNvPr id="9" name="TextBox 8"/>
            <p:cNvSpPr txBox="1"/>
            <p:nvPr/>
          </p:nvSpPr>
          <p:spPr>
            <a:xfrm>
              <a:off x="1794209" y="4560313"/>
              <a:ext cx="30715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72309" y="4307149"/>
              <a:ext cx="3116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28634" y="4955955"/>
            <a:ext cx="3143416" cy="899495"/>
            <a:chOff x="1772309" y="4307149"/>
            <a:chExt cx="3116362" cy="899495"/>
          </a:xfrm>
        </p:grpSpPr>
        <p:sp>
          <p:nvSpPr>
            <p:cNvPr id="12" name="TextBox 11"/>
            <p:cNvSpPr txBox="1"/>
            <p:nvPr/>
          </p:nvSpPr>
          <p:spPr>
            <a:xfrm>
              <a:off x="1794209" y="4560313"/>
              <a:ext cx="30715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72309" y="4307149"/>
              <a:ext cx="3116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28634" y="3421514"/>
            <a:ext cx="3143416" cy="899495"/>
            <a:chOff x="1772309" y="4307149"/>
            <a:chExt cx="3116362" cy="899495"/>
          </a:xfrm>
        </p:grpSpPr>
        <p:sp>
          <p:nvSpPr>
            <p:cNvPr id="15" name="TextBox 14"/>
            <p:cNvSpPr txBox="1"/>
            <p:nvPr/>
          </p:nvSpPr>
          <p:spPr>
            <a:xfrm>
              <a:off x="1794209" y="4560313"/>
              <a:ext cx="30715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72309" y="4307149"/>
              <a:ext cx="3116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62759" y="2654294"/>
            <a:ext cx="3143416" cy="899495"/>
            <a:chOff x="1772309" y="4307149"/>
            <a:chExt cx="3116362" cy="899495"/>
          </a:xfrm>
        </p:grpSpPr>
        <p:sp>
          <p:nvSpPr>
            <p:cNvPr id="18" name="TextBox 17"/>
            <p:cNvSpPr txBox="1"/>
            <p:nvPr/>
          </p:nvSpPr>
          <p:spPr>
            <a:xfrm>
              <a:off x="1794209" y="4560313"/>
              <a:ext cx="30715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72309" y="4307149"/>
              <a:ext cx="3116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58195" y="4188734"/>
            <a:ext cx="3143416" cy="899495"/>
            <a:chOff x="1772309" y="4307149"/>
            <a:chExt cx="3116362" cy="899495"/>
          </a:xfrm>
        </p:grpSpPr>
        <p:sp>
          <p:nvSpPr>
            <p:cNvPr id="21" name="TextBox 20"/>
            <p:cNvSpPr txBox="1"/>
            <p:nvPr/>
          </p:nvSpPr>
          <p:spPr>
            <a:xfrm>
              <a:off x="1794209" y="4560313"/>
              <a:ext cx="30715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772309" y="4307149"/>
              <a:ext cx="3116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6" name="Rectangle 7"/>
          <p:cNvSpPr/>
          <p:nvPr/>
        </p:nvSpPr>
        <p:spPr>
          <a:xfrm>
            <a:off x="4304015" y="5232952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Rounded Rectangle 10"/>
          <p:cNvSpPr/>
          <p:nvPr/>
        </p:nvSpPr>
        <p:spPr>
          <a:xfrm>
            <a:off x="7559840" y="4487134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ounded Rectangle 5"/>
          <p:cNvSpPr/>
          <p:nvPr/>
        </p:nvSpPr>
        <p:spPr>
          <a:xfrm flipH="1">
            <a:off x="4256140" y="3720894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-1" fmla="*/ 1384251 w 3217557"/>
              <a:gd name="connsiteY0-2" fmla="*/ 661544 h 2702049"/>
              <a:gd name="connsiteX1-3" fmla="*/ 1574067 w 3217557"/>
              <a:gd name="connsiteY1-4" fmla="*/ 851360 h 2702049"/>
              <a:gd name="connsiteX2-5" fmla="*/ 1384251 w 3217557"/>
              <a:gd name="connsiteY2-6" fmla="*/ 1041176 h 2702049"/>
              <a:gd name="connsiteX3-7" fmla="*/ 1194435 w 3217557"/>
              <a:gd name="connsiteY3-8" fmla="*/ 851360 h 2702049"/>
              <a:gd name="connsiteX4-9" fmla="*/ 1384251 w 3217557"/>
              <a:gd name="connsiteY4-10" fmla="*/ 661544 h 2702049"/>
              <a:gd name="connsiteX5-11" fmla="*/ 1993421 w 3217557"/>
              <a:gd name="connsiteY5-12" fmla="*/ 661544 h 2702049"/>
              <a:gd name="connsiteX6-13" fmla="*/ 2183237 w 3217557"/>
              <a:gd name="connsiteY6-14" fmla="*/ 851360 h 2702049"/>
              <a:gd name="connsiteX7-15" fmla="*/ 1993421 w 3217557"/>
              <a:gd name="connsiteY7-16" fmla="*/ 1041176 h 2702049"/>
              <a:gd name="connsiteX8-17" fmla="*/ 1803605 w 3217557"/>
              <a:gd name="connsiteY8-18" fmla="*/ 851360 h 2702049"/>
              <a:gd name="connsiteX9-19" fmla="*/ 1993421 w 3217557"/>
              <a:gd name="connsiteY9-20" fmla="*/ 661544 h 2702049"/>
              <a:gd name="connsiteX10-21" fmla="*/ 2602591 w 3217557"/>
              <a:gd name="connsiteY10-22" fmla="*/ 661544 h 2702049"/>
              <a:gd name="connsiteX11-23" fmla="*/ 2792407 w 3217557"/>
              <a:gd name="connsiteY11-24" fmla="*/ 851360 h 2702049"/>
              <a:gd name="connsiteX12-25" fmla="*/ 2602591 w 3217557"/>
              <a:gd name="connsiteY12-26" fmla="*/ 1041176 h 2702049"/>
              <a:gd name="connsiteX13-27" fmla="*/ 2412775 w 3217557"/>
              <a:gd name="connsiteY13-28" fmla="*/ 851360 h 2702049"/>
              <a:gd name="connsiteX14-29" fmla="*/ 2602591 w 3217557"/>
              <a:gd name="connsiteY14-30" fmla="*/ 661544 h 2702049"/>
              <a:gd name="connsiteX15-31" fmla="*/ 677114 w 3217557"/>
              <a:gd name="connsiteY15-32" fmla="*/ 569491 h 2702049"/>
              <a:gd name="connsiteX16-33" fmla="*/ 330916 w 3217557"/>
              <a:gd name="connsiteY16-34" fmla="*/ 569491 h 2702049"/>
              <a:gd name="connsiteX17-35" fmla="*/ 0 w 3217557"/>
              <a:gd name="connsiteY17-36" fmla="*/ 900407 h 2702049"/>
              <a:gd name="connsiteX18-37" fmla="*/ 0 w 3217557"/>
              <a:gd name="connsiteY18-38" fmla="*/ 1952009 h 2702049"/>
              <a:gd name="connsiteX19-39" fmla="*/ 330916 w 3217557"/>
              <a:gd name="connsiteY19-40" fmla="*/ 2282925 h 2702049"/>
              <a:gd name="connsiteX20-41" fmla="*/ 711670 w 3217557"/>
              <a:gd name="connsiteY20-42" fmla="*/ 2282925 h 2702049"/>
              <a:gd name="connsiteX21-43" fmla="*/ 15770 w 3217557"/>
              <a:gd name="connsiteY21-44" fmla="*/ 2702049 h 2702049"/>
              <a:gd name="connsiteX22-45" fmla="*/ 1294529 w 3217557"/>
              <a:gd name="connsiteY22-46" fmla="*/ 2282925 h 2702049"/>
              <a:gd name="connsiteX23-47" fmla="*/ 2117356 w 3217557"/>
              <a:gd name="connsiteY23-48" fmla="*/ 2282925 h 2702049"/>
              <a:gd name="connsiteX24-49" fmla="*/ 2418395 w 3217557"/>
              <a:gd name="connsiteY24-50" fmla="*/ 2087951 h 2702049"/>
              <a:gd name="connsiteX25-51" fmla="*/ 1830857 w 3217557"/>
              <a:gd name="connsiteY25-52" fmla="*/ 1799347 h 2702049"/>
              <a:gd name="connsiteX26-53" fmla="*/ 1008030 w 3217557"/>
              <a:gd name="connsiteY26-54" fmla="*/ 1799347 h 2702049"/>
              <a:gd name="connsiteX27-55" fmla="*/ 677114 w 3217557"/>
              <a:gd name="connsiteY27-56" fmla="*/ 1468431 h 2702049"/>
              <a:gd name="connsiteX28-57" fmla="*/ 677114 w 3217557"/>
              <a:gd name="connsiteY28-58" fmla="*/ 569491 h 2702049"/>
              <a:gd name="connsiteX29-59" fmla="*/ 2886641 w 3217557"/>
              <a:gd name="connsiteY29-60" fmla="*/ 0 h 2702049"/>
              <a:gd name="connsiteX30-61" fmla="*/ 1100201 w 3217557"/>
              <a:gd name="connsiteY30-62" fmla="*/ 0 h 2702049"/>
              <a:gd name="connsiteX31-63" fmla="*/ 769285 w 3217557"/>
              <a:gd name="connsiteY31-64" fmla="*/ 330916 h 2702049"/>
              <a:gd name="connsiteX32-65" fmla="*/ 769285 w 3217557"/>
              <a:gd name="connsiteY32-66" fmla="*/ 1382518 h 2702049"/>
              <a:gd name="connsiteX33-67" fmla="*/ 1100201 w 3217557"/>
              <a:gd name="connsiteY33-68" fmla="*/ 1713434 h 2702049"/>
              <a:gd name="connsiteX34-69" fmla="*/ 1923028 w 3217557"/>
              <a:gd name="connsiteY34-70" fmla="*/ 1713434 h 2702049"/>
              <a:gd name="connsiteX35-71" fmla="*/ 3078958 w 3217557"/>
              <a:gd name="connsiteY35-72" fmla="*/ 2077967 h 2702049"/>
              <a:gd name="connsiteX36-73" fmla="*/ 2505887 w 3217557"/>
              <a:gd name="connsiteY36-74" fmla="*/ 1713434 h 2702049"/>
              <a:gd name="connsiteX37-75" fmla="*/ 2886641 w 3217557"/>
              <a:gd name="connsiteY37-76" fmla="*/ 1713434 h 2702049"/>
              <a:gd name="connsiteX38-77" fmla="*/ 3217557 w 3217557"/>
              <a:gd name="connsiteY38-78" fmla="*/ 1382518 h 2702049"/>
              <a:gd name="connsiteX39-79" fmla="*/ 3217557 w 3217557"/>
              <a:gd name="connsiteY39-80" fmla="*/ 330916 h 2702049"/>
              <a:gd name="connsiteX40-81" fmla="*/ 2886641 w 3217557"/>
              <a:gd name="connsiteY40-82" fmla="*/ 0 h 2702049"/>
              <a:gd name="connsiteX0-83" fmla="*/ 1384251 w 3217557"/>
              <a:gd name="connsiteY0-84" fmla="*/ 661544 h 2633810"/>
              <a:gd name="connsiteX1-85" fmla="*/ 1574067 w 3217557"/>
              <a:gd name="connsiteY1-86" fmla="*/ 851360 h 2633810"/>
              <a:gd name="connsiteX2-87" fmla="*/ 1384251 w 3217557"/>
              <a:gd name="connsiteY2-88" fmla="*/ 1041176 h 2633810"/>
              <a:gd name="connsiteX3-89" fmla="*/ 1194435 w 3217557"/>
              <a:gd name="connsiteY3-90" fmla="*/ 851360 h 2633810"/>
              <a:gd name="connsiteX4-91" fmla="*/ 1384251 w 3217557"/>
              <a:gd name="connsiteY4-92" fmla="*/ 661544 h 2633810"/>
              <a:gd name="connsiteX5-93" fmla="*/ 1993421 w 3217557"/>
              <a:gd name="connsiteY5-94" fmla="*/ 661544 h 2633810"/>
              <a:gd name="connsiteX6-95" fmla="*/ 2183237 w 3217557"/>
              <a:gd name="connsiteY6-96" fmla="*/ 851360 h 2633810"/>
              <a:gd name="connsiteX7-97" fmla="*/ 1993421 w 3217557"/>
              <a:gd name="connsiteY7-98" fmla="*/ 1041176 h 2633810"/>
              <a:gd name="connsiteX8-99" fmla="*/ 1803605 w 3217557"/>
              <a:gd name="connsiteY8-100" fmla="*/ 851360 h 2633810"/>
              <a:gd name="connsiteX9-101" fmla="*/ 1993421 w 3217557"/>
              <a:gd name="connsiteY9-102" fmla="*/ 661544 h 2633810"/>
              <a:gd name="connsiteX10-103" fmla="*/ 2602591 w 3217557"/>
              <a:gd name="connsiteY10-104" fmla="*/ 661544 h 2633810"/>
              <a:gd name="connsiteX11-105" fmla="*/ 2792407 w 3217557"/>
              <a:gd name="connsiteY11-106" fmla="*/ 851360 h 2633810"/>
              <a:gd name="connsiteX12-107" fmla="*/ 2602591 w 3217557"/>
              <a:gd name="connsiteY12-108" fmla="*/ 1041176 h 2633810"/>
              <a:gd name="connsiteX13-109" fmla="*/ 2412775 w 3217557"/>
              <a:gd name="connsiteY13-110" fmla="*/ 851360 h 2633810"/>
              <a:gd name="connsiteX14-111" fmla="*/ 2602591 w 3217557"/>
              <a:gd name="connsiteY14-112" fmla="*/ 661544 h 2633810"/>
              <a:gd name="connsiteX15-113" fmla="*/ 677114 w 3217557"/>
              <a:gd name="connsiteY15-114" fmla="*/ 569491 h 2633810"/>
              <a:gd name="connsiteX16-115" fmla="*/ 330916 w 3217557"/>
              <a:gd name="connsiteY16-116" fmla="*/ 569491 h 2633810"/>
              <a:gd name="connsiteX17-117" fmla="*/ 0 w 3217557"/>
              <a:gd name="connsiteY17-118" fmla="*/ 900407 h 2633810"/>
              <a:gd name="connsiteX18-119" fmla="*/ 0 w 3217557"/>
              <a:gd name="connsiteY18-120" fmla="*/ 1952009 h 2633810"/>
              <a:gd name="connsiteX19-121" fmla="*/ 330916 w 3217557"/>
              <a:gd name="connsiteY19-122" fmla="*/ 2282925 h 2633810"/>
              <a:gd name="connsiteX20-123" fmla="*/ 711670 w 3217557"/>
              <a:gd name="connsiteY20-124" fmla="*/ 2282925 h 2633810"/>
              <a:gd name="connsiteX21-125" fmla="*/ 165895 w 3217557"/>
              <a:gd name="connsiteY21-126" fmla="*/ 2633810 h 2633810"/>
              <a:gd name="connsiteX22-127" fmla="*/ 1294529 w 3217557"/>
              <a:gd name="connsiteY22-128" fmla="*/ 2282925 h 2633810"/>
              <a:gd name="connsiteX23-129" fmla="*/ 2117356 w 3217557"/>
              <a:gd name="connsiteY23-130" fmla="*/ 2282925 h 2633810"/>
              <a:gd name="connsiteX24-131" fmla="*/ 2418395 w 3217557"/>
              <a:gd name="connsiteY24-132" fmla="*/ 2087951 h 2633810"/>
              <a:gd name="connsiteX25-133" fmla="*/ 1830857 w 3217557"/>
              <a:gd name="connsiteY25-134" fmla="*/ 1799347 h 2633810"/>
              <a:gd name="connsiteX26-135" fmla="*/ 1008030 w 3217557"/>
              <a:gd name="connsiteY26-136" fmla="*/ 1799347 h 2633810"/>
              <a:gd name="connsiteX27-137" fmla="*/ 677114 w 3217557"/>
              <a:gd name="connsiteY27-138" fmla="*/ 1468431 h 2633810"/>
              <a:gd name="connsiteX28-139" fmla="*/ 677114 w 3217557"/>
              <a:gd name="connsiteY28-140" fmla="*/ 569491 h 2633810"/>
              <a:gd name="connsiteX29-141" fmla="*/ 2886641 w 3217557"/>
              <a:gd name="connsiteY29-142" fmla="*/ 0 h 2633810"/>
              <a:gd name="connsiteX30-143" fmla="*/ 1100201 w 3217557"/>
              <a:gd name="connsiteY30-144" fmla="*/ 0 h 2633810"/>
              <a:gd name="connsiteX31-145" fmla="*/ 769285 w 3217557"/>
              <a:gd name="connsiteY31-146" fmla="*/ 330916 h 2633810"/>
              <a:gd name="connsiteX32-147" fmla="*/ 769285 w 3217557"/>
              <a:gd name="connsiteY32-148" fmla="*/ 1382518 h 2633810"/>
              <a:gd name="connsiteX33-149" fmla="*/ 1100201 w 3217557"/>
              <a:gd name="connsiteY33-150" fmla="*/ 1713434 h 2633810"/>
              <a:gd name="connsiteX34-151" fmla="*/ 1923028 w 3217557"/>
              <a:gd name="connsiteY34-152" fmla="*/ 1713434 h 2633810"/>
              <a:gd name="connsiteX35-153" fmla="*/ 3078958 w 3217557"/>
              <a:gd name="connsiteY35-154" fmla="*/ 2077967 h 2633810"/>
              <a:gd name="connsiteX36-155" fmla="*/ 2505887 w 3217557"/>
              <a:gd name="connsiteY36-156" fmla="*/ 1713434 h 2633810"/>
              <a:gd name="connsiteX37-157" fmla="*/ 2886641 w 3217557"/>
              <a:gd name="connsiteY37-158" fmla="*/ 1713434 h 2633810"/>
              <a:gd name="connsiteX38-159" fmla="*/ 3217557 w 3217557"/>
              <a:gd name="connsiteY38-160" fmla="*/ 1382518 h 2633810"/>
              <a:gd name="connsiteX39-161" fmla="*/ 3217557 w 3217557"/>
              <a:gd name="connsiteY39-162" fmla="*/ 330916 h 2633810"/>
              <a:gd name="connsiteX40-163" fmla="*/ 2886641 w 3217557"/>
              <a:gd name="connsiteY40-164" fmla="*/ 0 h 2633810"/>
              <a:gd name="connsiteX0-165" fmla="*/ 1384251 w 3217557"/>
              <a:gd name="connsiteY0-166" fmla="*/ 661544 h 2633810"/>
              <a:gd name="connsiteX1-167" fmla="*/ 1574067 w 3217557"/>
              <a:gd name="connsiteY1-168" fmla="*/ 851360 h 2633810"/>
              <a:gd name="connsiteX2-169" fmla="*/ 1384251 w 3217557"/>
              <a:gd name="connsiteY2-170" fmla="*/ 1041176 h 2633810"/>
              <a:gd name="connsiteX3-171" fmla="*/ 1194435 w 3217557"/>
              <a:gd name="connsiteY3-172" fmla="*/ 851360 h 2633810"/>
              <a:gd name="connsiteX4-173" fmla="*/ 1384251 w 3217557"/>
              <a:gd name="connsiteY4-174" fmla="*/ 661544 h 2633810"/>
              <a:gd name="connsiteX5-175" fmla="*/ 1993421 w 3217557"/>
              <a:gd name="connsiteY5-176" fmla="*/ 661544 h 2633810"/>
              <a:gd name="connsiteX6-177" fmla="*/ 2183237 w 3217557"/>
              <a:gd name="connsiteY6-178" fmla="*/ 851360 h 2633810"/>
              <a:gd name="connsiteX7-179" fmla="*/ 1993421 w 3217557"/>
              <a:gd name="connsiteY7-180" fmla="*/ 1041176 h 2633810"/>
              <a:gd name="connsiteX8-181" fmla="*/ 1803605 w 3217557"/>
              <a:gd name="connsiteY8-182" fmla="*/ 851360 h 2633810"/>
              <a:gd name="connsiteX9-183" fmla="*/ 1993421 w 3217557"/>
              <a:gd name="connsiteY9-184" fmla="*/ 661544 h 2633810"/>
              <a:gd name="connsiteX10-185" fmla="*/ 2602591 w 3217557"/>
              <a:gd name="connsiteY10-186" fmla="*/ 661544 h 2633810"/>
              <a:gd name="connsiteX11-187" fmla="*/ 2792407 w 3217557"/>
              <a:gd name="connsiteY11-188" fmla="*/ 851360 h 2633810"/>
              <a:gd name="connsiteX12-189" fmla="*/ 2602591 w 3217557"/>
              <a:gd name="connsiteY12-190" fmla="*/ 1041176 h 2633810"/>
              <a:gd name="connsiteX13-191" fmla="*/ 2412775 w 3217557"/>
              <a:gd name="connsiteY13-192" fmla="*/ 851360 h 2633810"/>
              <a:gd name="connsiteX14-193" fmla="*/ 2602591 w 3217557"/>
              <a:gd name="connsiteY14-194" fmla="*/ 661544 h 2633810"/>
              <a:gd name="connsiteX15-195" fmla="*/ 677114 w 3217557"/>
              <a:gd name="connsiteY15-196" fmla="*/ 569491 h 2633810"/>
              <a:gd name="connsiteX16-197" fmla="*/ 330916 w 3217557"/>
              <a:gd name="connsiteY16-198" fmla="*/ 569491 h 2633810"/>
              <a:gd name="connsiteX17-199" fmla="*/ 0 w 3217557"/>
              <a:gd name="connsiteY17-200" fmla="*/ 900407 h 2633810"/>
              <a:gd name="connsiteX18-201" fmla="*/ 0 w 3217557"/>
              <a:gd name="connsiteY18-202" fmla="*/ 1952009 h 2633810"/>
              <a:gd name="connsiteX19-203" fmla="*/ 330916 w 3217557"/>
              <a:gd name="connsiteY19-204" fmla="*/ 2282925 h 2633810"/>
              <a:gd name="connsiteX20-205" fmla="*/ 711670 w 3217557"/>
              <a:gd name="connsiteY20-206" fmla="*/ 2282925 h 2633810"/>
              <a:gd name="connsiteX21-207" fmla="*/ 165895 w 3217557"/>
              <a:gd name="connsiteY21-208" fmla="*/ 2633810 h 2633810"/>
              <a:gd name="connsiteX22-209" fmla="*/ 1294529 w 3217557"/>
              <a:gd name="connsiteY22-210" fmla="*/ 2282925 h 2633810"/>
              <a:gd name="connsiteX23-211" fmla="*/ 2117356 w 3217557"/>
              <a:gd name="connsiteY23-212" fmla="*/ 2282925 h 2633810"/>
              <a:gd name="connsiteX24-213" fmla="*/ 2418395 w 3217557"/>
              <a:gd name="connsiteY24-214" fmla="*/ 2087951 h 2633810"/>
              <a:gd name="connsiteX25-215" fmla="*/ 1830857 w 3217557"/>
              <a:gd name="connsiteY25-216" fmla="*/ 1799347 h 2633810"/>
              <a:gd name="connsiteX26-217" fmla="*/ 1008030 w 3217557"/>
              <a:gd name="connsiteY26-218" fmla="*/ 1799347 h 2633810"/>
              <a:gd name="connsiteX27-219" fmla="*/ 677114 w 3217557"/>
              <a:gd name="connsiteY27-220" fmla="*/ 1468431 h 2633810"/>
              <a:gd name="connsiteX28-221" fmla="*/ 677114 w 3217557"/>
              <a:gd name="connsiteY28-222" fmla="*/ 569491 h 2633810"/>
              <a:gd name="connsiteX29-223" fmla="*/ 2886641 w 3217557"/>
              <a:gd name="connsiteY29-224" fmla="*/ 0 h 2633810"/>
              <a:gd name="connsiteX30-225" fmla="*/ 1100201 w 3217557"/>
              <a:gd name="connsiteY30-226" fmla="*/ 0 h 2633810"/>
              <a:gd name="connsiteX31-227" fmla="*/ 769285 w 3217557"/>
              <a:gd name="connsiteY31-228" fmla="*/ 330916 h 2633810"/>
              <a:gd name="connsiteX32-229" fmla="*/ 769285 w 3217557"/>
              <a:gd name="connsiteY32-230" fmla="*/ 1382518 h 2633810"/>
              <a:gd name="connsiteX33-231" fmla="*/ 1100201 w 3217557"/>
              <a:gd name="connsiteY33-232" fmla="*/ 1713434 h 2633810"/>
              <a:gd name="connsiteX34-233" fmla="*/ 1923028 w 3217557"/>
              <a:gd name="connsiteY34-234" fmla="*/ 1713434 h 2633810"/>
              <a:gd name="connsiteX35-235" fmla="*/ 3078958 w 3217557"/>
              <a:gd name="connsiteY35-236" fmla="*/ 2077967 h 2633810"/>
              <a:gd name="connsiteX36-237" fmla="*/ 2505887 w 3217557"/>
              <a:gd name="connsiteY36-238" fmla="*/ 1713434 h 2633810"/>
              <a:gd name="connsiteX37-239" fmla="*/ 2886641 w 3217557"/>
              <a:gd name="connsiteY37-240" fmla="*/ 1713434 h 2633810"/>
              <a:gd name="connsiteX38-241" fmla="*/ 3217557 w 3217557"/>
              <a:gd name="connsiteY38-242" fmla="*/ 1382518 h 2633810"/>
              <a:gd name="connsiteX39-243" fmla="*/ 3217557 w 3217557"/>
              <a:gd name="connsiteY39-244" fmla="*/ 330916 h 2633810"/>
              <a:gd name="connsiteX40-245" fmla="*/ 2886641 w 3217557"/>
              <a:gd name="connsiteY40-246" fmla="*/ 0 h 2633810"/>
              <a:gd name="connsiteX0-247" fmla="*/ 1384251 w 3217557"/>
              <a:gd name="connsiteY0-248" fmla="*/ 661544 h 2633810"/>
              <a:gd name="connsiteX1-249" fmla="*/ 1574067 w 3217557"/>
              <a:gd name="connsiteY1-250" fmla="*/ 851360 h 2633810"/>
              <a:gd name="connsiteX2-251" fmla="*/ 1384251 w 3217557"/>
              <a:gd name="connsiteY2-252" fmla="*/ 1041176 h 2633810"/>
              <a:gd name="connsiteX3-253" fmla="*/ 1194435 w 3217557"/>
              <a:gd name="connsiteY3-254" fmla="*/ 851360 h 2633810"/>
              <a:gd name="connsiteX4-255" fmla="*/ 1384251 w 3217557"/>
              <a:gd name="connsiteY4-256" fmla="*/ 661544 h 2633810"/>
              <a:gd name="connsiteX5-257" fmla="*/ 1993421 w 3217557"/>
              <a:gd name="connsiteY5-258" fmla="*/ 661544 h 2633810"/>
              <a:gd name="connsiteX6-259" fmla="*/ 2183237 w 3217557"/>
              <a:gd name="connsiteY6-260" fmla="*/ 851360 h 2633810"/>
              <a:gd name="connsiteX7-261" fmla="*/ 1993421 w 3217557"/>
              <a:gd name="connsiteY7-262" fmla="*/ 1041176 h 2633810"/>
              <a:gd name="connsiteX8-263" fmla="*/ 1803605 w 3217557"/>
              <a:gd name="connsiteY8-264" fmla="*/ 851360 h 2633810"/>
              <a:gd name="connsiteX9-265" fmla="*/ 1993421 w 3217557"/>
              <a:gd name="connsiteY9-266" fmla="*/ 661544 h 2633810"/>
              <a:gd name="connsiteX10-267" fmla="*/ 2602591 w 3217557"/>
              <a:gd name="connsiteY10-268" fmla="*/ 661544 h 2633810"/>
              <a:gd name="connsiteX11-269" fmla="*/ 2792407 w 3217557"/>
              <a:gd name="connsiteY11-270" fmla="*/ 851360 h 2633810"/>
              <a:gd name="connsiteX12-271" fmla="*/ 2602591 w 3217557"/>
              <a:gd name="connsiteY12-272" fmla="*/ 1041176 h 2633810"/>
              <a:gd name="connsiteX13-273" fmla="*/ 2412775 w 3217557"/>
              <a:gd name="connsiteY13-274" fmla="*/ 851360 h 2633810"/>
              <a:gd name="connsiteX14-275" fmla="*/ 2602591 w 3217557"/>
              <a:gd name="connsiteY14-276" fmla="*/ 661544 h 2633810"/>
              <a:gd name="connsiteX15-277" fmla="*/ 677114 w 3217557"/>
              <a:gd name="connsiteY15-278" fmla="*/ 569491 h 2633810"/>
              <a:gd name="connsiteX16-279" fmla="*/ 330916 w 3217557"/>
              <a:gd name="connsiteY16-280" fmla="*/ 569491 h 2633810"/>
              <a:gd name="connsiteX17-281" fmla="*/ 0 w 3217557"/>
              <a:gd name="connsiteY17-282" fmla="*/ 900407 h 2633810"/>
              <a:gd name="connsiteX18-283" fmla="*/ 0 w 3217557"/>
              <a:gd name="connsiteY18-284" fmla="*/ 1952009 h 2633810"/>
              <a:gd name="connsiteX19-285" fmla="*/ 330916 w 3217557"/>
              <a:gd name="connsiteY19-286" fmla="*/ 2282925 h 2633810"/>
              <a:gd name="connsiteX20-287" fmla="*/ 711670 w 3217557"/>
              <a:gd name="connsiteY20-288" fmla="*/ 2282925 h 2633810"/>
              <a:gd name="connsiteX21-289" fmla="*/ 165895 w 3217557"/>
              <a:gd name="connsiteY21-290" fmla="*/ 2633810 h 2633810"/>
              <a:gd name="connsiteX22-291" fmla="*/ 1294529 w 3217557"/>
              <a:gd name="connsiteY22-292" fmla="*/ 2282925 h 2633810"/>
              <a:gd name="connsiteX23-293" fmla="*/ 2117356 w 3217557"/>
              <a:gd name="connsiteY23-294" fmla="*/ 2282925 h 2633810"/>
              <a:gd name="connsiteX24-295" fmla="*/ 2418395 w 3217557"/>
              <a:gd name="connsiteY24-296" fmla="*/ 2087951 h 2633810"/>
              <a:gd name="connsiteX25-297" fmla="*/ 1830857 w 3217557"/>
              <a:gd name="connsiteY25-298" fmla="*/ 1799347 h 2633810"/>
              <a:gd name="connsiteX26-299" fmla="*/ 1008030 w 3217557"/>
              <a:gd name="connsiteY26-300" fmla="*/ 1799347 h 2633810"/>
              <a:gd name="connsiteX27-301" fmla="*/ 677114 w 3217557"/>
              <a:gd name="connsiteY27-302" fmla="*/ 1468431 h 2633810"/>
              <a:gd name="connsiteX28-303" fmla="*/ 677114 w 3217557"/>
              <a:gd name="connsiteY28-304" fmla="*/ 569491 h 2633810"/>
              <a:gd name="connsiteX29-305" fmla="*/ 2886641 w 3217557"/>
              <a:gd name="connsiteY29-306" fmla="*/ 0 h 2633810"/>
              <a:gd name="connsiteX30-307" fmla="*/ 1100201 w 3217557"/>
              <a:gd name="connsiteY30-308" fmla="*/ 0 h 2633810"/>
              <a:gd name="connsiteX31-309" fmla="*/ 769285 w 3217557"/>
              <a:gd name="connsiteY31-310" fmla="*/ 330916 h 2633810"/>
              <a:gd name="connsiteX32-311" fmla="*/ 769285 w 3217557"/>
              <a:gd name="connsiteY32-312" fmla="*/ 1382518 h 2633810"/>
              <a:gd name="connsiteX33-313" fmla="*/ 1100201 w 3217557"/>
              <a:gd name="connsiteY33-314" fmla="*/ 1713434 h 2633810"/>
              <a:gd name="connsiteX34-315" fmla="*/ 1923028 w 3217557"/>
              <a:gd name="connsiteY34-316" fmla="*/ 1713434 h 2633810"/>
              <a:gd name="connsiteX35-317" fmla="*/ 3078958 w 3217557"/>
              <a:gd name="connsiteY35-318" fmla="*/ 2077967 h 2633810"/>
              <a:gd name="connsiteX36-319" fmla="*/ 2505887 w 3217557"/>
              <a:gd name="connsiteY36-320" fmla="*/ 1713434 h 2633810"/>
              <a:gd name="connsiteX37-321" fmla="*/ 2886641 w 3217557"/>
              <a:gd name="connsiteY37-322" fmla="*/ 1713434 h 2633810"/>
              <a:gd name="connsiteX38-323" fmla="*/ 3217557 w 3217557"/>
              <a:gd name="connsiteY38-324" fmla="*/ 1382518 h 2633810"/>
              <a:gd name="connsiteX39-325" fmla="*/ 3217557 w 3217557"/>
              <a:gd name="connsiteY39-326" fmla="*/ 330916 h 2633810"/>
              <a:gd name="connsiteX40-327" fmla="*/ 2886641 w 3217557"/>
              <a:gd name="connsiteY40-328" fmla="*/ 0 h 2633810"/>
              <a:gd name="connsiteX0-329" fmla="*/ 1384251 w 3217557"/>
              <a:gd name="connsiteY0-330" fmla="*/ 661544 h 2654282"/>
              <a:gd name="connsiteX1-331" fmla="*/ 1574067 w 3217557"/>
              <a:gd name="connsiteY1-332" fmla="*/ 851360 h 2654282"/>
              <a:gd name="connsiteX2-333" fmla="*/ 1384251 w 3217557"/>
              <a:gd name="connsiteY2-334" fmla="*/ 1041176 h 2654282"/>
              <a:gd name="connsiteX3-335" fmla="*/ 1194435 w 3217557"/>
              <a:gd name="connsiteY3-336" fmla="*/ 851360 h 2654282"/>
              <a:gd name="connsiteX4-337" fmla="*/ 1384251 w 3217557"/>
              <a:gd name="connsiteY4-338" fmla="*/ 661544 h 2654282"/>
              <a:gd name="connsiteX5-339" fmla="*/ 1993421 w 3217557"/>
              <a:gd name="connsiteY5-340" fmla="*/ 661544 h 2654282"/>
              <a:gd name="connsiteX6-341" fmla="*/ 2183237 w 3217557"/>
              <a:gd name="connsiteY6-342" fmla="*/ 851360 h 2654282"/>
              <a:gd name="connsiteX7-343" fmla="*/ 1993421 w 3217557"/>
              <a:gd name="connsiteY7-344" fmla="*/ 1041176 h 2654282"/>
              <a:gd name="connsiteX8-345" fmla="*/ 1803605 w 3217557"/>
              <a:gd name="connsiteY8-346" fmla="*/ 851360 h 2654282"/>
              <a:gd name="connsiteX9-347" fmla="*/ 1993421 w 3217557"/>
              <a:gd name="connsiteY9-348" fmla="*/ 661544 h 2654282"/>
              <a:gd name="connsiteX10-349" fmla="*/ 2602591 w 3217557"/>
              <a:gd name="connsiteY10-350" fmla="*/ 661544 h 2654282"/>
              <a:gd name="connsiteX11-351" fmla="*/ 2792407 w 3217557"/>
              <a:gd name="connsiteY11-352" fmla="*/ 851360 h 2654282"/>
              <a:gd name="connsiteX12-353" fmla="*/ 2602591 w 3217557"/>
              <a:gd name="connsiteY12-354" fmla="*/ 1041176 h 2654282"/>
              <a:gd name="connsiteX13-355" fmla="*/ 2412775 w 3217557"/>
              <a:gd name="connsiteY13-356" fmla="*/ 851360 h 2654282"/>
              <a:gd name="connsiteX14-357" fmla="*/ 2602591 w 3217557"/>
              <a:gd name="connsiteY14-358" fmla="*/ 661544 h 2654282"/>
              <a:gd name="connsiteX15-359" fmla="*/ 677114 w 3217557"/>
              <a:gd name="connsiteY15-360" fmla="*/ 569491 h 2654282"/>
              <a:gd name="connsiteX16-361" fmla="*/ 330916 w 3217557"/>
              <a:gd name="connsiteY16-362" fmla="*/ 569491 h 2654282"/>
              <a:gd name="connsiteX17-363" fmla="*/ 0 w 3217557"/>
              <a:gd name="connsiteY17-364" fmla="*/ 900407 h 2654282"/>
              <a:gd name="connsiteX18-365" fmla="*/ 0 w 3217557"/>
              <a:gd name="connsiteY18-366" fmla="*/ 1952009 h 2654282"/>
              <a:gd name="connsiteX19-367" fmla="*/ 330916 w 3217557"/>
              <a:gd name="connsiteY19-368" fmla="*/ 2282925 h 2654282"/>
              <a:gd name="connsiteX20-369" fmla="*/ 711670 w 3217557"/>
              <a:gd name="connsiteY20-370" fmla="*/ 2282925 h 2654282"/>
              <a:gd name="connsiteX21-371" fmla="*/ 275077 w 3217557"/>
              <a:gd name="connsiteY21-372" fmla="*/ 2654282 h 2654282"/>
              <a:gd name="connsiteX22-373" fmla="*/ 1294529 w 3217557"/>
              <a:gd name="connsiteY22-374" fmla="*/ 2282925 h 2654282"/>
              <a:gd name="connsiteX23-375" fmla="*/ 2117356 w 3217557"/>
              <a:gd name="connsiteY23-376" fmla="*/ 2282925 h 2654282"/>
              <a:gd name="connsiteX24-377" fmla="*/ 2418395 w 3217557"/>
              <a:gd name="connsiteY24-378" fmla="*/ 2087951 h 2654282"/>
              <a:gd name="connsiteX25-379" fmla="*/ 1830857 w 3217557"/>
              <a:gd name="connsiteY25-380" fmla="*/ 1799347 h 2654282"/>
              <a:gd name="connsiteX26-381" fmla="*/ 1008030 w 3217557"/>
              <a:gd name="connsiteY26-382" fmla="*/ 1799347 h 2654282"/>
              <a:gd name="connsiteX27-383" fmla="*/ 677114 w 3217557"/>
              <a:gd name="connsiteY27-384" fmla="*/ 1468431 h 2654282"/>
              <a:gd name="connsiteX28-385" fmla="*/ 677114 w 3217557"/>
              <a:gd name="connsiteY28-386" fmla="*/ 569491 h 2654282"/>
              <a:gd name="connsiteX29-387" fmla="*/ 2886641 w 3217557"/>
              <a:gd name="connsiteY29-388" fmla="*/ 0 h 2654282"/>
              <a:gd name="connsiteX30-389" fmla="*/ 1100201 w 3217557"/>
              <a:gd name="connsiteY30-390" fmla="*/ 0 h 2654282"/>
              <a:gd name="connsiteX31-391" fmla="*/ 769285 w 3217557"/>
              <a:gd name="connsiteY31-392" fmla="*/ 330916 h 2654282"/>
              <a:gd name="connsiteX32-393" fmla="*/ 769285 w 3217557"/>
              <a:gd name="connsiteY32-394" fmla="*/ 1382518 h 2654282"/>
              <a:gd name="connsiteX33-395" fmla="*/ 1100201 w 3217557"/>
              <a:gd name="connsiteY33-396" fmla="*/ 1713434 h 2654282"/>
              <a:gd name="connsiteX34-397" fmla="*/ 1923028 w 3217557"/>
              <a:gd name="connsiteY34-398" fmla="*/ 1713434 h 2654282"/>
              <a:gd name="connsiteX35-399" fmla="*/ 3078958 w 3217557"/>
              <a:gd name="connsiteY35-400" fmla="*/ 2077967 h 2654282"/>
              <a:gd name="connsiteX36-401" fmla="*/ 2505887 w 3217557"/>
              <a:gd name="connsiteY36-402" fmla="*/ 1713434 h 2654282"/>
              <a:gd name="connsiteX37-403" fmla="*/ 2886641 w 3217557"/>
              <a:gd name="connsiteY37-404" fmla="*/ 1713434 h 2654282"/>
              <a:gd name="connsiteX38-405" fmla="*/ 3217557 w 3217557"/>
              <a:gd name="connsiteY38-406" fmla="*/ 1382518 h 2654282"/>
              <a:gd name="connsiteX39-407" fmla="*/ 3217557 w 3217557"/>
              <a:gd name="connsiteY39-408" fmla="*/ 330916 h 2654282"/>
              <a:gd name="connsiteX40-409" fmla="*/ 2886641 w 3217557"/>
              <a:gd name="connsiteY40-410" fmla="*/ 0 h 2654282"/>
              <a:gd name="connsiteX0-411" fmla="*/ 1384251 w 3217557"/>
              <a:gd name="connsiteY0-412" fmla="*/ 661544 h 2654282"/>
              <a:gd name="connsiteX1-413" fmla="*/ 1574067 w 3217557"/>
              <a:gd name="connsiteY1-414" fmla="*/ 851360 h 2654282"/>
              <a:gd name="connsiteX2-415" fmla="*/ 1384251 w 3217557"/>
              <a:gd name="connsiteY2-416" fmla="*/ 1041176 h 2654282"/>
              <a:gd name="connsiteX3-417" fmla="*/ 1194435 w 3217557"/>
              <a:gd name="connsiteY3-418" fmla="*/ 851360 h 2654282"/>
              <a:gd name="connsiteX4-419" fmla="*/ 1384251 w 3217557"/>
              <a:gd name="connsiteY4-420" fmla="*/ 661544 h 2654282"/>
              <a:gd name="connsiteX5-421" fmla="*/ 1993421 w 3217557"/>
              <a:gd name="connsiteY5-422" fmla="*/ 661544 h 2654282"/>
              <a:gd name="connsiteX6-423" fmla="*/ 2183237 w 3217557"/>
              <a:gd name="connsiteY6-424" fmla="*/ 851360 h 2654282"/>
              <a:gd name="connsiteX7-425" fmla="*/ 1993421 w 3217557"/>
              <a:gd name="connsiteY7-426" fmla="*/ 1041176 h 2654282"/>
              <a:gd name="connsiteX8-427" fmla="*/ 1803605 w 3217557"/>
              <a:gd name="connsiteY8-428" fmla="*/ 851360 h 2654282"/>
              <a:gd name="connsiteX9-429" fmla="*/ 1993421 w 3217557"/>
              <a:gd name="connsiteY9-430" fmla="*/ 661544 h 2654282"/>
              <a:gd name="connsiteX10-431" fmla="*/ 2602591 w 3217557"/>
              <a:gd name="connsiteY10-432" fmla="*/ 661544 h 2654282"/>
              <a:gd name="connsiteX11-433" fmla="*/ 2792407 w 3217557"/>
              <a:gd name="connsiteY11-434" fmla="*/ 851360 h 2654282"/>
              <a:gd name="connsiteX12-435" fmla="*/ 2602591 w 3217557"/>
              <a:gd name="connsiteY12-436" fmla="*/ 1041176 h 2654282"/>
              <a:gd name="connsiteX13-437" fmla="*/ 2412775 w 3217557"/>
              <a:gd name="connsiteY13-438" fmla="*/ 851360 h 2654282"/>
              <a:gd name="connsiteX14-439" fmla="*/ 2602591 w 3217557"/>
              <a:gd name="connsiteY14-440" fmla="*/ 661544 h 2654282"/>
              <a:gd name="connsiteX15-441" fmla="*/ 677114 w 3217557"/>
              <a:gd name="connsiteY15-442" fmla="*/ 569491 h 2654282"/>
              <a:gd name="connsiteX16-443" fmla="*/ 330916 w 3217557"/>
              <a:gd name="connsiteY16-444" fmla="*/ 569491 h 2654282"/>
              <a:gd name="connsiteX17-445" fmla="*/ 0 w 3217557"/>
              <a:gd name="connsiteY17-446" fmla="*/ 900407 h 2654282"/>
              <a:gd name="connsiteX18-447" fmla="*/ 0 w 3217557"/>
              <a:gd name="connsiteY18-448" fmla="*/ 1952009 h 2654282"/>
              <a:gd name="connsiteX19-449" fmla="*/ 330916 w 3217557"/>
              <a:gd name="connsiteY19-450" fmla="*/ 2282925 h 2654282"/>
              <a:gd name="connsiteX20-451" fmla="*/ 711670 w 3217557"/>
              <a:gd name="connsiteY20-452" fmla="*/ 2282925 h 2654282"/>
              <a:gd name="connsiteX21-453" fmla="*/ 275077 w 3217557"/>
              <a:gd name="connsiteY21-454" fmla="*/ 2654282 h 2654282"/>
              <a:gd name="connsiteX22-455" fmla="*/ 1294529 w 3217557"/>
              <a:gd name="connsiteY22-456" fmla="*/ 2282925 h 2654282"/>
              <a:gd name="connsiteX23-457" fmla="*/ 2117356 w 3217557"/>
              <a:gd name="connsiteY23-458" fmla="*/ 2282925 h 2654282"/>
              <a:gd name="connsiteX24-459" fmla="*/ 2418395 w 3217557"/>
              <a:gd name="connsiteY24-460" fmla="*/ 2087951 h 2654282"/>
              <a:gd name="connsiteX25-461" fmla="*/ 1830857 w 3217557"/>
              <a:gd name="connsiteY25-462" fmla="*/ 1799347 h 2654282"/>
              <a:gd name="connsiteX26-463" fmla="*/ 1008030 w 3217557"/>
              <a:gd name="connsiteY26-464" fmla="*/ 1799347 h 2654282"/>
              <a:gd name="connsiteX27-465" fmla="*/ 677114 w 3217557"/>
              <a:gd name="connsiteY27-466" fmla="*/ 1468431 h 2654282"/>
              <a:gd name="connsiteX28-467" fmla="*/ 677114 w 3217557"/>
              <a:gd name="connsiteY28-468" fmla="*/ 569491 h 2654282"/>
              <a:gd name="connsiteX29-469" fmla="*/ 2886641 w 3217557"/>
              <a:gd name="connsiteY29-470" fmla="*/ 0 h 2654282"/>
              <a:gd name="connsiteX30-471" fmla="*/ 1100201 w 3217557"/>
              <a:gd name="connsiteY30-472" fmla="*/ 0 h 2654282"/>
              <a:gd name="connsiteX31-473" fmla="*/ 769285 w 3217557"/>
              <a:gd name="connsiteY31-474" fmla="*/ 330916 h 2654282"/>
              <a:gd name="connsiteX32-475" fmla="*/ 769285 w 3217557"/>
              <a:gd name="connsiteY32-476" fmla="*/ 1382518 h 2654282"/>
              <a:gd name="connsiteX33-477" fmla="*/ 1100201 w 3217557"/>
              <a:gd name="connsiteY33-478" fmla="*/ 1713434 h 2654282"/>
              <a:gd name="connsiteX34-479" fmla="*/ 1923028 w 3217557"/>
              <a:gd name="connsiteY34-480" fmla="*/ 1713434 h 2654282"/>
              <a:gd name="connsiteX35-481" fmla="*/ 3078958 w 3217557"/>
              <a:gd name="connsiteY35-482" fmla="*/ 2077967 h 2654282"/>
              <a:gd name="connsiteX36-483" fmla="*/ 2505887 w 3217557"/>
              <a:gd name="connsiteY36-484" fmla="*/ 1713434 h 2654282"/>
              <a:gd name="connsiteX37-485" fmla="*/ 2886641 w 3217557"/>
              <a:gd name="connsiteY37-486" fmla="*/ 1713434 h 2654282"/>
              <a:gd name="connsiteX38-487" fmla="*/ 3217557 w 3217557"/>
              <a:gd name="connsiteY38-488" fmla="*/ 1382518 h 2654282"/>
              <a:gd name="connsiteX39-489" fmla="*/ 3217557 w 3217557"/>
              <a:gd name="connsiteY39-490" fmla="*/ 330916 h 2654282"/>
              <a:gd name="connsiteX40-491" fmla="*/ 2886641 w 3217557"/>
              <a:gd name="connsiteY40-492" fmla="*/ 0 h 2654282"/>
              <a:gd name="connsiteX0-493" fmla="*/ 1384251 w 3217557"/>
              <a:gd name="connsiteY0-494" fmla="*/ 661544 h 2654282"/>
              <a:gd name="connsiteX1-495" fmla="*/ 1574067 w 3217557"/>
              <a:gd name="connsiteY1-496" fmla="*/ 851360 h 2654282"/>
              <a:gd name="connsiteX2-497" fmla="*/ 1384251 w 3217557"/>
              <a:gd name="connsiteY2-498" fmla="*/ 1041176 h 2654282"/>
              <a:gd name="connsiteX3-499" fmla="*/ 1194435 w 3217557"/>
              <a:gd name="connsiteY3-500" fmla="*/ 851360 h 2654282"/>
              <a:gd name="connsiteX4-501" fmla="*/ 1384251 w 3217557"/>
              <a:gd name="connsiteY4-502" fmla="*/ 661544 h 2654282"/>
              <a:gd name="connsiteX5-503" fmla="*/ 1993421 w 3217557"/>
              <a:gd name="connsiteY5-504" fmla="*/ 661544 h 2654282"/>
              <a:gd name="connsiteX6-505" fmla="*/ 2183237 w 3217557"/>
              <a:gd name="connsiteY6-506" fmla="*/ 851360 h 2654282"/>
              <a:gd name="connsiteX7-507" fmla="*/ 1993421 w 3217557"/>
              <a:gd name="connsiteY7-508" fmla="*/ 1041176 h 2654282"/>
              <a:gd name="connsiteX8-509" fmla="*/ 1803605 w 3217557"/>
              <a:gd name="connsiteY8-510" fmla="*/ 851360 h 2654282"/>
              <a:gd name="connsiteX9-511" fmla="*/ 1993421 w 3217557"/>
              <a:gd name="connsiteY9-512" fmla="*/ 661544 h 2654282"/>
              <a:gd name="connsiteX10-513" fmla="*/ 2602591 w 3217557"/>
              <a:gd name="connsiteY10-514" fmla="*/ 661544 h 2654282"/>
              <a:gd name="connsiteX11-515" fmla="*/ 2792407 w 3217557"/>
              <a:gd name="connsiteY11-516" fmla="*/ 851360 h 2654282"/>
              <a:gd name="connsiteX12-517" fmla="*/ 2602591 w 3217557"/>
              <a:gd name="connsiteY12-518" fmla="*/ 1041176 h 2654282"/>
              <a:gd name="connsiteX13-519" fmla="*/ 2412775 w 3217557"/>
              <a:gd name="connsiteY13-520" fmla="*/ 851360 h 2654282"/>
              <a:gd name="connsiteX14-521" fmla="*/ 2602591 w 3217557"/>
              <a:gd name="connsiteY14-522" fmla="*/ 661544 h 2654282"/>
              <a:gd name="connsiteX15-523" fmla="*/ 677114 w 3217557"/>
              <a:gd name="connsiteY15-524" fmla="*/ 569491 h 2654282"/>
              <a:gd name="connsiteX16-525" fmla="*/ 330916 w 3217557"/>
              <a:gd name="connsiteY16-526" fmla="*/ 569491 h 2654282"/>
              <a:gd name="connsiteX17-527" fmla="*/ 0 w 3217557"/>
              <a:gd name="connsiteY17-528" fmla="*/ 900407 h 2654282"/>
              <a:gd name="connsiteX18-529" fmla="*/ 0 w 3217557"/>
              <a:gd name="connsiteY18-530" fmla="*/ 1952009 h 2654282"/>
              <a:gd name="connsiteX19-531" fmla="*/ 330916 w 3217557"/>
              <a:gd name="connsiteY19-532" fmla="*/ 2282925 h 2654282"/>
              <a:gd name="connsiteX20-533" fmla="*/ 711670 w 3217557"/>
              <a:gd name="connsiteY20-534" fmla="*/ 2282925 h 2654282"/>
              <a:gd name="connsiteX21-535" fmla="*/ 275077 w 3217557"/>
              <a:gd name="connsiteY21-536" fmla="*/ 2654282 h 2654282"/>
              <a:gd name="connsiteX22-537" fmla="*/ 1294529 w 3217557"/>
              <a:gd name="connsiteY22-538" fmla="*/ 2282925 h 2654282"/>
              <a:gd name="connsiteX23-539" fmla="*/ 2117356 w 3217557"/>
              <a:gd name="connsiteY23-540" fmla="*/ 2282925 h 2654282"/>
              <a:gd name="connsiteX24-541" fmla="*/ 2418395 w 3217557"/>
              <a:gd name="connsiteY24-542" fmla="*/ 2087951 h 2654282"/>
              <a:gd name="connsiteX25-543" fmla="*/ 1830857 w 3217557"/>
              <a:gd name="connsiteY25-544" fmla="*/ 1799347 h 2654282"/>
              <a:gd name="connsiteX26-545" fmla="*/ 1008030 w 3217557"/>
              <a:gd name="connsiteY26-546" fmla="*/ 1799347 h 2654282"/>
              <a:gd name="connsiteX27-547" fmla="*/ 677114 w 3217557"/>
              <a:gd name="connsiteY27-548" fmla="*/ 1468431 h 2654282"/>
              <a:gd name="connsiteX28-549" fmla="*/ 677114 w 3217557"/>
              <a:gd name="connsiteY28-550" fmla="*/ 569491 h 2654282"/>
              <a:gd name="connsiteX29-551" fmla="*/ 2886641 w 3217557"/>
              <a:gd name="connsiteY29-552" fmla="*/ 0 h 2654282"/>
              <a:gd name="connsiteX30-553" fmla="*/ 1100201 w 3217557"/>
              <a:gd name="connsiteY30-554" fmla="*/ 0 h 2654282"/>
              <a:gd name="connsiteX31-555" fmla="*/ 769285 w 3217557"/>
              <a:gd name="connsiteY31-556" fmla="*/ 330916 h 2654282"/>
              <a:gd name="connsiteX32-557" fmla="*/ 769285 w 3217557"/>
              <a:gd name="connsiteY32-558" fmla="*/ 1382518 h 2654282"/>
              <a:gd name="connsiteX33-559" fmla="*/ 1100201 w 3217557"/>
              <a:gd name="connsiteY33-560" fmla="*/ 1713434 h 2654282"/>
              <a:gd name="connsiteX34-561" fmla="*/ 1923028 w 3217557"/>
              <a:gd name="connsiteY34-562" fmla="*/ 1713434 h 2654282"/>
              <a:gd name="connsiteX35-563" fmla="*/ 3078958 w 3217557"/>
              <a:gd name="connsiteY35-564" fmla="*/ 2077967 h 2654282"/>
              <a:gd name="connsiteX36-565" fmla="*/ 2505887 w 3217557"/>
              <a:gd name="connsiteY36-566" fmla="*/ 1713434 h 2654282"/>
              <a:gd name="connsiteX37-567" fmla="*/ 2886641 w 3217557"/>
              <a:gd name="connsiteY37-568" fmla="*/ 1713434 h 2654282"/>
              <a:gd name="connsiteX38-569" fmla="*/ 3217557 w 3217557"/>
              <a:gd name="connsiteY38-570" fmla="*/ 1382518 h 2654282"/>
              <a:gd name="connsiteX39-571" fmla="*/ 3217557 w 3217557"/>
              <a:gd name="connsiteY39-572" fmla="*/ 330916 h 2654282"/>
              <a:gd name="connsiteX40-573" fmla="*/ 2886641 w 3217557"/>
              <a:gd name="connsiteY40-574" fmla="*/ 0 h 2654282"/>
              <a:gd name="connsiteX0-575" fmla="*/ 1384251 w 3217557"/>
              <a:gd name="connsiteY0-576" fmla="*/ 661544 h 2654282"/>
              <a:gd name="connsiteX1-577" fmla="*/ 1574067 w 3217557"/>
              <a:gd name="connsiteY1-578" fmla="*/ 851360 h 2654282"/>
              <a:gd name="connsiteX2-579" fmla="*/ 1384251 w 3217557"/>
              <a:gd name="connsiteY2-580" fmla="*/ 1041176 h 2654282"/>
              <a:gd name="connsiteX3-581" fmla="*/ 1194435 w 3217557"/>
              <a:gd name="connsiteY3-582" fmla="*/ 851360 h 2654282"/>
              <a:gd name="connsiteX4-583" fmla="*/ 1384251 w 3217557"/>
              <a:gd name="connsiteY4-584" fmla="*/ 661544 h 2654282"/>
              <a:gd name="connsiteX5-585" fmla="*/ 1993421 w 3217557"/>
              <a:gd name="connsiteY5-586" fmla="*/ 661544 h 2654282"/>
              <a:gd name="connsiteX6-587" fmla="*/ 2183237 w 3217557"/>
              <a:gd name="connsiteY6-588" fmla="*/ 851360 h 2654282"/>
              <a:gd name="connsiteX7-589" fmla="*/ 1993421 w 3217557"/>
              <a:gd name="connsiteY7-590" fmla="*/ 1041176 h 2654282"/>
              <a:gd name="connsiteX8-591" fmla="*/ 1803605 w 3217557"/>
              <a:gd name="connsiteY8-592" fmla="*/ 851360 h 2654282"/>
              <a:gd name="connsiteX9-593" fmla="*/ 1993421 w 3217557"/>
              <a:gd name="connsiteY9-594" fmla="*/ 661544 h 2654282"/>
              <a:gd name="connsiteX10-595" fmla="*/ 2602591 w 3217557"/>
              <a:gd name="connsiteY10-596" fmla="*/ 661544 h 2654282"/>
              <a:gd name="connsiteX11-597" fmla="*/ 2792407 w 3217557"/>
              <a:gd name="connsiteY11-598" fmla="*/ 851360 h 2654282"/>
              <a:gd name="connsiteX12-599" fmla="*/ 2602591 w 3217557"/>
              <a:gd name="connsiteY12-600" fmla="*/ 1041176 h 2654282"/>
              <a:gd name="connsiteX13-601" fmla="*/ 2412775 w 3217557"/>
              <a:gd name="connsiteY13-602" fmla="*/ 851360 h 2654282"/>
              <a:gd name="connsiteX14-603" fmla="*/ 2602591 w 3217557"/>
              <a:gd name="connsiteY14-604" fmla="*/ 661544 h 2654282"/>
              <a:gd name="connsiteX15-605" fmla="*/ 677114 w 3217557"/>
              <a:gd name="connsiteY15-606" fmla="*/ 569491 h 2654282"/>
              <a:gd name="connsiteX16-607" fmla="*/ 330916 w 3217557"/>
              <a:gd name="connsiteY16-608" fmla="*/ 569491 h 2654282"/>
              <a:gd name="connsiteX17-609" fmla="*/ 0 w 3217557"/>
              <a:gd name="connsiteY17-610" fmla="*/ 900407 h 2654282"/>
              <a:gd name="connsiteX18-611" fmla="*/ 0 w 3217557"/>
              <a:gd name="connsiteY18-612" fmla="*/ 1952009 h 2654282"/>
              <a:gd name="connsiteX19-613" fmla="*/ 330916 w 3217557"/>
              <a:gd name="connsiteY19-614" fmla="*/ 2282925 h 2654282"/>
              <a:gd name="connsiteX20-615" fmla="*/ 711670 w 3217557"/>
              <a:gd name="connsiteY20-616" fmla="*/ 2282925 h 2654282"/>
              <a:gd name="connsiteX21-617" fmla="*/ 275077 w 3217557"/>
              <a:gd name="connsiteY21-618" fmla="*/ 2654282 h 2654282"/>
              <a:gd name="connsiteX22-619" fmla="*/ 1294529 w 3217557"/>
              <a:gd name="connsiteY22-620" fmla="*/ 2282925 h 2654282"/>
              <a:gd name="connsiteX23-621" fmla="*/ 2117356 w 3217557"/>
              <a:gd name="connsiteY23-622" fmla="*/ 2282925 h 2654282"/>
              <a:gd name="connsiteX24-623" fmla="*/ 2418395 w 3217557"/>
              <a:gd name="connsiteY24-624" fmla="*/ 2087951 h 2654282"/>
              <a:gd name="connsiteX25-625" fmla="*/ 1830857 w 3217557"/>
              <a:gd name="connsiteY25-626" fmla="*/ 1799347 h 2654282"/>
              <a:gd name="connsiteX26-627" fmla="*/ 1008030 w 3217557"/>
              <a:gd name="connsiteY26-628" fmla="*/ 1799347 h 2654282"/>
              <a:gd name="connsiteX27-629" fmla="*/ 677114 w 3217557"/>
              <a:gd name="connsiteY27-630" fmla="*/ 1468431 h 2654282"/>
              <a:gd name="connsiteX28-631" fmla="*/ 677114 w 3217557"/>
              <a:gd name="connsiteY28-632" fmla="*/ 569491 h 2654282"/>
              <a:gd name="connsiteX29-633" fmla="*/ 2886641 w 3217557"/>
              <a:gd name="connsiteY29-634" fmla="*/ 0 h 2654282"/>
              <a:gd name="connsiteX30-635" fmla="*/ 1100201 w 3217557"/>
              <a:gd name="connsiteY30-636" fmla="*/ 0 h 2654282"/>
              <a:gd name="connsiteX31-637" fmla="*/ 769285 w 3217557"/>
              <a:gd name="connsiteY31-638" fmla="*/ 330916 h 2654282"/>
              <a:gd name="connsiteX32-639" fmla="*/ 769285 w 3217557"/>
              <a:gd name="connsiteY32-640" fmla="*/ 1382518 h 2654282"/>
              <a:gd name="connsiteX33-641" fmla="*/ 1100201 w 3217557"/>
              <a:gd name="connsiteY33-642" fmla="*/ 1713434 h 2654282"/>
              <a:gd name="connsiteX34-643" fmla="*/ 1923028 w 3217557"/>
              <a:gd name="connsiteY34-644" fmla="*/ 1713434 h 2654282"/>
              <a:gd name="connsiteX35-645" fmla="*/ 3078958 w 3217557"/>
              <a:gd name="connsiteY35-646" fmla="*/ 2077967 h 2654282"/>
              <a:gd name="connsiteX36-647" fmla="*/ 2505887 w 3217557"/>
              <a:gd name="connsiteY36-648" fmla="*/ 1713434 h 2654282"/>
              <a:gd name="connsiteX37-649" fmla="*/ 2886641 w 3217557"/>
              <a:gd name="connsiteY37-650" fmla="*/ 1713434 h 2654282"/>
              <a:gd name="connsiteX38-651" fmla="*/ 3217557 w 3217557"/>
              <a:gd name="connsiteY38-652" fmla="*/ 1382518 h 2654282"/>
              <a:gd name="connsiteX39-653" fmla="*/ 3217557 w 3217557"/>
              <a:gd name="connsiteY39-654" fmla="*/ 330916 h 2654282"/>
              <a:gd name="connsiteX40-655" fmla="*/ 2886641 w 3217557"/>
              <a:gd name="connsiteY40-656" fmla="*/ 0 h 2654282"/>
              <a:gd name="connsiteX0-657" fmla="*/ 1384251 w 3217557"/>
              <a:gd name="connsiteY0-658" fmla="*/ 661544 h 2654282"/>
              <a:gd name="connsiteX1-659" fmla="*/ 1574067 w 3217557"/>
              <a:gd name="connsiteY1-660" fmla="*/ 851360 h 2654282"/>
              <a:gd name="connsiteX2-661" fmla="*/ 1384251 w 3217557"/>
              <a:gd name="connsiteY2-662" fmla="*/ 1041176 h 2654282"/>
              <a:gd name="connsiteX3-663" fmla="*/ 1194435 w 3217557"/>
              <a:gd name="connsiteY3-664" fmla="*/ 851360 h 2654282"/>
              <a:gd name="connsiteX4-665" fmla="*/ 1384251 w 3217557"/>
              <a:gd name="connsiteY4-666" fmla="*/ 661544 h 2654282"/>
              <a:gd name="connsiteX5-667" fmla="*/ 1993421 w 3217557"/>
              <a:gd name="connsiteY5-668" fmla="*/ 661544 h 2654282"/>
              <a:gd name="connsiteX6-669" fmla="*/ 2183237 w 3217557"/>
              <a:gd name="connsiteY6-670" fmla="*/ 851360 h 2654282"/>
              <a:gd name="connsiteX7-671" fmla="*/ 1993421 w 3217557"/>
              <a:gd name="connsiteY7-672" fmla="*/ 1041176 h 2654282"/>
              <a:gd name="connsiteX8-673" fmla="*/ 1803605 w 3217557"/>
              <a:gd name="connsiteY8-674" fmla="*/ 851360 h 2654282"/>
              <a:gd name="connsiteX9-675" fmla="*/ 1993421 w 3217557"/>
              <a:gd name="connsiteY9-676" fmla="*/ 661544 h 2654282"/>
              <a:gd name="connsiteX10-677" fmla="*/ 2602591 w 3217557"/>
              <a:gd name="connsiteY10-678" fmla="*/ 661544 h 2654282"/>
              <a:gd name="connsiteX11-679" fmla="*/ 2792407 w 3217557"/>
              <a:gd name="connsiteY11-680" fmla="*/ 851360 h 2654282"/>
              <a:gd name="connsiteX12-681" fmla="*/ 2602591 w 3217557"/>
              <a:gd name="connsiteY12-682" fmla="*/ 1041176 h 2654282"/>
              <a:gd name="connsiteX13-683" fmla="*/ 2412775 w 3217557"/>
              <a:gd name="connsiteY13-684" fmla="*/ 851360 h 2654282"/>
              <a:gd name="connsiteX14-685" fmla="*/ 2602591 w 3217557"/>
              <a:gd name="connsiteY14-686" fmla="*/ 661544 h 2654282"/>
              <a:gd name="connsiteX15-687" fmla="*/ 677114 w 3217557"/>
              <a:gd name="connsiteY15-688" fmla="*/ 569491 h 2654282"/>
              <a:gd name="connsiteX16-689" fmla="*/ 330916 w 3217557"/>
              <a:gd name="connsiteY16-690" fmla="*/ 569491 h 2654282"/>
              <a:gd name="connsiteX17-691" fmla="*/ 0 w 3217557"/>
              <a:gd name="connsiteY17-692" fmla="*/ 900407 h 2654282"/>
              <a:gd name="connsiteX18-693" fmla="*/ 0 w 3217557"/>
              <a:gd name="connsiteY18-694" fmla="*/ 1952009 h 2654282"/>
              <a:gd name="connsiteX19-695" fmla="*/ 330916 w 3217557"/>
              <a:gd name="connsiteY19-696" fmla="*/ 2282925 h 2654282"/>
              <a:gd name="connsiteX20-697" fmla="*/ 711670 w 3217557"/>
              <a:gd name="connsiteY20-698" fmla="*/ 2282925 h 2654282"/>
              <a:gd name="connsiteX21-699" fmla="*/ 275077 w 3217557"/>
              <a:gd name="connsiteY21-700" fmla="*/ 2654282 h 2654282"/>
              <a:gd name="connsiteX22-701" fmla="*/ 1294529 w 3217557"/>
              <a:gd name="connsiteY22-702" fmla="*/ 2282925 h 2654282"/>
              <a:gd name="connsiteX23-703" fmla="*/ 2117356 w 3217557"/>
              <a:gd name="connsiteY23-704" fmla="*/ 2282925 h 2654282"/>
              <a:gd name="connsiteX24-705" fmla="*/ 2418395 w 3217557"/>
              <a:gd name="connsiteY24-706" fmla="*/ 2087951 h 2654282"/>
              <a:gd name="connsiteX25-707" fmla="*/ 1830857 w 3217557"/>
              <a:gd name="connsiteY25-708" fmla="*/ 1799347 h 2654282"/>
              <a:gd name="connsiteX26-709" fmla="*/ 1008030 w 3217557"/>
              <a:gd name="connsiteY26-710" fmla="*/ 1799347 h 2654282"/>
              <a:gd name="connsiteX27-711" fmla="*/ 677114 w 3217557"/>
              <a:gd name="connsiteY27-712" fmla="*/ 1468431 h 2654282"/>
              <a:gd name="connsiteX28-713" fmla="*/ 677114 w 3217557"/>
              <a:gd name="connsiteY28-714" fmla="*/ 569491 h 2654282"/>
              <a:gd name="connsiteX29-715" fmla="*/ 2886641 w 3217557"/>
              <a:gd name="connsiteY29-716" fmla="*/ 0 h 2654282"/>
              <a:gd name="connsiteX30-717" fmla="*/ 1100201 w 3217557"/>
              <a:gd name="connsiteY30-718" fmla="*/ 0 h 2654282"/>
              <a:gd name="connsiteX31-719" fmla="*/ 769285 w 3217557"/>
              <a:gd name="connsiteY31-720" fmla="*/ 330916 h 2654282"/>
              <a:gd name="connsiteX32-721" fmla="*/ 769285 w 3217557"/>
              <a:gd name="connsiteY32-722" fmla="*/ 1382518 h 2654282"/>
              <a:gd name="connsiteX33-723" fmla="*/ 1100201 w 3217557"/>
              <a:gd name="connsiteY33-724" fmla="*/ 1713434 h 2654282"/>
              <a:gd name="connsiteX34-725" fmla="*/ 1923028 w 3217557"/>
              <a:gd name="connsiteY34-726" fmla="*/ 1713434 h 2654282"/>
              <a:gd name="connsiteX35-727" fmla="*/ 3078958 w 3217557"/>
              <a:gd name="connsiteY35-728" fmla="*/ 2077967 h 2654282"/>
              <a:gd name="connsiteX36-729" fmla="*/ 2505887 w 3217557"/>
              <a:gd name="connsiteY36-730" fmla="*/ 1713434 h 2654282"/>
              <a:gd name="connsiteX37-731" fmla="*/ 2886641 w 3217557"/>
              <a:gd name="connsiteY37-732" fmla="*/ 1713434 h 2654282"/>
              <a:gd name="connsiteX38-733" fmla="*/ 3217557 w 3217557"/>
              <a:gd name="connsiteY38-734" fmla="*/ 1382518 h 2654282"/>
              <a:gd name="connsiteX39-735" fmla="*/ 3217557 w 3217557"/>
              <a:gd name="connsiteY39-736" fmla="*/ 330916 h 2654282"/>
              <a:gd name="connsiteX40-737" fmla="*/ 2886641 w 3217557"/>
              <a:gd name="connsiteY40-738" fmla="*/ 0 h 26542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ound Same Side Corner Rectangle 11"/>
          <p:cNvSpPr>
            <a:spLocks noChangeAspect="1"/>
          </p:cNvSpPr>
          <p:nvPr/>
        </p:nvSpPr>
        <p:spPr>
          <a:xfrm rot="9900000">
            <a:off x="7465694" y="2956054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Block Arc 10"/>
          <p:cNvSpPr/>
          <p:nvPr/>
        </p:nvSpPr>
        <p:spPr>
          <a:xfrm>
            <a:off x="4256141" y="2207037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1" name="그룹 35"/>
          <p:cNvGrpSpPr/>
          <p:nvPr/>
        </p:nvGrpSpPr>
        <p:grpSpPr>
          <a:xfrm>
            <a:off x="5326209" y="1681696"/>
            <a:ext cx="1510540" cy="4514073"/>
            <a:chOff x="3802209" y="1681694"/>
            <a:chExt cx="1510540" cy="4514073"/>
          </a:xfrm>
        </p:grpSpPr>
        <p:sp>
          <p:nvSpPr>
            <p:cNvPr id="32" name="Rectangle 24"/>
            <p:cNvSpPr/>
            <p:nvPr/>
          </p:nvSpPr>
          <p:spPr>
            <a:xfrm rot="3600000">
              <a:off x="3802210" y="2518620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3" name="Rectangle 32"/>
            <p:cNvSpPr/>
            <p:nvPr/>
          </p:nvSpPr>
          <p:spPr>
            <a:xfrm rot="3600000">
              <a:off x="3775735" y="1734643"/>
              <a:ext cx="1589964" cy="148406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" name="Rectangle 24"/>
            <p:cNvSpPr/>
            <p:nvPr/>
          </p:nvSpPr>
          <p:spPr>
            <a:xfrm rot="3600000">
              <a:off x="3802210" y="3249647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Rectangle 24"/>
            <p:cNvSpPr/>
            <p:nvPr/>
          </p:nvSpPr>
          <p:spPr>
            <a:xfrm rot="3600000">
              <a:off x="3802210" y="3980674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Rectangle 24"/>
            <p:cNvSpPr/>
            <p:nvPr/>
          </p:nvSpPr>
          <p:spPr>
            <a:xfrm rot="3600000">
              <a:off x="3802210" y="4711702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485233" y="1915415"/>
            <a:ext cx="1429717" cy="1171091"/>
            <a:chOff x="3233964" y="1954419"/>
            <a:chExt cx="1410044" cy="1171091"/>
          </a:xfrm>
          <a:scene3d>
            <a:camera prst="isometricTopUp"/>
            <a:lightRig rig="threePt" dir="t"/>
          </a:scene3d>
        </p:grpSpPr>
        <p:sp>
          <p:nvSpPr>
            <p:cNvPr id="38" name="TextBox 37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43490" y="2171403"/>
              <a:ext cx="14005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Simple PowerPoint Presentation 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1"/>
          <p:cNvGrpSpPr/>
          <p:nvPr/>
        </p:nvGrpSpPr>
        <p:grpSpPr>
          <a:xfrm>
            <a:off x="180976" y="1371601"/>
            <a:ext cx="11830050" cy="5183821"/>
            <a:chOff x="123694" y="1196757"/>
            <a:chExt cx="11924807" cy="5183821"/>
          </a:xfrm>
        </p:grpSpPr>
        <p:sp>
          <p:nvSpPr>
            <p:cNvPr id="35" name="Isosceles Triangle 34"/>
            <p:cNvSpPr/>
            <p:nvPr userDrawn="1"/>
          </p:nvSpPr>
          <p:spPr>
            <a:xfrm rot="10800000" flipH="1" flipV="1">
              <a:off x="123694" y="3786163"/>
              <a:ext cx="11924804" cy="258940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6" name="Isosceles Triangle 35"/>
            <p:cNvSpPr/>
            <p:nvPr userDrawn="1"/>
          </p:nvSpPr>
          <p:spPr>
            <a:xfrm rot="10800000" flipH="1">
              <a:off x="123697" y="1206278"/>
              <a:ext cx="11924804" cy="2589409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7" name="Isosceles Triangle 36"/>
            <p:cNvSpPr/>
            <p:nvPr userDrawn="1"/>
          </p:nvSpPr>
          <p:spPr>
            <a:xfrm rot="5400000" flipH="1">
              <a:off x="524867" y="814838"/>
              <a:ext cx="5178816" cy="595266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8" name="Isosceles Triangle 37"/>
            <p:cNvSpPr/>
            <p:nvPr userDrawn="1"/>
          </p:nvSpPr>
          <p:spPr>
            <a:xfrm rot="16200000">
              <a:off x="6468245" y="809833"/>
              <a:ext cx="5178816" cy="595266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423011" y="2861769"/>
            <a:ext cx="1317217" cy="2450200"/>
            <a:chOff x="3627676" y="2002249"/>
            <a:chExt cx="1890220" cy="3516064"/>
          </a:xfrm>
        </p:grpSpPr>
        <p:sp>
          <p:nvSpPr>
            <p:cNvPr id="4" name="Rectangle 3"/>
            <p:cNvSpPr/>
            <p:nvPr/>
          </p:nvSpPr>
          <p:spPr>
            <a:xfrm>
              <a:off x="3779912" y="2348880"/>
              <a:ext cx="1584176" cy="2736304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627676" y="2002249"/>
              <a:ext cx="1890220" cy="3516064"/>
              <a:chOff x="701317" y="1844824"/>
              <a:chExt cx="2122487" cy="3948112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6" name="Freeform 6"/>
              <p:cNvSpPr>
                <a:spLocks noEditPoints="1"/>
              </p:cNvSpPr>
              <p:nvPr/>
            </p:nvSpPr>
            <p:spPr bwMode="auto">
              <a:xfrm>
                <a:off x="701317" y="1844824"/>
                <a:ext cx="2122487" cy="3948112"/>
              </a:xfrm>
              <a:custGeom>
                <a:avLst/>
                <a:gdLst>
                  <a:gd name="T0" fmla="*/ 530 w 566"/>
                  <a:gd name="T1" fmla="*/ 0 h 1053"/>
                  <a:gd name="T2" fmla="*/ 36 w 566"/>
                  <a:gd name="T3" fmla="*/ 0 h 1053"/>
                  <a:gd name="T4" fmla="*/ 0 w 566"/>
                  <a:gd name="T5" fmla="*/ 36 h 1053"/>
                  <a:gd name="T6" fmla="*/ 0 w 566"/>
                  <a:gd name="T7" fmla="*/ 1017 h 1053"/>
                  <a:gd name="T8" fmla="*/ 36 w 566"/>
                  <a:gd name="T9" fmla="*/ 1053 h 1053"/>
                  <a:gd name="T10" fmla="*/ 530 w 566"/>
                  <a:gd name="T11" fmla="*/ 1053 h 1053"/>
                  <a:gd name="T12" fmla="*/ 566 w 566"/>
                  <a:gd name="T13" fmla="*/ 1017 h 1053"/>
                  <a:gd name="T14" fmla="*/ 566 w 566"/>
                  <a:gd name="T15" fmla="*/ 36 h 1053"/>
                  <a:gd name="T16" fmla="*/ 530 w 566"/>
                  <a:gd name="T17" fmla="*/ 0 h 1053"/>
                  <a:gd name="T18" fmla="*/ 520 w 566"/>
                  <a:gd name="T19" fmla="*/ 911 h 1053"/>
                  <a:gd name="T20" fmla="*/ 48 w 566"/>
                  <a:gd name="T21" fmla="*/ 911 h 1053"/>
                  <a:gd name="T22" fmla="*/ 48 w 566"/>
                  <a:gd name="T23" fmla="*/ 108 h 1053"/>
                  <a:gd name="T24" fmla="*/ 520 w 566"/>
                  <a:gd name="T25" fmla="*/ 108 h 1053"/>
                  <a:gd name="T26" fmla="*/ 520 w 566"/>
                  <a:gd name="T27" fmla="*/ 911 h 10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6" h="1053">
                    <a:moveTo>
                      <a:pt x="53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017"/>
                      <a:pt x="0" y="1017"/>
                      <a:pt x="0" y="1017"/>
                    </a:cubicBezTo>
                    <a:cubicBezTo>
                      <a:pt x="0" y="1037"/>
                      <a:pt x="16" y="1053"/>
                      <a:pt x="36" y="1053"/>
                    </a:cubicBezTo>
                    <a:cubicBezTo>
                      <a:pt x="530" y="1053"/>
                      <a:pt x="530" y="1053"/>
                      <a:pt x="530" y="1053"/>
                    </a:cubicBezTo>
                    <a:cubicBezTo>
                      <a:pt x="550" y="1053"/>
                      <a:pt x="566" y="1037"/>
                      <a:pt x="566" y="1017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66" y="16"/>
                      <a:pt x="550" y="0"/>
                      <a:pt x="530" y="0"/>
                    </a:cubicBezTo>
                    <a:close/>
                    <a:moveTo>
                      <a:pt x="520" y="911"/>
                    </a:moveTo>
                    <a:cubicBezTo>
                      <a:pt x="48" y="911"/>
                      <a:pt x="48" y="911"/>
                      <a:pt x="48" y="911"/>
                    </a:cubicBezTo>
                    <a:cubicBezTo>
                      <a:pt x="48" y="108"/>
                      <a:pt x="48" y="108"/>
                      <a:pt x="48" y="108"/>
                    </a:cubicBezTo>
                    <a:cubicBezTo>
                      <a:pt x="520" y="108"/>
                      <a:pt x="520" y="108"/>
                      <a:pt x="520" y="108"/>
                    </a:cubicBezTo>
                    <a:lnTo>
                      <a:pt x="520" y="911"/>
                    </a:lnTo>
                    <a:close/>
                  </a:path>
                </a:pathLst>
              </a:custGeom>
              <a:grpFill/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 sz="2700"/>
              </a:p>
            </p:txBody>
          </p:sp>
          <p:sp>
            <p:nvSpPr>
              <p:cNvPr id="7" name="Rounded Rectangle 31"/>
              <p:cNvSpPr/>
              <p:nvPr/>
            </p:nvSpPr>
            <p:spPr>
              <a:xfrm>
                <a:off x="1582560" y="2042848"/>
                <a:ext cx="360000" cy="3600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1591410" y="5362110"/>
                <a:ext cx="342299" cy="34229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3500000" scaled="1"/>
                <a:tileRect/>
              </a:gra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4392377" y="4469497"/>
            <a:ext cx="3377387" cy="452041"/>
            <a:chOff x="2530378" y="4566395"/>
            <a:chExt cx="4057846" cy="543116"/>
          </a:xfrm>
        </p:grpSpPr>
        <p:sp>
          <p:nvSpPr>
            <p:cNvPr id="10" name="Rectangle 36"/>
            <p:cNvSpPr/>
            <p:nvPr/>
          </p:nvSpPr>
          <p:spPr>
            <a:xfrm>
              <a:off x="5436096" y="4566396"/>
              <a:ext cx="1152128" cy="384367"/>
            </a:xfrm>
            <a:custGeom>
              <a:avLst/>
              <a:gdLst/>
              <a:ahLst/>
              <a:cxnLst/>
              <a:rect l="l" t="t" r="r" b="b"/>
              <a:pathLst>
                <a:path w="1152128" h="384367">
                  <a:moveTo>
                    <a:pt x="0" y="0"/>
                  </a:moveTo>
                  <a:lnTo>
                    <a:pt x="1145869" y="0"/>
                  </a:lnTo>
                  <a:lnTo>
                    <a:pt x="890752" y="182433"/>
                  </a:lnTo>
                  <a:lnTo>
                    <a:pt x="1152128" y="369343"/>
                  </a:lnTo>
                  <a:lnTo>
                    <a:pt x="1152128" y="384367"/>
                  </a:lnTo>
                  <a:lnTo>
                    <a:pt x="0" y="384367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Parallelogram 11"/>
            <p:cNvSpPr/>
            <p:nvPr/>
          </p:nvSpPr>
          <p:spPr>
            <a:xfrm flipH="1">
              <a:off x="5431718" y="4566395"/>
              <a:ext cx="170329" cy="531943"/>
            </a:xfrm>
            <a:custGeom>
              <a:avLst/>
              <a:gdLst>
                <a:gd name="connsiteX0" fmla="*/ 0 w 432048"/>
                <a:gd name="connsiteY0" fmla="*/ 374100 h 374100"/>
                <a:gd name="connsiteX1" fmla="*/ 93525 w 432048"/>
                <a:gd name="connsiteY1" fmla="*/ 0 h 374100"/>
                <a:gd name="connsiteX2" fmla="*/ 432048 w 432048"/>
                <a:gd name="connsiteY2" fmla="*/ 0 h 374100"/>
                <a:gd name="connsiteX3" fmla="*/ 338523 w 432048"/>
                <a:gd name="connsiteY3" fmla="*/ 374100 h 374100"/>
                <a:gd name="connsiteX4" fmla="*/ 0 w 432048"/>
                <a:gd name="connsiteY4" fmla="*/ 374100 h 374100"/>
                <a:gd name="connsiteX0-1" fmla="*/ 0 w 432048"/>
                <a:gd name="connsiteY0-2" fmla="*/ 374100 h 542829"/>
                <a:gd name="connsiteX1-3" fmla="*/ 93525 w 432048"/>
                <a:gd name="connsiteY1-4" fmla="*/ 0 h 542829"/>
                <a:gd name="connsiteX2-5" fmla="*/ 432048 w 432048"/>
                <a:gd name="connsiteY2-6" fmla="*/ 0 h 542829"/>
                <a:gd name="connsiteX3-7" fmla="*/ 267766 w 432048"/>
                <a:gd name="connsiteY3-8" fmla="*/ 542829 h 542829"/>
                <a:gd name="connsiteX4-9" fmla="*/ 0 w 432048"/>
                <a:gd name="connsiteY4-10" fmla="*/ 374100 h 542829"/>
                <a:gd name="connsiteX0-11" fmla="*/ 0 w 432048"/>
                <a:gd name="connsiteY0-12" fmla="*/ 374100 h 531943"/>
                <a:gd name="connsiteX1-13" fmla="*/ 93525 w 432048"/>
                <a:gd name="connsiteY1-14" fmla="*/ 0 h 531943"/>
                <a:gd name="connsiteX2-15" fmla="*/ 432048 w 432048"/>
                <a:gd name="connsiteY2-16" fmla="*/ 0 h 531943"/>
                <a:gd name="connsiteX3-17" fmla="*/ 267766 w 432048"/>
                <a:gd name="connsiteY3-18" fmla="*/ 531943 h 531943"/>
                <a:gd name="connsiteX4-19" fmla="*/ 0 w 432048"/>
                <a:gd name="connsiteY4-20" fmla="*/ 374100 h 531943"/>
                <a:gd name="connsiteX0-21" fmla="*/ 0 w 426606"/>
                <a:gd name="connsiteY0-22" fmla="*/ 374100 h 531943"/>
                <a:gd name="connsiteX1-23" fmla="*/ 93525 w 426606"/>
                <a:gd name="connsiteY1-24" fmla="*/ 0 h 531943"/>
                <a:gd name="connsiteX2-25" fmla="*/ 426606 w 426606"/>
                <a:gd name="connsiteY2-26" fmla="*/ 348343 h 531943"/>
                <a:gd name="connsiteX3-27" fmla="*/ 267766 w 426606"/>
                <a:gd name="connsiteY3-28" fmla="*/ 531943 h 531943"/>
                <a:gd name="connsiteX4-29" fmla="*/ 0 w 426606"/>
                <a:gd name="connsiteY4-30" fmla="*/ 374100 h 531943"/>
                <a:gd name="connsiteX0-31" fmla="*/ 0 w 436425"/>
                <a:gd name="connsiteY0-32" fmla="*/ 374100 h 531943"/>
                <a:gd name="connsiteX1-33" fmla="*/ 436425 w 436425"/>
                <a:gd name="connsiteY1-34" fmla="*/ 0 h 531943"/>
                <a:gd name="connsiteX2-35" fmla="*/ 426606 w 436425"/>
                <a:gd name="connsiteY2-36" fmla="*/ 348343 h 531943"/>
                <a:gd name="connsiteX3-37" fmla="*/ 267766 w 436425"/>
                <a:gd name="connsiteY3-38" fmla="*/ 531943 h 531943"/>
                <a:gd name="connsiteX4-39" fmla="*/ 0 w 436425"/>
                <a:gd name="connsiteY4-40" fmla="*/ 374100 h 531943"/>
                <a:gd name="connsiteX0-41" fmla="*/ 15263 w 168659"/>
                <a:gd name="connsiteY0-42" fmla="*/ 161829 h 531943"/>
                <a:gd name="connsiteX1-43" fmla="*/ 168659 w 168659"/>
                <a:gd name="connsiteY1-44" fmla="*/ 0 h 531943"/>
                <a:gd name="connsiteX2-45" fmla="*/ 158840 w 168659"/>
                <a:gd name="connsiteY2-46" fmla="*/ 348343 h 531943"/>
                <a:gd name="connsiteX3-47" fmla="*/ 0 w 168659"/>
                <a:gd name="connsiteY3-48" fmla="*/ 531943 h 531943"/>
                <a:gd name="connsiteX4-49" fmla="*/ 15263 w 168659"/>
                <a:gd name="connsiteY4-50" fmla="*/ 161829 h 531943"/>
                <a:gd name="connsiteX0-51" fmla="*/ 15263 w 168659"/>
                <a:gd name="connsiteY0-52" fmla="*/ 161829 h 531943"/>
                <a:gd name="connsiteX1-53" fmla="*/ 168659 w 168659"/>
                <a:gd name="connsiteY1-54" fmla="*/ 0 h 531943"/>
                <a:gd name="connsiteX2-55" fmla="*/ 158840 w 168659"/>
                <a:gd name="connsiteY2-56" fmla="*/ 332014 h 531943"/>
                <a:gd name="connsiteX3-57" fmla="*/ 0 w 168659"/>
                <a:gd name="connsiteY3-58" fmla="*/ 531943 h 531943"/>
                <a:gd name="connsiteX4-59" fmla="*/ 15263 w 168659"/>
                <a:gd name="connsiteY4-60" fmla="*/ 161829 h 531943"/>
                <a:gd name="connsiteX0-61" fmla="*/ 0 w 170329"/>
                <a:gd name="connsiteY0-62" fmla="*/ 161829 h 531943"/>
                <a:gd name="connsiteX1-63" fmla="*/ 170329 w 170329"/>
                <a:gd name="connsiteY1-64" fmla="*/ 0 h 531943"/>
                <a:gd name="connsiteX2-65" fmla="*/ 160510 w 170329"/>
                <a:gd name="connsiteY2-66" fmla="*/ 332014 h 531943"/>
                <a:gd name="connsiteX3-67" fmla="*/ 1670 w 170329"/>
                <a:gd name="connsiteY3-68" fmla="*/ 531943 h 531943"/>
                <a:gd name="connsiteX4-69" fmla="*/ 0 w 170329"/>
                <a:gd name="connsiteY4-70" fmla="*/ 161829 h 531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0329" h="531943">
                  <a:moveTo>
                    <a:pt x="0" y="161829"/>
                  </a:moveTo>
                  <a:lnTo>
                    <a:pt x="170329" y="0"/>
                  </a:lnTo>
                  <a:lnTo>
                    <a:pt x="160510" y="332014"/>
                  </a:lnTo>
                  <a:lnTo>
                    <a:pt x="1670" y="531943"/>
                  </a:lnTo>
                  <a:cubicBezTo>
                    <a:pt x="1113" y="408572"/>
                    <a:pt x="557" y="285200"/>
                    <a:pt x="0" y="16182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Rectangle 36"/>
            <p:cNvSpPr/>
            <p:nvPr/>
          </p:nvSpPr>
          <p:spPr>
            <a:xfrm flipH="1">
              <a:off x="2530378" y="4580597"/>
              <a:ext cx="1152128" cy="384367"/>
            </a:xfrm>
            <a:custGeom>
              <a:avLst/>
              <a:gdLst/>
              <a:ahLst/>
              <a:cxnLst/>
              <a:rect l="l" t="t" r="r" b="b"/>
              <a:pathLst>
                <a:path w="1152128" h="384367">
                  <a:moveTo>
                    <a:pt x="0" y="0"/>
                  </a:moveTo>
                  <a:lnTo>
                    <a:pt x="1145869" y="0"/>
                  </a:lnTo>
                  <a:lnTo>
                    <a:pt x="890752" y="182433"/>
                  </a:lnTo>
                  <a:lnTo>
                    <a:pt x="1152128" y="369343"/>
                  </a:lnTo>
                  <a:lnTo>
                    <a:pt x="1152128" y="384367"/>
                  </a:lnTo>
                  <a:lnTo>
                    <a:pt x="0" y="384367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Parallelogram 11"/>
            <p:cNvSpPr/>
            <p:nvPr/>
          </p:nvSpPr>
          <p:spPr>
            <a:xfrm>
              <a:off x="3518487" y="4577568"/>
              <a:ext cx="170329" cy="531943"/>
            </a:xfrm>
            <a:custGeom>
              <a:avLst/>
              <a:gdLst>
                <a:gd name="connsiteX0" fmla="*/ 0 w 432048"/>
                <a:gd name="connsiteY0" fmla="*/ 374100 h 374100"/>
                <a:gd name="connsiteX1" fmla="*/ 93525 w 432048"/>
                <a:gd name="connsiteY1" fmla="*/ 0 h 374100"/>
                <a:gd name="connsiteX2" fmla="*/ 432048 w 432048"/>
                <a:gd name="connsiteY2" fmla="*/ 0 h 374100"/>
                <a:gd name="connsiteX3" fmla="*/ 338523 w 432048"/>
                <a:gd name="connsiteY3" fmla="*/ 374100 h 374100"/>
                <a:gd name="connsiteX4" fmla="*/ 0 w 432048"/>
                <a:gd name="connsiteY4" fmla="*/ 374100 h 374100"/>
                <a:gd name="connsiteX0-1" fmla="*/ 0 w 432048"/>
                <a:gd name="connsiteY0-2" fmla="*/ 374100 h 542829"/>
                <a:gd name="connsiteX1-3" fmla="*/ 93525 w 432048"/>
                <a:gd name="connsiteY1-4" fmla="*/ 0 h 542829"/>
                <a:gd name="connsiteX2-5" fmla="*/ 432048 w 432048"/>
                <a:gd name="connsiteY2-6" fmla="*/ 0 h 542829"/>
                <a:gd name="connsiteX3-7" fmla="*/ 267766 w 432048"/>
                <a:gd name="connsiteY3-8" fmla="*/ 542829 h 542829"/>
                <a:gd name="connsiteX4-9" fmla="*/ 0 w 432048"/>
                <a:gd name="connsiteY4-10" fmla="*/ 374100 h 542829"/>
                <a:gd name="connsiteX0-11" fmla="*/ 0 w 432048"/>
                <a:gd name="connsiteY0-12" fmla="*/ 374100 h 531943"/>
                <a:gd name="connsiteX1-13" fmla="*/ 93525 w 432048"/>
                <a:gd name="connsiteY1-14" fmla="*/ 0 h 531943"/>
                <a:gd name="connsiteX2-15" fmla="*/ 432048 w 432048"/>
                <a:gd name="connsiteY2-16" fmla="*/ 0 h 531943"/>
                <a:gd name="connsiteX3-17" fmla="*/ 267766 w 432048"/>
                <a:gd name="connsiteY3-18" fmla="*/ 531943 h 531943"/>
                <a:gd name="connsiteX4-19" fmla="*/ 0 w 432048"/>
                <a:gd name="connsiteY4-20" fmla="*/ 374100 h 531943"/>
                <a:gd name="connsiteX0-21" fmla="*/ 0 w 426606"/>
                <a:gd name="connsiteY0-22" fmla="*/ 374100 h 531943"/>
                <a:gd name="connsiteX1-23" fmla="*/ 93525 w 426606"/>
                <a:gd name="connsiteY1-24" fmla="*/ 0 h 531943"/>
                <a:gd name="connsiteX2-25" fmla="*/ 426606 w 426606"/>
                <a:gd name="connsiteY2-26" fmla="*/ 348343 h 531943"/>
                <a:gd name="connsiteX3-27" fmla="*/ 267766 w 426606"/>
                <a:gd name="connsiteY3-28" fmla="*/ 531943 h 531943"/>
                <a:gd name="connsiteX4-29" fmla="*/ 0 w 426606"/>
                <a:gd name="connsiteY4-30" fmla="*/ 374100 h 531943"/>
                <a:gd name="connsiteX0-31" fmla="*/ 0 w 436425"/>
                <a:gd name="connsiteY0-32" fmla="*/ 374100 h 531943"/>
                <a:gd name="connsiteX1-33" fmla="*/ 436425 w 436425"/>
                <a:gd name="connsiteY1-34" fmla="*/ 0 h 531943"/>
                <a:gd name="connsiteX2-35" fmla="*/ 426606 w 436425"/>
                <a:gd name="connsiteY2-36" fmla="*/ 348343 h 531943"/>
                <a:gd name="connsiteX3-37" fmla="*/ 267766 w 436425"/>
                <a:gd name="connsiteY3-38" fmla="*/ 531943 h 531943"/>
                <a:gd name="connsiteX4-39" fmla="*/ 0 w 436425"/>
                <a:gd name="connsiteY4-40" fmla="*/ 374100 h 531943"/>
                <a:gd name="connsiteX0-41" fmla="*/ 15263 w 168659"/>
                <a:gd name="connsiteY0-42" fmla="*/ 161829 h 531943"/>
                <a:gd name="connsiteX1-43" fmla="*/ 168659 w 168659"/>
                <a:gd name="connsiteY1-44" fmla="*/ 0 h 531943"/>
                <a:gd name="connsiteX2-45" fmla="*/ 158840 w 168659"/>
                <a:gd name="connsiteY2-46" fmla="*/ 348343 h 531943"/>
                <a:gd name="connsiteX3-47" fmla="*/ 0 w 168659"/>
                <a:gd name="connsiteY3-48" fmla="*/ 531943 h 531943"/>
                <a:gd name="connsiteX4-49" fmla="*/ 15263 w 168659"/>
                <a:gd name="connsiteY4-50" fmla="*/ 161829 h 531943"/>
                <a:gd name="connsiteX0-51" fmla="*/ 15263 w 168659"/>
                <a:gd name="connsiteY0-52" fmla="*/ 161829 h 531943"/>
                <a:gd name="connsiteX1-53" fmla="*/ 168659 w 168659"/>
                <a:gd name="connsiteY1-54" fmla="*/ 0 h 531943"/>
                <a:gd name="connsiteX2-55" fmla="*/ 158840 w 168659"/>
                <a:gd name="connsiteY2-56" fmla="*/ 332014 h 531943"/>
                <a:gd name="connsiteX3-57" fmla="*/ 0 w 168659"/>
                <a:gd name="connsiteY3-58" fmla="*/ 531943 h 531943"/>
                <a:gd name="connsiteX4-59" fmla="*/ 15263 w 168659"/>
                <a:gd name="connsiteY4-60" fmla="*/ 161829 h 531943"/>
                <a:gd name="connsiteX0-61" fmla="*/ 0 w 170329"/>
                <a:gd name="connsiteY0-62" fmla="*/ 161829 h 531943"/>
                <a:gd name="connsiteX1-63" fmla="*/ 170329 w 170329"/>
                <a:gd name="connsiteY1-64" fmla="*/ 0 h 531943"/>
                <a:gd name="connsiteX2-65" fmla="*/ 160510 w 170329"/>
                <a:gd name="connsiteY2-66" fmla="*/ 332014 h 531943"/>
                <a:gd name="connsiteX3-67" fmla="*/ 1670 w 170329"/>
                <a:gd name="connsiteY3-68" fmla="*/ 531943 h 531943"/>
                <a:gd name="connsiteX4-69" fmla="*/ 0 w 170329"/>
                <a:gd name="connsiteY4-70" fmla="*/ 161829 h 531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0329" h="531943">
                  <a:moveTo>
                    <a:pt x="0" y="161829"/>
                  </a:moveTo>
                  <a:lnTo>
                    <a:pt x="170329" y="0"/>
                  </a:lnTo>
                  <a:lnTo>
                    <a:pt x="160510" y="332014"/>
                  </a:lnTo>
                  <a:lnTo>
                    <a:pt x="1670" y="531943"/>
                  </a:lnTo>
                  <a:cubicBezTo>
                    <a:pt x="1113" y="408572"/>
                    <a:pt x="557" y="285200"/>
                    <a:pt x="0" y="16182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18487" y="4725144"/>
              <a:ext cx="2088232" cy="3843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039226" y="3673122"/>
            <a:ext cx="2284327" cy="1253453"/>
            <a:chOff x="270024" y="1671303"/>
            <a:chExt cx="1773337" cy="1265988"/>
          </a:xfrm>
        </p:grpSpPr>
        <p:sp>
          <p:nvSpPr>
            <p:cNvPr id="16" name="TextBox 15"/>
            <p:cNvSpPr txBox="1"/>
            <p:nvPr/>
          </p:nvSpPr>
          <p:spPr>
            <a:xfrm>
              <a:off x="270025" y="1911471"/>
              <a:ext cx="1773336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0024" y="1671303"/>
              <a:ext cx="1773336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23815" y="3673122"/>
            <a:ext cx="2284327" cy="1253453"/>
            <a:chOff x="270024" y="1671303"/>
            <a:chExt cx="1773337" cy="1265988"/>
          </a:xfrm>
        </p:grpSpPr>
        <p:sp>
          <p:nvSpPr>
            <p:cNvPr id="19" name="TextBox 18"/>
            <p:cNvSpPr txBox="1"/>
            <p:nvPr/>
          </p:nvSpPr>
          <p:spPr>
            <a:xfrm>
              <a:off x="270025" y="1911471"/>
              <a:ext cx="1773336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70024" y="1671303"/>
              <a:ext cx="1773336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18589" y="5472521"/>
            <a:ext cx="3753677" cy="884121"/>
            <a:chOff x="270024" y="1671303"/>
            <a:chExt cx="4243985" cy="892963"/>
          </a:xfrm>
        </p:grpSpPr>
        <p:sp>
          <p:nvSpPr>
            <p:cNvPr id="22" name="TextBox 21"/>
            <p:cNvSpPr txBox="1"/>
            <p:nvPr/>
          </p:nvSpPr>
          <p:spPr>
            <a:xfrm>
              <a:off x="270025" y="1911471"/>
              <a:ext cx="4243984" cy="65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0024" y="1671303"/>
              <a:ext cx="424398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727850" y="1602479"/>
            <a:ext cx="3753677" cy="884121"/>
            <a:chOff x="270024" y="1671303"/>
            <a:chExt cx="4243985" cy="892963"/>
          </a:xfrm>
        </p:grpSpPr>
        <p:sp>
          <p:nvSpPr>
            <p:cNvPr id="25" name="TextBox 24"/>
            <p:cNvSpPr txBox="1"/>
            <p:nvPr/>
          </p:nvSpPr>
          <p:spPr>
            <a:xfrm>
              <a:off x="270025" y="1911471"/>
              <a:ext cx="4243984" cy="65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70024" y="1671303"/>
              <a:ext cx="424398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5529098" y="3972051"/>
            <a:ext cx="1103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Contents Title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14790" y="4578661"/>
            <a:ext cx="17341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Contents Title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9" name="Donut 24"/>
          <p:cNvSpPr/>
          <p:nvPr/>
        </p:nvSpPr>
        <p:spPr>
          <a:xfrm>
            <a:off x="5864268" y="3323349"/>
            <a:ext cx="433604" cy="43713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0" name="Rectangle 36"/>
          <p:cNvSpPr/>
          <p:nvPr/>
        </p:nvSpPr>
        <p:spPr>
          <a:xfrm>
            <a:off x="1760190" y="3112581"/>
            <a:ext cx="411575" cy="34404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31" name="Rounded Rectangle 27"/>
          <p:cNvSpPr/>
          <p:nvPr/>
        </p:nvSpPr>
        <p:spPr>
          <a:xfrm>
            <a:off x="3960026" y="1866713"/>
            <a:ext cx="425042" cy="3264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2" name="Rounded Rectangle 7"/>
          <p:cNvSpPr/>
          <p:nvPr/>
        </p:nvSpPr>
        <p:spPr>
          <a:xfrm>
            <a:off x="9965321" y="3074553"/>
            <a:ext cx="432135" cy="37292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3" name="Oval 21"/>
          <p:cNvSpPr>
            <a:spLocks noChangeAspect="1"/>
          </p:cNvSpPr>
          <p:nvPr/>
        </p:nvSpPr>
        <p:spPr>
          <a:xfrm>
            <a:off x="4060080" y="5743852"/>
            <a:ext cx="425042" cy="42859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170615" y="5354680"/>
            <a:ext cx="3357511" cy="841262"/>
            <a:chOff x="2833739" y="5301208"/>
            <a:chExt cx="3357511" cy="841262"/>
          </a:xfrm>
        </p:grpSpPr>
        <p:sp>
          <p:nvSpPr>
            <p:cNvPr id="4" name="Oval 3"/>
            <p:cNvSpPr/>
            <p:nvPr/>
          </p:nvSpPr>
          <p:spPr>
            <a:xfrm>
              <a:off x="2833739" y="5301208"/>
              <a:ext cx="3357511" cy="841262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  <p:sp>
          <p:nvSpPr>
            <p:cNvPr id="5" name="Oval 4"/>
            <p:cNvSpPr/>
            <p:nvPr/>
          </p:nvSpPr>
          <p:spPr>
            <a:xfrm>
              <a:off x="3481626" y="5487505"/>
              <a:ext cx="1728921" cy="433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ko-KR" altLang="en-US" sz="2700" dirty="0"/>
            </a:p>
          </p:txBody>
        </p:sp>
      </p:grpSp>
      <p:sp>
        <p:nvSpPr>
          <p:cNvPr id="6" name="Hexagon 5"/>
          <p:cNvSpPr/>
          <p:nvPr/>
        </p:nvSpPr>
        <p:spPr>
          <a:xfrm rot="19623142">
            <a:off x="7099855" y="2165412"/>
            <a:ext cx="448056" cy="384048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7675" y="2375263"/>
            <a:ext cx="33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7723" y="2119284"/>
            <a:ext cx="33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525494" y="2367657"/>
            <a:ext cx="3600000" cy="2612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 rot="19623142">
            <a:off x="4668870" y="2971981"/>
            <a:ext cx="448056" cy="384048"/>
          </a:xfrm>
          <a:prstGeom prst="hexagon">
            <a:avLst>
              <a:gd name="adj" fmla="val 31719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3047" y="3161284"/>
            <a:ext cx="33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3047" y="2884284"/>
            <a:ext cx="33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09911" y="3161283"/>
            <a:ext cx="3600000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 rot="19702009">
            <a:off x="7102192" y="3752917"/>
            <a:ext cx="448056" cy="384048"/>
          </a:xfrm>
          <a:prstGeom prst="hexagon">
            <a:avLst>
              <a:gd name="adj" fmla="val 3096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7675" y="3956790"/>
            <a:ext cx="33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07723" y="3700810"/>
            <a:ext cx="33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25494" y="3949184"/>
            <a:ext cx="3600000" cy="2612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 rot="19747498">
            <a:off x="4682468" y="4441952"/>
            <a:ext cx="448284" cy="384582"/>
          </a:xfrm>
          <a:prstGeom prst="hexagon">
            <a:avLst>
              <a:gd name="adj" fmla="val 28809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53047" y="4634246"/>
            <a:ext cx="33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3047" y="4357246"/>
            <a:ext cx="33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09911" y="4634245"/>
            <a:ext cx="3600000" cy="0"/>
          </a:xfrm>
          <a:prstGeom prst="line">
            <a:avLst/>
          </a:prstGeom>
          <a:ln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5356872" y="1993032"/>
            <a:ext cx="1402743" cy="3758132"/>
            <a:chOff x="2411760" y="1109886"/>
            <a:chExt cx="1752575" cy="4695378"/>
          </a:xfrm>
        </p:grpSpPr>
        <p:sp>
          <p:nvSpPr>
            <p:cNvPr id="23" name="Rectangle 22"/>
            <p:cNvSpPr/>
            <p:nvPr/>
          </p:nvSpPr>
          <p:spPr>
            <a:xfrm>
              <a:off x="2411760" y="1109886"/>
              <a:ext cx="936104" cy="93610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527050" prstMaterial="matte">
              <a:extrusionClr>
                <a:schemeClr val="accent5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228231" y="2036465"/>
              <a:ext cx="936104" cy="9361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scene3d>
              <a:camera prst="obliqueBottomRight">
                <a:rot lat="21299999" lon="0" rev="0"/>
              </a:camera>
              <a:lightRig rig="balanced" dir="t"/>
            </a:scene3d>
            <a:sp3d extrusionH="457200" prstMaterial="matte">
              <a:extrusionClr>
                <a:schemeClr val="accent4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11760" y="2977902"/>
              <a:ext cx="936104" cy="9361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scene3d>
              <a:camera prst="obliqueBottomRight"/>
              <a:lightRig rig="balanced" dir="t"/>
            </a:scene3d>
            <a:sp3d extrusionH="508000" prstMaterial="matte">
              <a:extrusionClr>
                <a:schemeClr val="accent3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411760" y="4869160"/>
              <a:ext cx="936104" cy="936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28231" y="3933056"/>
              <a:ext cx="936104" cy="9361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Left"/>
              <a:lightRig rig="balanced" dir="t"/>
            </a:scene3d>
            <a:sp3d extrusionH="508000" prstMaterial="matte">
              <a:extrusionClr>
                <a:schemeClr val="accent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8" name="Hexagon 27"/>
          <p:cNvSpPr/>
          <p:nvPr/>
        </p:nvSpPr>
        <p:spPr>
          <a:xfrm rot="19623142">
            <a:off x="7101512" y="5157798"/>
            <a:ext cx="448056" cy="377951"/>
          </a:xfrm>
          <a:prstGeom prst="hexagon">
            <a:avLst>
              <a:gd name="adj" fmla="val 31328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17675" y="5354658"/>
            <a:ext cx="338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07723" y="5098678"/>
            <a:ext cx="33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7525494" y="5347052"/>
            <a:ext cx="3600000" cy="2612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6"/>
          <p:cNvSpPr/>
          <p:nvPr/>
        </p:nvSpPr>
        <p:spPr>
          <a:xfrm rot="2700000">
            <a:off x="6243153" y="2866038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ectangle 9"/>
          <p:cNvSpPr/>
          <p:nvPr/>
        </p:nvSpPr>
        <p:spPr>
          <a:xfrm>
            <a:off x="5583879" y="2212862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ectangle 36"/>
          <p:cNvSpPr/>
          <p:nvPr/>
        </p:nvSpPr>
        <p:spPr>
          <a:xfrm>
            <a:off x="5523972" y="3707556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ound Same Side Corner Rectangle 36"/>
          <p:cNvSpPr>
            <a:spLocks noChangeAspect="1"/>
          </p:cNvSpPr>
          <p:nvPr/>
        </p:nvSpPr>
        <p:spPr>
          <a:xfrm>
            <a:off x="5551918" y="5211965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Oval 21"/>
          <p:cNvSpPr>
            <a:spLocks noChangeAspect="1"/>
          </p:cNvSpPr>
          <p:nvPr/>
        </p:nvSpPr>
        <p:spPr>
          <a:xfrm>
            <a:off x="6221467" y="4449724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Rectangle 16"/>
          <p:cNvSpPr/>
          <p:nvPr/>
        </p:nvSpPr>
        <p:spPr>
          <a:xfrm rot="2700000">
            <a:off x="4810604" y="3014225"/>
            <a:ext cx="167088" cy="299558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ectangle 9"/>
          <p:cNvSpPr/>
          <p:nvPr/>
        </p:nvSpPr>
        <p:spPr>
          <a:xfrm>
            <a:off x="7232038" y="2248029"/>
            <a:ext cx="207014" cy="19378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Rectangle 36"/>
          <p:cNvSpPr/>
          <p:nvPr/>
        </p:nvSpPr>
        <p:spPr>
          <a:xfrm>
            <a:off x="7203892" y="3834087"/>
            <a:ext cx="244656" cy="20451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0" name="Round Same Side Corner Rectangle 36"/>
          <p:cNvSpPr>
            <a:spLocks noChangeAspect="1"/>
          </p:cNvSpPr>
          <p:nvPr/>
        </p:nvSpPr>
        <p:spPr>
          <a:xfrm>
            <a:off x="7187122" y="5256296"/>
            <a:ext cx="248822" cy="196723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1" name="Oval 21"/>
          <p:cNvSpPr>
            <a:spLocks noChangeAspect="1"/>
          </p:cNvSpPr>
          <p:nvPr/>
        </p:nvSpPr>
        <p:spPr>
          <a:xfrm>
            <a:off x="4795182" y="4521884"/>
            <a:ext cx="222856" cy="224717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/>
          <p:cNvSpPr txBox="1"/>
          <p:nvPr/>
        </p:nvSpPr>
        <p:spPr>
          <a:xfrm>
            <a:off x="718223" y="5406277"/>
            <a:ext cx="5891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18223" y="4473369"/>
            <a:ext cx="5214511" cy="861774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800" dirty="0">
                <a:solidFill>
                  <a:schemeClr val="accent2"/>
                </a:solidFill>
              </a:rPr>
              <a:t>We Create Quality </a:t>
            </a:r>
            <a:endParaRPr lang="en-US" altLang="ko-KR" sz="2800" dirty="0">
              <a:solidFill>
                <a:schemeClr val="accent2"/>
              </a:solidFill>
            </a:endParaRPr>
          </a:p>
          <a:p>
            <a:r>
              <a:rPr lang="en-US" altLang="ko-KR" sz="2800" dirty="0">
                <a:solidFill>
                  <a:schemeClr val="accent2"/>
                </a:solidFill>
              </a:rPr>
              <a:t>Professional PPT Presentation</a:t>
            </a: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9110" y="1713100"/>
            <a:ext cx="382520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AWESOME</a:t>
            </a:r>
            <a:endParaRPr lang="en-US" altLang="ko-KR" sz="44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39110" y="2371432"/>
            <a:ext cx="38252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600" dirty="0">
                <a:cs typeface="Arial" panose="020B0604020202020204" pitchFamily="34" charset="0"/>
              </a:rPr>
              <a:t>PRESENTATION</a:t>
            </a:r>
            <a:endParaRPr lang="ko-KR" altLang="en-US" sz="3600" dirty="0">
              <a:cs typeface="Arial" panose="020B0604020202020204" pitchFamily="34" charset="0"/>
            </a:endParaRPr>
          </a:p>
        </p:txBody>
      </p:sp>
      <p:sp>
        <p:nvSpPr>
          <p:cNvPr id="81" name="Freeform: Shape 80"/>
          <p:cNvSpPr/>
          <p:nvPr/>
        </p:nvSpPr>
        <p:spPr>
          <a:xfrm>
            <a:off x="2162767" y="-4270"/>
            <a:ext cx="3158515" cy="1717370"/>
          </a:xfrm>
          <a:custGeom>
            <a:avLst/>
            <a:gdLst>
              <a:gd name="connsiteX0" fmla="*/ 300530 w 2825140"/>
              <a:gd name="connsiteY0" fmla="*/ 0 h 1713100"/>
              <a:gd name="connsiteX1" fmla="*/ 2524610 w 2825140"/>
              <a:gd name="connsiteY1" fmla="*/ 0 h 1713100"/>
              <a:gd name="connsiteX2" fmla="*/ 2825140 w 2825140"/>
              <a:gd name="connsiteY2" fmla="*/ 300530 h 1713100"/>
              <a:gd name="connsiteX3" fmla="*/ 1412570 w 2825140"/>
              <a:gd name="connsiteY3" fmla="*/ 1713100 h 1713100"/>
              <a:gd name="connsiteX4" fmla="*/ 0 w 2825140"/>
              <a:gd name="connsiteY4" fmla="*/ 300530 h 1713100"/>
              <a:gd name="connsiteX0-1" fmla="*/ 0 w 2825140"/>
              <a:gd name="connsiteY0-2" fmla="*/ 300530 h 1713100"/>
              <a:gd name="connsiteX1-3" fmla="*/ 2524610 w 2825140"/>
              <a:gd name="connsiteY1-4" fmla="*/ 0 h 1713100"/>
              <a:gd name="connsiteX2-5" fmla="*/ 2825140 w 2825140"/>
              <a:gd name="connsiteY2-6" fmla="*/ 300530 h 1713100"/>
              <a:gd name="connsiteX3-7" fmla="*/ 1412570 w 2825140"/>
              <a:gd name="connsiteY3-8" fmla="*/ 1713100 h 1713100"/>
              <a:gd name="connsiteX4-9" fmla="*/ 0 w 2825140"/>
              <a:gd name="connsiteY4-10" fmla="*/ 300530 h 1713100"/>
              <a:gd name="connsiteX0-11" fmla="*/ 0 w 3158515"/>
              <a:gd name="connsiteY0-12" fmla="*/ 0 h 1745945"/>
              <a:gd name="connsiteX1-13" fmla="*/ 2857985 w 3158515"/>
              <a:gd name="connsiteY1-14" fmla="*/ 32845 h 1745945"/>
              <a:gd name="connsiteX2-15" fmla="*/ 3158515 w 3158515"/>
              <a:gd name="connsiteY2-16" fmla="*/ 333375 h 1745945"/>
              <a:gd name="connsiteX3-17" fmla="*/ 1745945 w 3158515"/>
              <a:gd name="connsiteY3-18" fmla="*/ 1745945 h 1745945"/>
              <a:gd name="connsiteX4-19" fmla="*/ 0 w 3158515"/>
              <a:gd name="connsiteY4-20" fmla="*/ 0 h 1745945"/>
              <a:gd name="connsiteX0-21" fmla="*/ 0 w 3158515"/>
              <a:gd name="connsiteY0-22" fmla="*/ 0 h 1717370"/>
              <a:gd name="connsiteX1-23" fmla="*/ 2857985 w 3158515"/>
              <a:gd name="connsiteY1-24" fmla="*/ 4270 h 1717370"/>
              <a:gd name="connsiteX2-25" fmla="*/ 3158515 w 3158515"/>
              <a:gd name="connsiteY2-26" fmla="*/ 304800 h 1717370"/>
              <a:gd name="connsiteX3-27" fmla="*/ 1745945 w 3158515"/>
              <a:gd name="connsiteY3-28" fmla="*/ 1717370 h 1717370"/>
              <a:gd name="connsiteX4-29" fmla="*/ 0 w 3158515"/>
              <a:gd name="connsiteY4-30" fmla="*/ 0 h 17173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158515" h="1717370">
                <a:moveTo>
                  <a:pt x="0" y="0"/>
                </a:moveTo>
                <a:lnTo>
                  <a:pt x="2857985" y="4270"/>
                </a:lnTo>
                <a:lnTo>
                  <a:pt x="3158515" y="304800"/>
                </a:lnTo>
                <a:lnTo>
                  <a:pt x="1745945" y="171737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Diamond 74"/>
          <p:cNvSpPr/>
          <p:nvPr/>
        </p:nvSpPr>
        <p:spPr>
          <a:xfrm>
            <a:off x="6529822" y="640118"/>
            <a:ext cx="1072982" cy="107298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Diamond 75"/>
          <p:cNvSpPr/>
          <p:nvPr/>
        </p:nvSpPr>
        <p:spPr>
          <a:xfrm>
            <a:off x="6259268" y="4636845"/>
            <a:ext cx="691262" cy="691262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/>
          <p:cNvSpPr/>
          <p:nvPr/>
        </p:nvSpPr>
        <p:spPr>
          <a:xfrm>
            <a:off x="8775866" y="5134885"/>
            <a:ext cx="3158515" cy="1736420"/>
          </a:xfrm>
          <a:custGeom>
            <a:avLst/>
            <a:gdLst>
              <a:gd name="connsiteX0" fmla="*/ 1412570 w 2825140"/>
              <a:gd name="connsiteY0" fmla="*/ 0 h 1723117"/>
              <a:gd name="connsiteX1" fmla="*/ 2825140 w 2825140"/>
              <a:gd name="connsiteY1" fmla="*/ 1412570 h 1723117"/>
              <a:gd name="connsiteX2" fmla="*/ 2514593 w 2825140"/>
              <a:gd name="connsiteY2" fmla="*/ 1723117 h 1723117"/>
              <a:gd name="connsiteX3" fmla="*/ 310547 w 2825140"/>
              <a:gd name="connsiteY3" fmla="*/ 1723117 h 1723117"/>
              <a:gd name="connsiteX4" fmla="*/ 0 w 2825140"/>
              <a:gd name="connsiteY4" fmla="*/ 1412570 h 1723117"/>
              <a:gd name="connsiteX0-1" fmla="*/ 1412570 w 2825140"/>
              <a:gd name="connsiteY0-2" fmla="*/ 0 h 1723117"/>
              <a:gd name="connsiteX1-3" fmla="*/ 2825140 w 2825140"/>
              <a:gd name="connsiteY1-4" fmla="*/ 1412570 h 1723117"/>
              <a:gd name="connsiteX2-5" fmla="*/ 310547 w 2825140"/>
              <a:gd name="connsiteY2-6" fmla="*/ 1723117 h 1723117"/>
              <a:gd name="connsiteX3-7" fmla="*/ 0 w 2825140"/>
              <a:gd name="connsiteY3-8" fmla="*/ 1412570 h 1723117"/>
              <a:gd name="connsiteX4-9" fmla="*/ 1412570 w 2825140"/>
              <a:gd name="connsiteY4-10" fmla="*/ 0 h 1723117"/>
              <a:gd name="connsiteX0-11" fmla="*/ 1412570 w 3158515"/>
              <a:gd name="connsiteY0-12" fmla="*/ 0 h 1736420"/>
              <a:gd name="connsiteX1-13" fmla="*/ 3158515 w 3158515"/>
              <a:gd name="connsiteY1-14" fmla="*/ 1736420 h 1736420"/>
              <a:gd name="connsiteX2-15" fmla="*/ 310547 w 3158515"/>
              <a:gd name="connsiteY2-16" fmla="*/ 1723117 h 1736420"/>
              <a:gd name="connsiteX3-17" fmla="*/ 0 w 3158515"/>
              <a:gd name="connsiteY3-18" fmla="*/ 1412570 h 1736420"/>
              <a:gd name="connsiteX4-19" fmla="*/ 1412570 w 3158515"/>
              <a:gd name="connsiteY4-20" fmla="*/ 0 h 1736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158515" h="1736420">
                <a:moveTo>
                  <a:pt x="1412570" y="0"/>
                </a:moveTo>
                <a:lnTo>
                  <a:pt x="3158515" y="1736420"/>
                </a:lnTo>
                <a:lnTo>
                  <a:pt x="310547" y="1723117"/>
                </a:lnTo>
                <a:lnTo>
                  <a:pt x="0" y="1412570"/>
                </a:lnTo>
                <a:lnTo>
                  <a:pt x="141257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/>
          <p:cNvSpPr/>
          <p:nvPr/>
        </p:nvSpPr>
        <p:spPr>
          <a:xfrm>
            <a:off x="9789755" y="1032763"/>
            <a:ext cx="691262" cy="691262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/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cxnSp>
        <p:nvCxnSpPr>
          <p:cNvPr id="4" name="직선 연결선 4"/>
          <p:cNvCxnSpPr/>
          <p:nvPr/>
        </p:nvCxnSpPr>
        <p:spPr bwMode="auto">
          <a:xfrm>
            <a:off x="7394184" y="2564904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8"/>
          <p:cNvCxnSpPr/>
          <p:nvPr/>
        </p:nvCxnSpPr>
        <p:spPr bwMode="auto">
          <a:xfrm>
            <a:off x="7394184" y="2260092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9"/>
          <p:cNvCxnSpPr/>
          <p:nvPr/>
        </p:nvCxnSpPr>
        <p:spPr bwMode="auto">
          <a:xfrm>
            <a:off x="1034857" y="2559912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10"/>
          <p:cNvCxnSpPr/>
          <p:nvPr/>
        </p:nvCxnSpPr>
        <p:spPr bwMode="auto">
          <a:xfrm>
            <a:off x="1034857" y="2255100"/>
            <a:ext cx="3888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34858" y="2257128"/>
            <a:ext cx="67839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</a:rPr>
              <a:t>A Case</a:t>
            </a:r>
            <a:endParaRPr lang="ko-KR" altLang="en-US" sz="1400" b="1" dirty="0">
              <a:solidFill>
                <a:schemeClr val="accent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94184" y="2257128"/>
            <a:ext cx="67037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ln w="3175">
                  <a:noFill/>
                </a:ln>
                <a:solidFill>
                  <a:schemeClr val="accent2"/>
                </a:solidFill>
              </a:rPr>
              <a:t>B Case</a:t>
            </a:r>
            <a:endParaRPr lang="ko-KR" altLang="en-US" sz="1400" b="1" dirty="0">
              <a:ln w="3175">
                <a:noFill/>
              </a:ln>
              <a:solidFill>
                <a:schemeClr val="accent2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13692" y="2833009"/>
            <a:ext cx="3668132" cy="686298"/>
            <a:chOff x="1013692" y="2833009"/>
            <a:chExt cx="3668132" cy="686298"/>
          </a:xfrm>
        </p:grpSpPr>
        <p:sp>
          <p:nvSpPr>
            <p:cNvPr id="11" name="TextBox 10"/>
            <p:cNvSpPr txBox="1"/>
            <p:nvPr/>
          </p:nvSpPr>
          <p:spPr>
            <a:xfrm>
              <a:off x="1034858" y="2833009"/>
              <a:ext cx="103425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Here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순서도: 처리 6"/>
            <p:cNvSpPr/>
            <p:nvPr/>
          </p:nvSpPr>
          <p:spPr>
            <a:xfrm>
              <a:off x="1013692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3" name="순서도: 처리 56"/>
            <p:cNvSpPr/>
            <p:nvPr/>
          </p:nvSpPr>
          <p:spPr>
            <a:xfrm>
              <a:off x="1165261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4" name="순서도: 처리 57"/>
            <p:cNvSpPr/>
            <p:nvPr/>
          </p:nvSpPr>
          <p:spPr>
            <a:xfrm>
              <a:off x="1316830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5" name="순서도: 처리 58"/>
            <p:cNvSpPr/>
            <p:nvPr/>
          </p:nvSpPr>
          <p:spPr>
            <a:xfrm>
              <a:off x="1468399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6" name="순서도: 처리 59"/>
            <p:cNvSpPr/>
            <p:nvPr/>
          </p:nvSpPr>
          <p:spPr>
            <a:xfrm>
              <a:off x="1619968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7" name="순서도: 처리 60"/>
            <p:cNvSpPr/>
            <p:nvPr/>
          </p:nvSpPr>
          <p:spPr>
            <a:xfrm>
              <a:off x="1771537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8" name="순서도: 처리 61"/>
            <p:cNvSpPr/>
            <p:nvPr/>
          </p:nvSpPr>
          <p:spPr>
            <a:xfrm>
              <a:off x="1923106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9" name="순서도: 처리 62"/>
            <p:cNvSpPr/>
            <p:nvPr/>
          </p:nvSpPr>
          <p:spPr>
            <a:xfrm>
              <a:off x="2074675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0" name="순서도: 처리 63"/>
            <p:cNvSpPr/>
            <p:nvPr/>
          </p:nvSpPr>
          <p:spPr>
            <a:xfrm>
              <a:off x="2226244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1" name="순서도: 처리 64"/>
            <p:cNvSpPr/>
            <p:nvPr/>
          </p:nvSpPr>
          <p:spPr>
            <a:xfrm>
              <a:off x="2377813" y="3140968"/>
              <a:ext cx="108000" cy="288032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2" name="순서도: 처리 65"/>
            <p:cNvSpPr/>
            <p:nvPr/>
          </p:nvSpPr>
          <p:spPr>
            <a:xfrm>
              <a:off x="2529382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3" name="순서도: 처리 66"/>
            <p:cNvSpPr/>
            <p:nvPr/>
          </p:nvSpPr>
          <p:spPr>
            <a:xfrm>
              <a:off x="2680951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4" name="순서도: 처리 67"/>
            <p:cNvSpPr/>
            <p:nvPr/>
          </p:nvSpPr>
          <p:spPr>
            <a:xfrm>
              <a:off x="2832520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5" name="순서도: 처리 68"/>
            <p:cNvSpPr/>
            <p:nvPr/>
          </p:nvSpPr>
          <p:spPr>
            <a:xfrm>
              <a:off x="2984089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6" name="순서도: 처리 69"/>
            <p:cNvSpPr/>
            <p:nvPr/>
          </p:nvSpPr>
          <p:spPr>
            <a:xfrm>
              <a:off x="3135658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7" name="순서도: 처리 71"/>
            <p:cNvSpPr/>
            <p:nvPr/>
          </p:nvSpPr>
          <p:spPr>
            <a:xfrm>
              <a:off x="3287227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8" name="순서도: 처리 72"/>
            <p:cNvSpPr/>
            <p:nvPr/>
          </p:nvSpPr>
          <p:spPr>
            <a:xfrm>
              <a:off x="3438796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9" name="순서도: 처리 73"/>
            <p:cNvSpPr/>
            <p:nvPr/>
          </p:nvSpPr>
          <p:spPr>
            <a:xfrm>
              <a:off x="3590365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0" name="순서도: 처리 74"/>
            <p:cNvSpPr/>
            <p:nvPr/>
          </p:nvSpPr>
          <p:spPr>
            <a:xfrm>
              <a:off x="3741934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1" name="순서도: 처리 75"/>
            <p:cNvSpPr/>
            <p:nvPr/>
          </p:nvSpPr>
          <p:spPr>
            <a:xfrm>
              <a:off x="3893502" y="3140968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73965" y="3057642"/>
              <a:ext cx="607859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accent3"/>
                  </a:solidFill>
                </a:rPr>
                <a:t>50</a:t>
              </a:r>
              <a:r>
                <a:rPr lang="en-US" altLang="ko-KR" b="1" dirty="0">
                  <a:solidFill>
                    <a:schemeClr val="accent3"/>
                  </a:solidFill>
                </a:rPr>
                <a:t>%</a:t>
              </a:r>
              <a:endParaRPr lang="ko-KR" altLang="en-US" b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034858" y="3573253"/>
            <a:ext cx="103425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Here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순서도: 처리 213"/>
          <p:cNvSpPr/>
          <p:nvPr/>
        </p:nvSpPr>
        <p:spPr>
          <a:xfrm>
            <a:off x="1010946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5" name="순서도: 처리 214"/>
          <p:cNvSpPr/>
          <p:nvPr/>
        </p:nvSpPr>
        <p:spPr>
          <a:xfrm>
            <a:off x="1162515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6" name="순서도: 처리 215"/>
          <p:cNvSpPr/>
          <p:nvPr/>
        </p:nvSpPr>
        <p:spPr>
          <a:xfrm>
            <a:off x="1314084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7" name="순서도: 처리 216"/>
          <p:cNvSpPr/>
          <p:nvPr/>
        </p:nvSpPr>
        <p:spPr>
          <a:xfrm>
            <a:off x="1465653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8" name="순서도: 처리 217"/>
          <p:cNvSpPr/>
          <p:nvPr/>
        </p:nvSpPr>
        <p:spPr>
          <a:xfrm>
            <a:off x="1617222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9" name="순서도: 처리 218"/>
          <p:cNvSpPr/>
          <p:nvPr/>
        </p:nvSpPr>
        <p:spPr>
          <a:xfrm>
            <a:off x="1768791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0" name="순서도: 처리 219"/>
          <p:cNvSpPr/>
          <p:nvPr/>
        </p:nvSpPr>
        <p:spPr>
          <a:xfrm>
            <a:off x="1920360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순서도: 처리 220"/>
          <p:cNvSpPr/>
          <p:nvPr/>
        </p:nvSpPr>
        <p:spPr>
          <a:xfrm>
            <a:off x="2071929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순서도: 처리 221"/>
          <p:cNvSpPr/>
          <p:nvPr/>
        </p:nvSpPr>
        <p:spPr>
          <a:xfrm>
            <a:off x="2223498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3" name="순서도: 처리 222"/>
          <p:cNvSpPr/>
          <p:nvPr/>
        </p:nvSpPr>
        <p:spPr>
          <a:xfrm>
            <a:off x="2375067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4" name="순서도: 처리 223"/>
          <p:cNvSpPr/>
          <p:nvPr/>
        </p:nvSpPr>
        <p:spPr>
          <a:xfrm>
            <a:off x="2526636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5" name="순서도: 처리 224"/>
          <p:cNvSpPr/>
          <p:nvPr/>
        </p:nvSpPr>
        <p:spPr>
          <a:xfrm>
            <a:off x="2678205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6" name="순서도: 처리 225"/>
          <p:cNvSpPr/>
          <p:nvPr/>
        </p:nvSpPr>
        <p:spPr>
          <a:xfrm>
            <a:off x="2829774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7" name="순서도: 처리 226"/>
          <p:cNvSpPr/>
          <p:nvPr/>
        </p:nvSpPr>
        <p:spPr>
          <a:xfrm>
            <a:off x="2981343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8" name="순서도: 처리 227"/>
          <p:cNvSpPr/>
          <p:nvPr/>
        </p:nvSpPr>
        <p:spPr>
          <a:xfrm>
            <a:off x="3132912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9" name="순서도: 처리 228"/>
          <p:cNvSpPr/>
          <p:nvPr/>
        </p:nvSpPr>
        <p:spPr>
          <a:xfrm>
            <a:off x="3284481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0" name="순서도: 처리 229"/>
          <p:cNvSpPr/>
          <p:nvPr/>
        </p:nvSpPr>
        <p:spPr>
          <a:xfrm>
            <a:off x="3436050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1" name="순서도: 처리 230"/>
          <p:cNvSpPr/>
          <p:nvPr/>
        </p:nvSpPr>
        <p:spPr>
          <a:xfrm>
            <a:off x="3587619" y="3881212"/>
            <a:ext cx="108000" cy="288032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2" name="순서도: 처리 231"/>
          <p:cNvSpPr/>
          <p:nvPr/>
        </p:nvSpPr>
        <p:spPr>
          <a:xfrm>
            <a:off x="3739188" y="3881212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3" name="순서도: 처리 232"/>
          <p:cNvSpPr/>
          <p:nvPr/>
        </p:nvSpPr>
        <p:spPr>
          <a:xfrm>
            <a:off x="3890756" y="3881212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4" name="TextBox 53"/>
          <p:cNvSpPr txBox="1"/>
          <p:nvPr/>
        </p:nvSpPr>
        <p:spPr>
          <a:xfrm>
            <a:off x="4071219" y="3797886"/>
            <a:ext cx="60785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3"/>
                </a:solidFill>
              </a:rPr>
              <a:t>75</a:t>
            </a:r>
            <a:r>
              <a:rPr lang="en-US" altLang="ko-KR" b="1" dirty="0">
                <a:solidFill>
                  <a:schemeClr val="accent3"/>
                </a:solidFill>
              </a:rPr>
              <a:t>%</a:t>
            </a:r>
            <a:endParaRPr lang="ko-KR" altLang="en-US" b="1" dirty="0">
              <a:solidFill>
                <a:schemeClr val="accent3"/>
              </a:solidFill>
            </a:endParaRPr>
          </a:p>
        </p:txBody>
      </p:sp>
      <p:cxnSp>
        <p:nvCxnSpPr>
          <p:cNvPr id="55" name="직선 연결선 234"/>
          <p:cNvCxnSpPr/>
          <p:nvPr/>
        </p:nvCxnSpPr>
        <p:spPr bwMode="auto">
          <a:xfrm>
            <a:off x="1503849" y="4813932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235"/>
          <p:cNvCxnSpPr/>
          <p:nvPr/>
        </p:nvCxnSpPr>
        <p:spPr bwMode="auto">
          <a:xfrm>
            <a:off x="1503849" y="4509120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503850" y="4500262"/>
            <a:ext cx="67839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Case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타원 241"/>
          <p:cNvSpPr/>
          <p:nvPr/>
        </p:nvSpPr>
        <p:spPr>
          <a:xfrm>
            <a:off x="1034857" y="4450432"/>
            <a:ext cx="388504" cy="388504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/>
          </a:p>
        </p:txBody>
      </p:sp>
      <p:sp>
        <p:nvSpPr>
          <p:cNvPr id="59" name="TextBox 58"/>
          <p:cNvSpPr txBox="1"/>
          <p:nvPr/>
        </p:nvSpPr>
        <p:spPr>
          <a:xfrm>
            <a:off x="1034858" y="4902260"/>
            <a:ext cx="341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7394185" y="2852938"/>
            <a:ext cx="3752973" cy="686298"/>
            <a:chOff x="7394185" y="2852938"/>
            <a:chExt cx="3752973" cy="686298"/>
          </a:xfrm>
        </p:grpSpPr>
        <p:sp>
          <p:nvSpPr>
            <p:cNvPr id="61" name="TextBox 60"/>
            <p:cNvSpPr txBox="1"/>
            <p:nvPr/>
          </p:nvSpPr>
          <p:spPr>
            <a:xfrm>
              <a:off x="7394185" y="2852938"/>
              <a:ext cx="103425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 Here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순서도: 처리 250"/>
            <p:cNvSpPr/>
            <p:nvPr/>
          </p:nvSpPr>
          <p:spPr>
            <a:xfrm>
              <a:off x="7479026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3" name="순서도: 처리 251"/>
            <p:cNvSpPr/>
            <p:nvPr/>
          </p:nvSpPr>
          <p:spPr>
            <a:xfrm>
              <a:off x="7630595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4" name="순서도: 처리 252"/>
            <p:cNvSpPr/>
            <p:nvPr/>
          </p:nvSpPr>
          <p:spPr>
            <a:xfrm>
              <a:off x="7782164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5" name="순서도: 처리 253"/>
            <p:cNvSpPr/>
            <p:nvPr/>
          </p:nvSpPr>
          <p:spPr>
            <a:xfrm>
              <a:off x="7933733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6" name="순서도: 처리 254"/>
            <p:cNvSpPr/>
            <p:nvPr/>
          </p:nvSpPr>
          <p:spPr>
            <a:xfrm>
              <a:off x="8085302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7" name="순서도: 처리 255"/>
            <p:cNvSpPr/>
            <p:nvPr/>
          </p:nvSpPr>
          <p:spPr>
            <a:xfrm>
              <a:off x="8236871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8" name="순서도: 처리 256"/>
            <p:cNvSpPr/>
            <p:nvPr/>
          </p:nvSpPr>
          <p:spPr>
            <a:xfrm>
              <a:off x="8388440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9" name="순서도: 처리 257"/>
            <p:cNvSpPr/>
            <p:nvPr/>
          </p:nvSpPr>
          <p:spPr>
            <a:xfrm>
              <a:off x="8540009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0" name="순서도: 처리 258"/>
            <p:cNvSpPr/>
            <p:nvPr/>
          </p:nvSpPr>
          <p:spPr>
            <a:xfrm>
              <a:off x="8691578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1" name="순서도: 처리 259"/>
            <p:cNvSpPr/>
            <p:nvPr/>
          </p:nvSpPr>
          <p:spPr>
            <a:xfrm>
              <a:off x="8843147" y="3160897"/>
              <a:ext cx="108000" cy="288032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2" name="순서도: 처리 260"/>
            <p:cNvSpPr/>
            <p:nvPr/>
          </p:nvSpPr>
          <p:spPr>
            <a:xfrm>
              <a:off x="8994716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3" name="순서도: 처리 261"/>
            <p:cNvSpPr/>
            <p:nvPr/>
          </p:nvSpPr>
          <p:spPr>
            <a:xfrm>
              <a:off x="9146285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4" name="순서도: 처리 262"/>
            <p:cNvSpPr/>
            <p:nvPr/>
          </p:nvSpPr>
          <p:spPr>
            <a:xfrm>
              <a:off x="9297854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5" name="순서도: 처리 263"/>
            <p:cNvSpPr/>
            <p:nvPr/>
          </p:nvSpPr>
          <p:spPr>
            <a:xfrm>
              <a:off x="9449423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6" name="순서도: 처리 264"/>
            <p:cNvSpPr/>
            <p:nvPr/>
          </p:nvSpPr>
          <p:spPr>
            <a:xfrm>
              <a:off x="9600992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7" name="순서도: 처리 265"/>
            <p:cNvSpPr/>
            <p:nvPr/>
          </p:nvSpPr>
          <p:spPr>
            <a:xfrm>
              <a:off x="9752561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8" name="순서도: 처리 266"/>
            <p:cNvSpPr/>
            <p:nvPr/>
          </p:nvSpPr>
          <p:spPr>
            <a:xfrm>
              <a:off x="9904130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9" name="순서도: 처리 267"/>
            <p:cNvSpPr/>
            <p:nvPr/>
          </p:nvSpPr>
          <p:spPr>
            <a:xfrm>
              <a:off x="10055699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0" name="순서도: 처리 268"/>
            <p:cNvSpPr/>
            <p:nvPr/>
          </p:nvSpPr>
          <p:spPr>
            <a:xfrm>
              <a:off x="10207268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1" name="순서도: 처리 269"/>
            <p:cNvSpPr/>
            <p:nvPr/>
          </p:nvSpPr>
          <p:spPr>
            <a:xfrm>
              <a:off x="10358836" y="3160897"/>
              <a:ext cx="108000" cy="288032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539299" y="3077571"/>
              <a:ext cx="607859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accent2"/>
                  </a:solidFill>
                </a:rPr>
                <a:t>50</a:t>
              </a:r>
              <a:r>
                <a:rPr lang="en-US" altLang="ko-KR" b="1" dirty="0">
                  <a:solidFill>
                    <a:schemeClr val="accent2"/>
                  </a:solidFill>
                </a:rPr>
                <a:t>%</a:t>
              </a:r>
              <a:endParaRPr lang="ko-KR" altLang="en-US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7394185" y="3593182"/>
            <a:ext cx="103425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Here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순서도: 처리 273"/>
          <p:cNvSpPr/>
          <p:nvPr/>
        </p:nvSpPr>
        <p:spPr>
          <a:xfrm>
            <a:off x="7476280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순서도: 처리 274"/>
          <p:cNvSpPr/>
          <p:nvPr/>
        </p:nvSpPr>
        <p:spPr>
          <a:xfrm>
            <a:off x="7627849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순서도: 처리 275"/>
          <p:cNvSpPr/>
          <p:nvPr/>
        </p:nvSpPr>
        <p:spPr>
          <a:xfrm>
            <a:off x="7779418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7" name="순서도: 처리 276"/>
          <p:cNvSpPr/>
          <p:nvPr/>
        </p:nvSpPr>
        <p:spPr>
          <a:xfrm>
            <a:off x="7930987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순서도: 처리 277"/>
          <p:cNvSpPr/>
          <p:nvPr/>
        </p:nvSpPr>
        <p:spPr>
          <a:xfrm>
            <a:off x="8082556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9" name="순서도: 처리 278"/>
          <p:cNvSpPr/>
          <p:nvPr/>
        </p:nvSpPr>
        <p:spPr>
          <a:xfrm>
            <a:off x="8234125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0" name="순서도: 처리 279"/>
          <p:cNvSpPr/>
          <p:nvPr/>
        </p:nvSpPr>
        <p:spPr>
          <a:xfrm>
            <a:off x="8385694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순서도: 처리 280"/>
          <p:cNvSpPr/>
          <p:nvPr/>
        </p:nvSpPr>
        <p:spPr>
          <a:xfrm>
            <a:off x="8537263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2" name="순서도: 처리 281"/>
          <p:cNvSpPr/>
          <p:nvPr/>
        </p:nvSpPr>
        <p:spPr>
          <a:xfrm>
            <a:off x="8688832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3" name="순서도: 처리 282"/>
          <p:cNvSpPr/>
          <p:nvPr/>
        </p:nvSpPr>
        <p:spPr>
          <a:xfrm>
            <a:off x="8840401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4" name="순서도: 처리 283"/>
          <p:cNvSpPr/>
          <p:nvPr/>
        </p:nvSpPr>
        <p:spPr>
          <a:xfrm>
            <a:off x="8991970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5" name="순서도: 처리 284"/>
          <p:cNvSpPr/>
          <p:nvPr/>
        </p:nvSpPr>
        <p:spPr>
          <a:xfrm>
            <a:off x="9143539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순서도: 처리 285"/>
          <p:cNvSpPr/>
          <p:nvPr/>
        </p:nvSpPr>
        <p:spPr>
          <a:xfrm>
            <a:off x="9295108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순서도: 처리 286"/>
          <p:cNvSpPr/>
          <p:nvPr/>
        </p:nvSpPr>
        <p:spPr>
          <a:xfrm>
            <a:off x="9446677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순서도: 처리 287"/>
          <p:cNvSpPr/>
          <p:nvPr/>
        </p:nvSpPr>
        <p:spPr>
          <a:xfrm>
            <a:off x="9598246" y="3901141"/>
            <a:ext cx="108000" cy="288032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9" name="순서도: 처리 288"/>
          <p:cNvSpPr/>
          <p:nvPr/>
        </p:nvSpPr>
        <p:spPr>
          <a:xfrm>
            <a:off x="9749815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0" name="순서도: 처리 289"/>
          <p:cNvSpPr/>
          <p:nvPr/>
        </p:nvSpPr>
        <p:spPr>
          <a:xfrm>
            <a:off x="9901384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1" name="순서도: 처리 290"/>
          <p:cNvSpPr/>
          <p:nvPr/>
        </p:nvSpPr>
        <p:spPr>
          <a:xfrm>
            <a:off x="10052953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2" name="순서도: 처리 291"/>
          <p:cNvSpPr/>
          <p:nvPr/>
        </p:nvSpPr>
        <p:spPr>
          <a:xfrm>
            <a:off x="10204522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3" name="순서도: 처리 292"/>
          <p:cNvSpPr/>
          <p:nvPr/>
        </p:nvSpPr>
        <p:spPr>
          <a:xfrm>
            <a:off x="10356090" y="3901141"/>
            <a:ext cx="108000" cy="288032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4" name="TextBox 103"/>
          <p:cNvSpPr txBox="1"/>
          <p:nvPr/>
        </p:nvSpPr>
        <p:spPr>
          <a:xfrm>
            <a:off x="10536553" y="3817815"/>
            <a:ext cx="60785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</a:rPr>
              <a:t>75</a:t>
            </a:r>
            <a:r>
              <a:rPr lang="en-US" altLang="ko-KR" b="1" dirty="0">
                <a:solidFill>
                  <a:schemeClr val="accent2"/>
                </a:solidFill>
              </a:rPr>
              <a:t>%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cxnSp>
        <p:nvCxnSpPr>
          <p:cNvPr id="105" name="직선 연결선 294"/>
          <p:cNvCxnSpPr/>
          <p:nvPr/>
        </p:nvCxnSpPr>
        <p:spPr bwMode="auto">
          <a:xfrm>
            <a:off x="7863176" y="4833861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295"/>
          <p:cNvCxnSpPr/>
          <p:nvPr/>
        </p:nvCxnSpPr>
        <p:spPr bwMode="auto">
          <a:xfrm>
            <a:off x="7863176" y="4529049"/>
            <a:ext cx="3384000" cy="0"/>
          </a:xfrm>
          <a:prstGeom prst="line">
            <a:avLst/>
          </a:prstGeom>
          <a:ln w="19050" cmpd="sng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863176" y="4520192"/>
            <a:ext cx="67037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Case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타원 297"/>
          <p:cNvSpPr/>
          <p:nvPr/>
        </p:nvSpPr>
        <p:spPr>
          <a:xfrm>
            <a:off x="7394184" y="4470361"/>
            <a:ext cx="388504" cy="388504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/>
          </a:p>
        </p:txBody>
      </p:sp>
      <p:sp>
        <p:nvSpPr>
          <p:cNvPr id="109" name="TextBox 108"/>
          <p:cNvSpPr txBox="1"/>
          <p:nvPr/>
        </p:nvSpPr>
        <p:spPr>
          <a:xfrm>
            <a:off x="7394185" y="4922190"/>
            <a:ext cx="341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Rounded Rectangle 27"/>
          <p:cNvSpPr/>
          <p:nvPr/>
        </p:nvSpPr>
        <p:spPr>
          <a:xfrm>
            <a:off x="1128195" y="4556891"/>
            <a:ext cx="230803" cy="17728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1" name="Rounded Rectangle 7"/>
          <p:cNvSpPr/>
          <p:nvPr/>
        </p:nvSpPr>
        <p:spPr>
          <a:xfrm>
            <a:off x="7486108" y="4552809"/>
            <a:ext cx="234654" cy="20250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112" name="Group 111"/>
          <p:cNvGrpSpPr/>
          <p:nvPr/>
        </p:nvGrpSpPr>
        <p:grpSpPr>
          <a:xfrm>
            <a:off x="5079413" y="1850425"/>
            <a:ext cx="2076740" cy="4349605"/>
            <a:chOff x="6925794" y="3984449"/>
            <a:chExt cx="956480" cy="2003289"/>
          </a:xfrm>
        </p:grpSpPr>
        <p:sp>
          <p:nvSpPr>
            <p:cNvPr id="113" name="Freeform 9"/>
            <p:cNvSpPr/>
            <p:nvPr/>
          </p:nvSpPr>
          <p:spPr bwMode="auto">
            <a:xfrm>
              <a:off x="6925794" y="4047127"/>
              <a:ext cx="956480" cy="1940611"/>
            </a:xfrm>
            <a:custGeom>
              <a:avLst/>
              <a:gdLst>
                <a:gd name="T0" fmla="*/ 1787 w 1867"/>
                <a:gd name="T1" fmla="*/ 46 h 3789"/>
                <a:gd name="T2" fmla="*/ 1799 w 1867"/>
                <a:gd name="T3" fmla="*/ 220 h 3789"/>
                <a:gd name="T4" fmla="*/ 1827 w 1867"/>
                <a:gd name="T5" fmla="*/ 371 h 3789"/>
                <a:gd name="T6" fmla="*/ 1796 w 1867"/>
                <a:gd name="T7" fmla="*/ 616 h 3789"/>
                <a:gd name="T8" fmla="*/ 1687 w 1867"/>
                <a:gd name="T9" fmla="*/ 819 h 3789"/>
                <a:gd name="T10" fmla="*/ 1281 w 1867"/>
                <a:gd name="T11" fmla="*/ 859 h 3789"/>
                <a:gd name="T12" fmla="*/ 1365 w 1867"/>
                <a:gd name="T13" fmla="*/ 1428 h 3789"/>
                <a:gd name="T14" fmla="*/ 1428 w 1867"/>
                <a:gd name="T15" fmla="*/ 1718 h 3789"/>
                <a:gd name="T16" fmla="*/ 1310 w 1867"/>
                <a:gd name="T17" fmla="*/ 1679 h 3789"/>
                <a:gd name="T18" fmla="*/ 1227 w 1867"/>
                <a:gd name="T19" fmla="*/ 1948 h 3789"/>
                <a:gd name="T20" fmla="*/ 1199 w 1867"/>
                <a:gd name="T21" fmla="*/ 2111 h 3789"/>
                <a:gd name="T22" fmla="*/ 1152 w 1867"/>
                <a:gd name="T23" fmla="*/ 2430 h 3789"/>
                <a:gd name="T24" fmla="*/ 1095 w 1867"/>
                <a:gd name="T25" fmla="*/ 3030 h 3789"/>
                <a:gd name="T26" fmla="*/ 1120 w 1867"/>
                <a:gd name="T27" fmla="*/ 3266 h 3789"/>
                <a:gd name="T28" fmla="*/ 1207 w 1867"/>
                <a:gd name="T29" fmla="*/ 3412 h 3789"/>
                <a:gd name="T30" fmla="*/ 1371 w 1867"/>
                <a:gd name="T31" fmla="*/ 3529 h 3789"/>
                <a:gd name="T32" fmla="*/ 1274 w 1867"/>
                <a:gd name="T33" fmla="*/ 3622 h 3789"/>
                <a:gd name="T34" fmla="*/ 979 w 1867"/>
                <a:gd name="T35" fmla="*/ 3503 h 3789"/>
                <a:gd name="T36" fmla="*/ 856 w 1867"/>
                <a:gd name="T37" fmla="*/ 3412 h 3789"/>
                <a:gd name="T38" fmla="*/ 847 w 1867"/>
                <a:gd name="T39" fmla="*/ 3221 h 3789"/>
                <a:gd name="T40" fmla="*/ 860 w 1867"/>
                <a:gd name="T41" fmla="*/ 3025 h 3789"/>
                <a:gd name="T42" fmla="*/ 869 w 1867"/>
                <a:gd name="T43" fmla="*/ 2597 h 3789"/>
                <a:gd name="T44" fmla="*/ 871 w 1867"/>
                <a:gd name="T45" fmla="*/ 2204 h 3789"/>
                <a:gd name="T46" fmla="*/ 816 w 1867"/>
                <a:gd name="T47" fmla="*/ 2256 h 3789"/>
                <a:gd name="T48" fmla="*/ 672 w 1867"/>
                <a:gd name="T49" fmla="*/ 2624 h 3789"/>
                <a:gd name="T50" fmla="*/ 636 w 1867"/>
                <a:gd name="T51" fmla="*/ 2709 h 3789"/>
                <a:gd name="T52" fmla="*/ 580 w 1867"/>
                <a:gd name="T53" fmla="*/ 2944 h 3789"/>
                <a:gd name="T54" fmla="*/ 549 w 1867"/>
                <a:gd name="T55" fmla="*/ 3219 h 3789"/>
                <a:gd name="T56" fmla="*/ 560 w 1867"/>
                <a:gd name="T57" fmla="*/ 3480 h 3789"/>
                <a:gd name="T58" fmla="*/ 563 w 1867"/>
                <a:gd name="T59" fmla="*/ 3786 h 3789"/>
                <a:gd name="T60" fmla="*/ 343 w 1867"/>
                <a:gd name="T61" fmla="*/ 3605 h 3789"/>
                <a:gd name="T62" fmla="*/ 322 w 1867"/>
                <a:gd name="T63" fmla="*/ 3392 h 3789"/>
                <a:gd name="T64" fmla="*/ 422 w 1867"/>
                <a:gd name="T65" fmla="*/ 2492 h 3789"/>
                <a:gd name="T66" fmla="*/ 483 w 1867"/>
                <a:gd name="T67" fmla="*/ 1917 h 3789"/>
                <a:gd name="T68" fmla="*/ 479 w 1867"/>
                <a:gd name="T69" fmla="*/ 1887 h 3789"/>
                <a:gd name="T70" fmla="*/ 454 w 1867"/>
                <a:gd name="T71" fmla="*/ 1443 h 3789"/>
                <a:gd name="T72" fmla="*/ 432 w 1867"/>
                <a:gd name="T73" fmla="*/ 1057 h 3789"/>
                <a:gd name="T74" fmla="*/ 391 w 1867"/>
                <a:gd name="T75" fmla="*/ 1184 h 3789"/>
                <a:gd name="T76" fmla="*/ 223 w 1867"/>
                <a:gd name="T77" fmla="*/ 1285 h 3789"/>
                <a:gd name="T78" fmla="*/ 89 w 1867"/>
                <a:gd name="T79" fmla="*/ 1149 h 3789"/>
                <a:gd name="T80" fmla="*/ 44 w 1867"/>
                <a:gd name="T81" fmla="*/ 832 h 3789"/>
                <a:gd name="T82" fmla="*/ 77 w 1867"/>
                <a:gd name="T83" fmla="*/ 584 h 3789"/>
                <a:gd name="T84" fmla="*/ 203 w 1867"/>
                <a:gd name="T85" fmla="*/ 642 h 3789"/>
                <a:gd name="T86" fmla="*/ 171 w 1867"/>
                <a:gd name="T87" fmla="*/ 782 h 3789"/>
                <a:gd name="T88" fmla="*/ 211 w 1867"/>
                <a:gd name="T89" fmla="*/ 879 h 3789"/>
                <a:gd name="T90" fmla="*/ 248 w 1867"/>
                <a:gd name="T91" fmla="*/ 709 h 3789"/>
                <a:gd name="T92" fmla="*/ 273 w 1867"/>
                <a:gd name="T93" fmla="*/ 611 h 3789"/>
                <a:gd name="T94" fmla="*/ 504 w 1867"/>
                <a:gd name="T95" fmla="*/ 505 h 3789"/>
                <a:gd name="T96" fmla="*/ 615 w 1867"/>
                <a:gd name="T97" fmla="*/ 462 h 3789"/>
                <a:gd name="T98" fmla="*/ 788 w 1867"/>
                <a:gd name="T99" fmla="*/ 963 h 3789"/>
                <a:gd name="T100" fmla="*/ 962 w 1867"/>
                <a:gd name="T101" fmla="*/ 1459 h 3789"/>
                <a:gd name="T102" fmla="*/ 1113 w 1867"/>
                <a:gd name="T103" fmla="*/ 1442 h 3789"/>
                <a:gd name="T104" fmla="*/ 1143 w 1867"/>
                <a:gd name="T105" fmla="*/ 1153 h 3789"/>
                <a:gd name="T106" fmla="*/ 886 w 1867"/>
                <a:gd name="T107" fmla="*/ 428 h 3789"/>
                <a:gd name="T108" fmla="*/ 1059 w 1867"/>
                <a:gd name="T109" fmla="*/ 485 h 3789"/>
                <a:gd name="T110" fmla="*/ 1217 w 1867"/>
                <a:gd name="T111" fmla="*/ 546 h 3789"/>
                <a:gd name="T112" fmla="*/ 1314 w 1867"/>
                <a:gd name="T113" fmla="*/ 597 h 3789"/>
                <a:gd name="T114" fmla="*/ 1501 w 1867"/>
                <a:gd name="T115" fmla="*/ 624 h 3789"/>
                <a:gd name="T116" fmla="*/ 1595 w 1867"/>
                <a:gd name="T117" fmla="*/ 560 h 3789"/>
                <a:gd name="T118" fmla="*/ 1647 w 1867"/>
                <a:gd name="T119" fmla="*/ 373 h 3789"/>
                <a:gd name="T120" fmla="*/ 1681 w 1867"/>
                <a:gd name="T121" fmla="*/ 239 h 3789"/>
                <a:gd name="T122" fmla="*/ 1613 w 1867"/>
                <a:gd name="T123" fmla="*/ 23 h 3789"/>
                <a:gd name="connsiteX0" fmla="*/ 8779 w 10000"/>
                <a:gd name="connsiteY0" fmla="*/ 0 h 10000"/>
                <a:gd name="connsiteX1" fmla="*/ 8875 w 10000"/>
                <a:gd name="connsiteY1" fmla="*/ 0 h 10000"/>
                <a:gd name="connsiteX2" fmla="*/ 8993 w 10000"/>
                <a:gd name="connsiteY2" fmla="*/ 3 h 10000"/>
                <a:gd name="connsiteX3" fmla="*/ 9111 w 10000"/>
                <a:gd name="connsiteY3" fmla="*/ 11 h 10000"/>
                <a:gd name="connsiteX4" fmla="*/ 9239 w 10000"/>
                <a:gd name="connsiteY4" fmla="*/ 24 h 10000"/>
                <a:gd name="connsiteX5" fmla="*/ 9347 w 10000"/>
                <a:gd name="connsiteY5" fmla="*/ 37 h 10000"/>
                <a:gd name="connsiteX6" fmla="*/ 9448 w 10000"/>
                <a:gd name="connsiteY6" fmla="*/ 58 h 10000"/>
                <a:gd name="connsiteX7" fmla="*/ 9513 w 10000"/>
                <a:gd name="connsiteY7" fmla="*/ 79 h 10000"/>
                <a:gd name="connsiteX8" fmla="*/ 9555 w 10000"/>
                <a:gd name="connsiteY8" fmla="*/ 106 h 10000"/>
                <a:gd name="connsiteX9" fmla="*/ 9572 w 10000"/>
                <a:gd name="connsiteY9" fmla="*/ 121 h 10000"/>
                <a:gd name="connsiteX10" fmla="*/ 9577 w 10000"/>
                <a:gd name="connsiteY10" fmla="*/ 156 h 10000"/>
                <a:gd name="connsiteX11" fmla="*/ 9593 w 10000"/>
                <a:gd name="connsiteY11" fmla="*/ 201 h 10000"/>
                <a:gd name="connsiteX12" fmla="*/ 9604 w 10000"/>
                <a:gd name="connsiteY12" fmla="*/ 248 h 10000"/>
                <a:gd name="connsiteX13" fmla="*/ 9620 w 10000"/>
                <a:gd name="connsiteY13" fmla="*/ 304 h 10000"/>
                <a:gd name="connsiteX14" fmla="*/ 9625 w 10000"/>
                <a:gd name="connsiteY14" fmla="*/ 351 h 10000"/>
                <a:gd name="connsiteX15" fmla="*/ 9636 w 10000"/>
                <a:gd name="connsiteY15" fmla="*/ 396 h 10000"/>
                <a:gd name="connsiteX16" fmla="*/ 9636 w 10000"/>
                <a:gd name="connsiteY16" fmla="*/ 428 h 10000"/>
                <a:gd name="connsiteX17" fmla="*/ 9598 w 10000"/>
                <a:gd name="connsiteY17" fmla="*/ 499 h 10000"/>
                <a:gd name="connsiteX18" fmla="*/ 9614 w 10000"/>
                <a:gd name="connsiteY18" fmla="*/ 533 h 10000"/>
                <a:gd name="connsiteX19" fmla="*/ 9636 w 10000"/>
                <a:gd name="connsiteY19" fmla="*/ 581 h 10000"/>
                <a:gd name="connsiteX20" fmla="*/ 9663 w 10000"/>
                <a:gd name="connsiteY20" fmla="*/ 628 h 10000"/>
                <a:gd name="connsiteX21" fmla="*/ 9684 w 10000"/>
                <a:gd name="connsiteY21" fmla="*/ 670 h 10000"/>
                <a:gd name="connsiteX22" fmla="*/ 9695 w 10000"/>
                <a:gd name="connsiteY22" fmla="*/ 718 h 10000"/>
                <a:gd name="connsiteX23" fmla="*/ 9695 w 10000"/>
                <a:gd name="connsiteY23" fmla="*/ 768 h 10000"/>
                <a:gd name="connsiteX24" fmla="*/ 9689 w 10000"/>
                <a:gd name="connsiteY24" fmla="*/ 816 h 10000"/>
                <a:gd name="connsiteX25" fmla="*/ 9684 w 10000"/>
                <a:gd name="connsiteY25" fmla="*/ 860 h 10000"/>
                <a:gd name="connsiteX26" fmla="*/ 9684 w 10000"/>
                <a:gd name="connsiteY26" fmla="*/ 903 h 10000"/>
                <a:gd name="connsiteX27" fmla="*/ 9700 w 10000"/>
                <a:gd name="connsiteY27" fmla="*/ 932 h 10000"/>
                <a:gd name="connsiteX28" fmla="*/ 9738 w 10000"/>
                <a:gd name="connsiteY28" fmla="*/ 955 h 10000"/>
                <a:gd name="connsiteX29" fmla="*/ 9786 w 10000"/>
                <a:gd name="connsiteY29" fmla="*/ 979 h 10000"/>
                <a:gd name="connsiteX30" fmla="*/ 9839 w 10000"/>
                <a:gd name="connsiteY30" fmla="*/ 1000 h 10000"/>
                <a:gd name="connsiteX31" fmla="*/ 9888 w 10000"/>
                <a:gd name="connsiteY31" fmla="*/ 1019 h 10000"/>
                <a:gd name="connsiteX32" fmla="*/ 9936 w 10000"/>
                <a:gd name="connsiteY32" fmla="*/ 1037 h 10000"/>
                <a:gd name="connsiteX33" fmla="*/ 9979 w 10000"/>
                <a:gd name="connsiteY33" fmla="*/ 1066 h 10000"/>
                <a:gd name="connsiteX34" fmla="*/ 10000 w 10000"/>
                <a:gd name="connsiteY34" fmla="*/ 1106 h 10000"/>
                <a:gd name="connsiteX35" fmla="*/ 9898 w 10000"/>
                <a:gd name="connsiteY35" fmla="*/ 1198 h 10000"/>
                <a:gd name="connsiteX36" fmla="*/ 9818 w 10000"/>
                <a:gd name="connsiteY36" fmla="*/ 1301 h 10000"/>
                <a:gd name="connsiteX37" fmla="*/ 9754 w 10000"/>
                <a:gd name="connsiteY37" fmla="*/ 1407 h 10000"/>
                <a:gd name="connsiteX38" fmla="*/ 9689 w 10000"/>
                <a:gd name="connsiteY38" fmla="*/ 1518 h 10000"/>
                <a:gd name="connsiteX39" fmla="*/ 9620 w 10000"/>
                <a:gd name="connsiteY39" fmla="*/ 1626 h 10000"/>
                <a:gd name="connsiteX40" fmla="*/ 9545 w 10000"/>
                <a:gd name="connsiteY40" fmla="*/ 1731 h 10000"/>
                <a:gd name="connsiteX41" fmla="*/ 9507 w 10000"/>
                <a:gd name="connsiteY41" fmla="*/ 1787 h 10000"/>
                <a:gd name="connsiteX42" fmla="*/ 9475 w 10000"/>
                <a:gd name="connsiteY42" fmla="*/ 1847 h 10000"/>
                <a:gd name="connsiteX43" fmla="*/ 9454 w 10000"/>
                <a:gd name="connsiteY43" fmla="*/ 1908 h 10000"/>
                <a:gd name="connsiteX44" fmla="*/ 9416 w 10000"/>
                <a:gd name="connsiteY44" fmla="*/ 1974 h 10000"/>
                <a:gd name="connsiteX45" fmla="*/ 9379 w 10000"/>
                <a:gd name="connsiteY45" fmla="*/ 2035 h 10000"/>
                <a:gd name="connsiteX46" fmla="*/ 9314 w 10000"/>
                <a:gd name="connsiteY46" fmla="*/ 2088 h 10000"/>
                <a:gd name="connsiteX47" fmla="*/ 9239 w 10000"/>
                <a:gd name="connsiteY47" fmla="*/ 2122 h 10000"/>
                <a:gd name="connsiteX48" fmla="*/ 9143 w 10000"/>
                <a:gd name="connsiteY48" fmla="*/ 2146 h 10000"/>
                <a:gd name="connsiteX49" fmla="*/ 9036 w 10000"/>
                <a:gd name="connsiteY49" fmla="*/ 2162 h 10000"/>
                <a:gd name="connsiteX50" fmla="*/ 8918 w 10000"/>
                <a:gd name="connsiteY50" fmla="*/ 2175 h 10000"/>
                <a:gd name="connsiteX51" fmla="*/ 8795 w 10000"/>
                <a:gd name="connsiteY51" fmla="*/ 2185 h 10000"/>
                <a:gd name="connsiteX52" fmla="*/ 8677 w 10000"/>
                <a:gd name="connsiteY52" fmla="*/ 2201 h 10000"/>
                <a:gd name="connsiteX53" fmla="*/ 8468 w 10000"/>
                <a:gd name="connsiteY53" fmla="*/ 2220 h 10000"/>
                <a:gd name="connsiteX54" fmla="*/ 8232 w 10000"/>
                <a:gd name="connsiteY54" fmla="*/ 2241 h 10000"/>
                <a:gd name="connsiteX55" fmla="*/ 7975 w 10000"/>
                <a:gd name="connsiteY55" fmla="*/ 2251 h 10000"/>
                <a:gd name="connsiteX56" fmla="*/ 7702 w 10000"/>
                <a:gd name="connsiteY56" fmla="*/ 2262 h 10000"/>
                <a:gd name="connsiteX57" fmla="*/ 7429 w 10000"/>
                <a:gd name="connsiteY57" fmla="*/ 2264 h 10000"/>
                <a:gd name="connsiteX58" fmla="*/ 7145 w 10000"/>
                <a:gd name="connsiteY58" fmla="*/ 2267 h 10000"/>
                <a:gd name="connsiteX59" fmla="*/ 6861 w 10000"/>
                <a:gd name="connsiteY59" fmla="*/ 2267 h 10000"/>
                <a:gd name="connsiteX60" fmla="*/ 6867 w 10000"/>
                <a:gd name="connsiteY60" fmla="*/ 2449 h 10000"/>
                <a:gd name="connsiteX61" fmla="*/ 6893 w 10000"/>
                <a:gd name="connsiteY61" fmla="*/ 2637 h 10000"/>
                <a:gd name="connsiteX62" fmla="*/ 6936 w 10000"/>
                <a:gd name="connsiteY62" fmla="*/ 2821 h 10000"/>
                <a:gd name="connsiteX63" fmla="*/ 6990 w 10000"/>
                <a:gd name="connsiteY63" fmla="*/ 2996 h 10000"/>
                <a:gd name="connsiteX64" fmla="*/ 7059 w 10000"/>
                <a:gd name="connsiteY64" fmla="*/ 3159 h 10000"/>
                <a:gd name="connsiteX65" fmla="*/ 7129 w 10000"/>
                <a:gd name="connsiteY65" fmla="*/ 3304 h 10000"/>
                <a:gd name="connsiteX66" fmla="*/ 7177 w 10000"/>
                <a:gd name="connsiteY66" fmla="*/ 3423 h 10000"/>
                <a:gd name="connsiteX67" fmla="*/ 7225 w 10000"/>
                <a:gd name="connsiteY67" fmla="*/ 3537 h 10000"/>
                <a:gd name="connsiteX68" fmla="*/ 7263 w 10000"/>
                <a:gd name="connsiteY68" fmla="*/ 3653 h 10000"/>
                <a:gd name="connsiteX69" fmla="*/ 7311 w 10000"/>
                <a:gd name="connsiteY69" fmla="*/ 3769 h 10000"/>
                <a:gd name="connsiteX70" fmla="*/ 7370 w 10000"/>
                <a:gd name="connsiteY70" fmla="*/ 3885 h 10000"/>
                <a:gd name="connsiteX71" fmla="*/ 7450 w 10000"/>
                <a:gd name="connsiteY71" fmla="*/ 3980 h 10000"/>
                <a:gd name="connsiteX72" fmla="*/ 7531 w 10000"/>
                <a:gd name="connsiteY72" fmla="*/ 4075 h 10000"/>
                <a:gd name="connsiteX73" fmla="*/ 7622 w 10000"/>
                <a:gd name="connsiteY73" fmla="*/ 4170 h 10000"/>
                <a:gd name="connsiteX74" fmla="*/ 7702 w 10000"/>
                <a:gd name="connsiteY74" fmla="*/ 4262 h 10000"/>
                <a:gd name="connsiteX75" fmla="*/ 7766 w 10000"/>
                <a:gd name="connsiteY75" fmla="*/ 4355 h 10000"/>
                <a:gd name="connsiteX76" fmla="*/ 7793 w 10000"/>
                <a:gd name="connsiteY76" fmla="*/ 4447 h 10000"/>
                <a:gd name="connsiteX77" fmla="*/ 7745 w 10000"/>
                <a:gd name="connsiteY77" fmla="*/ 4476 h 10000"/>
                <a:gd name="connsiteX78" fmla="*/ 7697 w 10000"/>
                <a:gd name="connsiteY78" fmla="*/ 4503 h 10000"/>
                <a:gd name="connsiteX79" fmla="*/ 7649 w 10000"/>
                <a:gd name="connsiteY79" fmla="*/ 4534 h 10000"/>
                <a:gd name="connsiteX80" fmla="*/ 7606 w 10000"/>
                <a:gd name="connsiteY80" fmla="*/ 4558 h 10000"/>
                <a:gd name="connsiteX81" fmla="*/ 7568 w 10000"/>
                <a:gd name="connsiteY81" fmla="*/ 4571 h 10000"/>
                <a:gd name="connsiteX82" fmla="*/ 7488 w 10000"/>
                <a:gd name="connsiteY82" fmla="*/ 4582 h 10000"/>
                <a:gd name="connsiteX83" fmla="*/ 7413 w 10000"/>
                <a:gd name="connsiteY83" fmla="*/ 4603 h 10000"/>
                <a:gd name="connsiteX84" fmla="*/ 7322 w 10000"/>
                <a:gd name="connsiteY84" fmla="*/ 4629 h 10000"/>
                <a:gd name="connsiteX85" fmla="*/ 7242 w 10000"/>
                <a:gd name="connsiteY85" fmla="*/ 4663 h 10000"/>
                <a:gd name="connsiteX86" fmla="*/ 7172 w 10000"/>
                <a:gd name="connsiteY86" fmla="*/ 4698 h 10000"/>
                <a:gd name="connsiteX87" fmla="*/ 7108 w 10000"/>
                <a:gd name="connsiteY87" fmla="*/ 4727 h 10000"/>
                <a:gd name="connsiteX88" fmla="*/ 7054 w 10000"/>
                <a:gd name="connsiteY88" fmla="*/ 4719 h 10000"/>
                <a:gd name="connsiteX89" fmla="*/ 7017 w 10000"/>
                <a:gd name="connsiteY89" fmla="*/ 4431 h 10000"/>
                <a:gd name="connsiteX90" fmla="*/ 6947 w 10000"/>
                <a:gd name="connsiteY90" fmla="*/ 4431 h 10000"/>
                <a:gd name="connsiteX91" fmla="*/ 6893 w 10000"/>
                <a:gd name="connsiteY91" fmla="*/ 4434 h 10000"/>
                <a:gd name="connsiteX92" fmla="*/ 6840 w 10000"/>
                <a:gd name="connsiteY92" fmla="*/ 4434 h 10000"/>
                <a:gd name="connsiteX93" fmla="*/ 6770 w 10000"/>
                <a:gd name="connsiteY93" fmla="*/ 4437 h 10000"/>
                <a:gd name="connsiteX94" fmla="*/ 6663 w 10000"/>
                <a:gd name="connsiteY94" fmla="*/ 4442 h 10000"/>
                <a:gd name="connsiteX95" fmla="*/ 6652 w 10000"/>
                <a:gd name="connsiteY95" fmla="*/ 4587 h 10000"/>
                <a:gd name="connsiteX96" fmla="*/ 6642 w 10000"/>
                <a:gd name="connsiteY96" fmla="*/ 4737 h 10000"/>
                <a:gd name="connsiteX97" fmla="*/ 6636 w 10000"/>
                <a:gd name="connsiteY97" fmla="*/ 4885 h 10000"/>
                <a:gd name="connsiteX98" fmla="*/ 6615 w 10000"/>
                <a:gd name="connsiteY98" fmla="*/ 5033 h 10000"/>
                <a:gd name="connsiteX99" fmla="*/ 6572 w 10000"/>
                <a:gd name="connsiteY99" fmla="*/ 5141 h 10000"/>
                <a:gd name="connsiteX100" fmla="*/ 6524 w 10000"/>
                <a:gd name="connsiteY100" fmla="*/ 5252 h 10000"/>
                <a:gd name="connsiteX101" fmla="*/ 6476 w 10000"/>
                <a:gd name="connsiteY101" fmla="*/ 5352 h 10000"/>
                <a:gd name="connsiteX102" fmla="*/ 6449 w 10000"/>
                <a:gd name="connsiteY102" fmla="*/ 5455 h 10000"/>
                <a:gd name="connsiteX103" fmla="*/ 6454 w 10000"/>
                <a:gd name="connsiteY103" fmla="*/ 5550 h 10000"/>
                <a:gd name="connsiteX104" fmla="*/ 6443 w 10000"/>
                <a:gd name="connsiteY104" fmla="*/ 5556 h 10000"/>
                <a:gd name="connsiteX105" fmla="*/ 6427 w 10000"/>
                <a:gd name="connsiteY105" fmla="*/ 5556 h 10000"/>
                <a:gd name="connsiteX106" fmla="*/ 6427 w 10000"/>
                <a:gd name="connsiteY106" fmla="*/ 5556 h 10000"/>
                <a:gd name="connsiteX107" fmla="*/ 6422 w 10000"/>
                <a:gd name="connsiteY107" fmla="*/ 5558 h 10000"/>
                <a:gd name="connsiteX108" fmla="*/ 6422 w 10000"/>
                <a:gd name="connsiteY108" fmla="*/ 5566 h 10000"/>
                <a:gd name="connsiteX109" fmla="*/ 6422 w 10000"/>
                <a:gd name="connsiteY109" fmla="*/ 5571 h 10000"/>
                <a:gd name="connsiteX110" fmla="*/ 6422 w 10000"/>
                <a:gd name="connsiteY110" fmla="*/ 5582 h 10000"/>
                <a:gd name="connsiteX111" fmla="*/ 6422 w 10000"/>
                <a:gd name="connsiteY111" fmla="*/ 5595 h 10000"/>
                <a:gd name="connsiteX112" fmla="*/ 6347 w 10000"/>
                <a:gd name="connsiteY112" fmla="*/ 5682 h 10000"/>
                <a:gd name="connsiteX113" fmla="*/ 6288 w 10000"/>
                <a:gd name="connsiteY113" fmla="*/ 5775 h 10000"/>
                <a:gd name="connsiteX114" fmla="*/ 6261 w 10000"/>
                <a:gd name="connsiteY114" fmla="*/ 5872 h 10000"/>
                <a:gd name="connsiteX115" fmla="*/ 6251 w 10000"/>
                <a:gd name="connsiteY115" fmla="*/ 5978 h 10000"/>
                <a:gd name="connsiteX116" fmla="*/ 6235 w 10000"/>
                <a:gd name="connsiteY116" fmla="*/ 6083 h 10000"/>
                <a:gd name="connsiteX117" fmla="*/ 6229 w 10000"/>
                <a:gd name="connsiteY117" fmla="*/ 6194 h 10000"/>
                <a:gd name="connsiteX118" fmla="*/ 6208 w 10000"/>
                <a:gd name="connsiteY118" fmla="*/ 6302 h 10000"/>
                <a:gd name="connsiteX119" fmla="*/ 6170 w 10000"/>
                <a:gd name="connsiteY119" fmla="*/ 6413 h 10000"/>
                <a:gd name="connsiteX120" fmla="*/ 5978 w 10000"/>
                <a:gd name="connsiteY120" fmla="*/ 7213 h 10000"/>
                <a:gd name="connsiteX121" fmla="*/ 5951 w 10000"/>
                <a:gd name="connsiteY121" fmla="*/ 7300 h 10000"/>
                <a:gd name="connsiteX122" fmla="*/ 5935 w 10000"/>
                <a:gd name="connsiteY122" fmla="*/ 7398 h 10000"/>
                <a:gd name="connsiteX123" fmla="*/ 5929 w 10000"/>
                <a:gd name="connsiteY123" fmla="*/ 7487 h 10000"/>
                <a:gd name="connsiteX124" fmla="*/ 5929 w 10000"/>
                <a:gd name="connsiteY124" fmla="*/ 7585 h 10000"/>
                <a:gd name="connsiteX125" fmla="*/ 5929 w 10000"/>
                <a:gd name="connsiteY125" fmla="*/ 7672 h 10000"/>
                <a:gd name="connsiteX126" fmla="*/ 5913 w 10000"/>
                <a:gd name="connsiteY126" fmla="*/ 7754 h 10000"/>
                <a:gd name="connsiteX127" fmla="*/ 5897 w 10000"/>
                <a:gd name="connsiteY127" fmla="*/ 7831 h 10000"/>
                <a:gd name="connsiteX128" fmla="*/ 5865 w 10000"/>
                <a:gd name="connsiteY128" fmla="*/ 7915 h 10000"/>
                <a:gd name="connsiteX129" fmla="*/ 5865 w 10000"/>
                <a:gd name="connsiteY129" fmla="*/ 7997 h 10000"/>
                <a:gd name="connsiteX130" fmla="*/ 5886 w 10000"/>
                <a:gd name="connsiteY130" fmla="*/ 8073 h 10000"/>
                <a:gd name="connsiteX131" fmla="*/ 5924 w 10000"/>
                <a:gd name="connsiteY131" fmla="*/ 8147 h 10000"/>
                <a:gd name="connsiteX132" fmla="*/ 5972 w 10000"/>
                <a:gd name="connsiteY132" fmla="*/ 8216 h 10000"/>
                <a:gd name="connsiteX133" fmla="*/ 6020 w 10000"/>
                <a:gd name="connsiteY133" fmla="*/ 8282 h 10000"/>
                <a:gd name="connsiteX134" fmla="*/ 6069 w 10000"/>
                <a:gd name="connsiteY134" fmla="*/ 8343 h 10000"/>
                <a:gd name="connsiteX135" fmla="*/ 6138 w 10000"/>
                <a:gd name="connsiteY135" fmla="*/ 8551 h 10000"/>
                <a:gd name="connsiteX136" fmla="*/ 6111 w 10000"/>
                <a:gd name="connsiteY136" fmla="*/ 8572 h 10000"/>
                <a:gd name="connsiteX137" fmla="*/ 6069 w 10000"/>
                <a:gd name="connsiteY137" fmla="*/ 8585 h 10000"/>
                <a:gd name="connsiteX138" fmla="*/ 6031 w 10000"/>
                <a:gd name="connsiteY138" fmla="*/ 8599 h 10000"/>
                <a:gd name="connsiteX139" fmla="*/ 5999 w 10000"/>
                <a:gd name="connsiteY139" fmla="*/ 8620 h 10000"/>
                <a:gd name="connsiteX140" fmla="*/ 6069 w 10000"/>
                <a:gd name="connsiteY140" fmla="*/ 8630 h 10000"/>
                <a:gd name="connsiteX141" fmla="*/ 6117 w 10000"/>
                <a:gd name="connsiteY141" fmla="*/ 8643 h 10000"/>
                <a:gd name="connsiteX142" fmla="*/ 6160 w 10000"/>
                <a:gd name="connsiteY142" fmla="*/ 8670 h 10000"/>
                <a:gd name="connsiteX143" fmla="*/ 6138 w 10000"/>
                <a:gd name="connsiteY143" fmla="*/ 8720 h 10000"/>
                <a:gd name="connsiteX144" fmla="*/ 6144 w 10000"/>
                <a:gd name="connsiteY144" fmla="*/ 8770 h 10000"/>
                <a:gd name="connsiteX145" fmla="*/ 6181 w 10000"/>
                <a:gd name="connsiteY145" fmla="*/ 8826 h 10000"/>
                <a:gd name="connsiteX146" fmla="*/ 6235 w 10000"/>
                <a:gd name="connsiteY146" fmla="*/ 8873 h 10000"/>
                <a:gd name="connsiteX147" fmla="*/ 6288 w 10000"/>
                <a:gd name="connsiteY147" fmla="*/ 8918 h 10000"/>
                <a:gd name="connsiteX148" fmla="*/ 6352 w 10000"/>
                <a:gd name="connsiteY148" fmla="*/ 8952 h 10000"/>
                <a:gd name="connsiteX149" fmla="*/ 6465 w 10000"/>
                <a:gd name="connsiteY149" fmla="*/ 9005 h 10000"/>
                <a:gd name="connsiteX150" fmla="*/ 6583 w 10000"/>
                <a:gd name="connsiteY150" fmla="*/ 9063 h 10000"/>
                <a:gd name="connsiteX151" fmla="*/ 6706 w 10000"/>
                <a:gd name="connsiteY151" fmla="*/ 9116 h 10000"/>
                <a:gd name="connsiteX152" fmla="*/ 6781 w 10000"/>
                <a:gd name="connsiteY152" fmla="*/ 9140 h 10000"/>
                <a:gd name="connsiteX153" fmla="*/ 6867 w 10000"/>
                <a:gd name="connsiteY153" fmla="*/ 9161 h 10000"/>
                <a:gd name="connsiteX154" fmla="*/ 6958 w 10000"/>
                <a:gd name="connsiteY154" fmla="*/ 9179 h 10000"/>
                <a:gd name="connsiteX155" fmla="*/ 7043 w 10000"/>
                <a:gd name="connsiteY155" fmla="*/ 9200 h 10000"/>
                <a:gd name="connsiteX156" fmla="*/ 7134 w 10000"/>
                <a:gd name="connsiteY156" fmla="*/ 9224 h 10000"/>
                <a:gd name="connsiteX157" fmla="*/ 7220 w 10000"/>
                <a:gd name="connsiteY157" fmla="*/ 9248 h 10000"/>
                <a:gd name="connsiteX158" fmla="*/ 7290 w 10000"/>
                <a:gd name="connsiteY158" fmla="*/ 9279 h 10000"/>
                <a:gd name="connsiteX159" fmla="*/ 7343 w 10000"/>
                <a:gd name="connsiteY159" fmla="*/ 9314 h 10000"/>
                <a:gd name="connsiteX160" fmla="*/ 7386 w 10000"/>
                <a:gd name="connsiteY160" fmla="*/ 9359 h 10000"/>
                <a:gd name="connsiteX161" fmla="*/ 7408 w 10000"/>
                <a:gd name="connsiteY161" fmla="*/ 9409 h 10000"/>
                <a:gd name="connsiteX162" fmla="*/ 7381 w 10000"/>
                <a:gd name="connsiteY162" fmla="*/ 9433 h 10000"/>
                <a:gd name="connsiteX163" fmla="*/ 7359 w 10000"/>
                <a:gd name="connsiteY163" fmla="*/ 9464 h 10000"/>
                <a:gd name="connsiteX164" fmla="*/ 7333 w 10000"/>
                <a:gd name="connsiteY164" fmla="*/ 9493 h 10000"/>
                <a:gd name="connsiteX165" fmla="*/ 7284 w 10000"/>
                <a:gd name="connsiteY165" fmla="*/ 9522 h 10000"/>
                <a:gd name="connsiteX166" fmla="*/ 7193 w 10000"/>
                <a:gd name="connsiteY166" fmla="*/ 9546 h 10000"/>
                <a:gd name="connsiteX167" fmla="*/ 7081 w 10000"/>
                <a:gd name="connsiteY167" fmla="*/ 9559 h 10000"/>
                <a:gd name="connsiteX168" fmla="*/ 6958 w 10000"/>
                <a:gd name="connsiteY168" fmla="*/ 9562 h 10000"/>
                <a:gd name="connsiteX169" fmla="*/ 6824 w 10000"/>
                <a:gd name="connsiteY169" fmla="*/ 9559 h 10000"/>
                <a:gd name="connsiteX170" fmla="*/ 6690 w 10000"/>
                <a:gd name="connsiteY170" fmla="*/ 9551 h 10000"/>
                <a:gd name="connsiteX171" fmla="*/ 6567 w 10000"/>
                <a:gd name="connsiteY171" fmla="*/ 9546 h 10000"/>
                <a:gd name="connsiteX172" fmla="*/ 6454 w 10000"/>
                <a:gd name="connsiteY172" fmla="*/ 9538 h 10000"/>
                <a:gd name="connsiteX173" fmla="*/ 6261 w 10000"/>
                <a:gd name="connsiteY173" fmla="*/ 9525 h 10000"/>
                <a:gd name="connsiteX174" fmla="*/ 6074 w 10000"/>
                <a:gd name="connsiteY174" fmla="*/ 9493 h 10000"/>
                <a:gd name="connsiteX175" fmla="*/ 5903 w 10000"/>
                <a:gd name="connsiteY175" fmla="*/ 9454 h 10000"/>
                <a:gd name="connsiteX176" fmla="*/ 5726 w 10000"/>
                <a:gd name="connsiteY176" fmla="*/ 9401 h 10000"/>
                <a:gd name="connsiteX177" fmla="*/ 5560 w 10000"/>
                <a:gd name="connsiteY177" fmla="*/ 9351 h 10000"/>
                <a:gd name="connsiteX178" fmla="*/ 5404 w 10000"/>
                <a:gd name="connsiteY178" fmla="*/ 9295 h 10000"/>
                <a:gd name="connsiteX179" fmla="*/ 5244 w 10000"/>
                <a:gd name="connsiteY179" fmla="*/ 9245 h 10000"/>
                <a:gd name="connsiteX180" fmla="*/ 5083 w 10000"/>
                <a:gd name="connsiteY180" fmla="*/ 9250 h 10000"/>
                <a:gd name="connsiteX181" fmla="*/ 5019 w 10000"/>
                <a:gd name="connsiteY181" fmla="*/ 9245 h 10000"/>
                <a:gd name="connsiteX182" fmla="*/ 4944 w 10000"/>
                <a:gd name="connsiteY182" fmla="*/ 9227 h 10000"/>
                <a:gd name="connsiteX183" fmla="*/ 4853 w 10000"/>
                <a:gd name="connsiteY183" fmla="*/ 9211 h 10000"/>
                <a:gd name="connsiteX184" fmla="*/ 4762 w 10000"/>
                <a:gd name="connsiteY184" fmla="*/ 9187 h 10000"/>
                <a:gd name="connsiteX185" fmla="*/ 4681 w 10000"/>
                <a:gd name="connsiteY185" fmla="*/ 9163 h 10000"/>
                <a:gd name="connsiteX186" fmla="*/ 4617 w 10000"/>
                <a:gd name="connsiteY186" fmla="*/ 9134 h 10000"/>
                <a:gd name="connsiteX187" fmla="*/ 4585 w 10000"/>
                <a:gd name="connsiteY187" fmla="*/ 9105 h 10000"/>
                <a:gd name="connsiteX188" fmla="*/ 4574 w 10000"/>
                <a:gd name="connsiteY188" fmla="*/ 9060 h 10000"/>
                <a:gd name="connsiteX189" fmla="*/ 4585 w 10000"/>
                <a:gd name="connsiteY189" fmla="*/ 9005 h 10000"/>
                <a:gd name="connsiteX190" fmla="*/ 4606 w 10000"/>
                <a:gd name="connsiteY190" fmla="*/ 8947 h 10000"/>
                <a:gd name="connsiteX191" fmla="*/ 4638 w 10000"/>
                <a:gd name="connsiteY191" fmla="*/ 8884 h 10000"/>
                <a:gd name="connsiteX192" fmla="*/ 4681 w 10000"/>
                <a:gd name="connsiteY192" fmla="*/ 8820 h 10000"/>
                <a:gd name="connsiteX193" fmla="*/ 4724 w 10000"/>
                <a:gd name="connsiteY193" fmla="*/ 8757 h 10000"/>
                <a:gd name="connsiteX194" fmla="*/ 4756 w 10000"/>
                <a:gd name="connsiteY194" fmla="*/ 8699 h 10000"/>
                <a:gd name="connsiteX195" fmla="*/ 4783 w 10000"/>
                <a:gd name="connsiteY195" fmla="*/ 8646 h 10000"/>
                <a:gd name="connsiteX196" fmla="*/ 4799 w 10000"/>
                <a:gd name="connsiteY196" fmla="*/ 8604 h 10000"/>
                <a:gd name="connsiteX197" fmla="*/ 4676 w 10000"/>
                <a:gd name="connsiteY197" fmla="*/ 8572 h 10000"/>
                <a:gd name="connsiteX198" fmla="*/ 4590 w 10000"/>
                <a:gd name="connsiteY198" fmla="*/ 8538 h 10000"/>
                <a:gd name="connsiteX199" fmla="*/ 4537 w 10000"/>
                <a:gd name="connsiteY199" fmla="*/ 8501 h 10000"/>
                <a:gd name="connsiteX200" fmla="*/ 4499 w 10000"/>
                <a:gd name="connsiteY200" fmla="*/ 8459 h 10000"/>
                <a:gd name="connsiteX201" fmla="*/ 4488 w 10000"/>
                <a:gd name="connsiteY201" fmla="*/ 8414 h 10000"/>
                <a:gd name="connsiteX202" fmla="*/ 4494 w 10000"/>
                <a:gd name="connsiteY202" fmla="*/ 8366 h 10000"/>
                <a:gd name="connsiteX203" fmla="*/ 4510 w 10000"/>
                <a:gd name="connsiteY203" fmla="*/ 8316 h 10000"/>
                <a:gd name="connsiteX204" fmla="*/ 4537 w 10000"/>
                <a:gd name="connsiteY204" fmla="*/ 8263 h 10000"/>
                <a:gd name="connsiteX205" fmla="*/ 4563 w 10000"/>
                <a:gd name="connsiteY205" fmla="*/ 8211 h 10000"/>
                <a:gd name="connsiteX206" fmla="*/ 4585 w 10000"/>
                <a:gd name="connsiteY206" fmla="*/ 8155 h 10000"/>
                <a:gd name="connsiteX207" fmla="*/ 4606 w 10000"/>
                <a:gd name="connsiteY207" fmla="*/ 8097 h 10000"/>
                <a:gd name="connsiteX208" fmla="*/ 4612 w 10000"/>
                <a:gd name="connsiteY208" fmla="*/ 8042 h 10000"/>
                <a:gd name="connsiteX209" fmla="*/ 4606 w 10000"/>
                <a:gd name="connsiteY209" fmla="*/ 7984 h 10000"/>
                <a:gd name="connsiteX210" fmla="*/ 4590 w 10000"/>
                <a:gd name="connsiteY210" fmla="*/ 7920 h 10000"/>
                <a:gd name="connsiteX211" fmla="*/ 4585 w 10000"/>
                <a:gd name="connsiteY211" fmla="*/ 7838 h 10000"/>
                <a:gd name="connsiteX212" fmla="*/ 4585 w 10000"/>
                <a:gd name="connsiteY212" fmla="*/ 7746 h 10000"/>
                <a:gd name="connsiteX213" fmla="*/ 4590 w 10000"/>
                <a:gd name="connsiteY213" fmla="*/ 7646 h 10000"/>
                <a:gd name="connsiteX214" fmla="*/ 4606 w 10000"/>
                <a:gd name="connsiteY214" fmla="*/ 7551 h 10000"/>
                <a:gd name="connsiteX215" fmla="*/ 4628 w 10000"/>
                <a:gd name="connsiteY215" fmla="*/ 7464 h 10000"/>
                <a:gd name="connsiteX216" fmla="*/ 4644 w 10000"/>
                <a:gd name="connsiteY216" fmla="*/ 7324 h 10000"/>
                <a:gd name="connsiteX217" fmla="*/ 4660 w 10000"/>
                <a:gd name="connsiteY217" fmla="*/ 7173 h 10000"/>
                <a:gd name="connsiteX218" fmla="*/ 4660 w 10000"/>
                <a:gd name="connsiteY218" fmla="*/ 7018 h 10000"/>
                <a:gd name="connsiteX219" fmla="*/ 4655 w 10000"/>
                <a:gd name="connsiteY219" fmla="*/ 6854 h 10000"/>
                <a:gd name="connsiteX220" fmla="*/ 4638 w 10000"/>
                <a:gd name="connsiteY220" fmla="*/ 6693 h 10000"/>
                <a:gd name="connsiteX221" fmla="*/ 4633 w 10000"/>
                <a:gd name="connsiteY221" fmla="*/ 6540 h 10000"/>
                <a:gd name="connsiteX222" fmla="*/ 4628 w 10000"/>
                <a:gd name="connsiteY222" fmla="*/ 6395 h 10000"/>
                <a:gd name="connsiteX223" fmla="*/ 4628 w 10000"/>
                <a:gd name="connsiteY223" fmla="*/ 6310 h 10000"/>
                <a:gd name="connsiteX224" fmla="*/ 4633 w 10000"/>
                <a:gd name="connsiteY224" fmla="*/ 6226 h 10000"/>
                <a:gd name="connsiteX225" fmla="*/ 4644 w 10000"/>
                <a:gd name="connsiteY225" fmla="*/ 6139 h 10000"/>
                <a:gd name="connsiteX226" fmla="*/ 4660 w 10000"/>
                <a:gd name="connsiteY226" fmla="*/ 6054 h 10000"/>
                <a:gd name="connsiteX227" fmla="*/ 4676 w 10000"/>
                <a:gd name="connsiteY227" fmla="*/ 5967 h 10000"/>
                <a:gd name="connsiteX228" fmla="*/ 4676 w 10000"/>
                <a:gd name="connsiteY228" fmla="*/ 5891 h 10000"/>
                <a:gd name="connsiteX229" fmla="*/ 4665 w 10000"/>
                <a:gd name="connsiteY229" fmla="*/ 5817 h 10000"/>
                <a:gd name="connsiteX230" fmla="*/ 4638 w 10000"/>
                <a:gd name="connsiteY230" fmla="*/ 5751 h 10000"/>
                <a:gd name="connsiteX231" fmla="*/ 4585 w 10000"/>
                <a:gd name="connsiteY231" fmla="*/ 5693 h 10000"/>
                <a:gd name="connsiteX232" fmla="*/ 4585 w 10000"/>
                <a:gd name="connsiteY232" fmla="*/ 5709 h 10000"/>
                <a:gd name="connsiteX233" fmla="*/ 4547 w 10000"/>
                <a:gd name="connsiteY233" fmla="*/ 5740 h 10000"/>
                <a:gd name="connsiteX234" fmla="*/ 4510 w 10000"/>
                <a:gd name="connsiteY234" fmla="*/ 5785 h 10000"/>
                <a:gd name="connsiteX235" fmla="*/ 4488 w 10000"/>
                <a:gd name="connsiteY235" fmla="*/ 5827 h 10000"/>
                <a:gd name="connsiteX236" fmla="*/ 4478 w 10000"/>
                <a:gd name="connsiteY236" fmla="*/ 5872 h 10000"/>
                <a:gd name="connsiteX237" fmla="*/ 4446 w 10000"/>
                <a:gd name="connsiteY237" fmla="*/ 5885 h 10000"/>
                <a:gd name="connsiteX238" fmla="*/ 4408 w 10000"/>
                <a:gd name="connsiteY238" fmla="*/ 5914 h 10000"/>
                <a:gd name="connsiteX239" fmla="*/ 4371 w 10000"/>
                <a:gd name="connsiteY239" fmla="*/ 5954 h 10000"/>
                <a:gd name="connsiteX240" fmla="*/ 4328 w 10000"/>
                <a:gd name="connsiteY240" fmla="*/ 6002 h 10000"/>
                <a:gd name="connsiteX241" fmla="*/ 4280 w 10000"/>
                <a:gd name="connsiteY241" fmla="*/ 6057 h 10000"/>
                <a:gd name="connsiteX242" fmla="*/ 4237 w 10000"/>
                <a:gd name="connsiteY242" fmla="*/ 6112 h 10000"/>
                <a:gd name="connsiteX243" fmla="*/ 4205 w 10000"/>
                <a:gd name="connsiteY243" fmla="*/ 6165 h 10000"/>
                <a:gd name="connsiteX244" fmla="*/ 4162 w 10000"/>
                <a:gd name="connsiteY244" fmla="*/ 6215 h 10000"/>
                <a:gd name="connsiteX245" fmla="*/ 4044 w 10000"/>
                <a:gd name="connsiteY245" fmla="*/ 6358 h 10000"/>
                <a:gd name="connsiteX246" fmla="*/ 3910 w 10000"/>
                <a:gd name="connsiteY246" fmla="*/ 6500 h 10000"/>
                <a:gd name="connsiteX247" fmla="*/ 3787 w 10000"/>
                <a:gd name="connsiteY247" fmla="*/ 6646 h 10000"/>
                <a:gd name="connsiteX248" fmla="*/ 3680 w 10000"/>
                <a:gd name="connsiteY248" fmla="*/ 6788 h 10000"/>
                <a:gd name="connsiteX249" fmla="*/ 3599 w 10000"/>
                <a:gd name="connsiteY249" fmla="*/ 6925 h 10000"/>
                <a:gd name="connsiteX250" fmla="*/ 3599 w 10000"/>
                <a:gd name="connsiteY250" fmla="*/ 6928 h 10000"/>
                <a:gd name="connsiteX251" fmla="*/ 3599 w 10000"/>
                <a:gd name="connsiteY251" fmla="*/ 6931 h 10000"/>
                <a:gd name="connsiteX252" fmla="*/ 3605 w 10000"/>
                <a:gd name="connsiteY252" fmla="*/ 6936 h 10000"/>
                <a:gd name="connsiteX253" fmla="*/ 3605 w 10000"/>
                <a:gd name="connsiteY253" fmla="*/ 6941 h 10000"/>
                <a:gd name="connsiteX254" fmla="*/ 3621 w 10000"/>
                <a:gd name="connsiteY254" fmla="*/ 6952 h 10000"/>
                <a:gd name="connsiteX255" fmla="*/ 3562 w 10000"/>
                <a:gd name="connsiteY255" fmla="*/ 6941 h 10000"/>
                <a:gd name="connsiteX256" fmla="*/ 3535 w 10000"/>
                <a:gd name="connsiteY256" fmla="*/ 6997 h 10000"/>
                <a:gd name="connsiteX257" fmla="*/ 3492 w 10000"/>
                <a:gd name="connsiteY257" fmla="*/ 7052 h 10000"/>
                <a:gd name="connsiteX258" fmla="*/ 3455 w 10000"/>
                <a:gd name="connsiteY258" fmla="*/ 7102 h 10000"/>
                <a:gd name="connsiteX259" fmla="*/ 3407 w 10000"/>
                <a:gd name="connsiteY259" fmla="*/ 7150 h 10000"/>
                <a:gd name="connsiteX260" fmla="*/ 3369 w 10000"/>
                <a:gd name="connsiteY260" fmla="*/ 7184 h 10000"/>
                <a:gd name="connsiteX261" fmla="*/ 3348 w 10000"/>
                <a:gd name="connsiteY261" fmla="*/ 7226 h 10000"/>
                <a:gd name="connsiteX262" fmla="*/ 3348 w 10000"/>
                <a:gd name="connsiteY262" fmla="*/ 7266 h 10000"/>
                <a:gd name="connsiteX263" fmla="*/ 3348 w 10000"/>
                <a:gd name="connsiteY263" fmla="*/ 7308 h 10000"/>
                <a:gd name="connsiteX264" fmla="*/ 3358 w 10000"/>
                <a:gd name="connsiteY264" fmla="*/ 7345 h 10000"/>
                <a:gd name="connsiteX265" fmla="*/ 3348 w 10000"/>
                <a:gd name="connsiteY265" fmla="*/ 7377 h 10000"/>
                <a:gd name="connsiteX266" fmla="*/ 3294 w 10000"/>
                <a:gd name="connsiteY266" fmla="*/ 7474 h 10000"/>
                <a:gd name="connsiteX267" fmla="*/ 3224 w 10000"/>
                <a:gd name="connsiteY267" fmla="*/ 7575 h 10000"/>
                <a:gd name="connsiteX268" fmla="*/ 3160 w 10000"/>
                <a:gd name="connsiteY268" fmla="*/ 7672 h 10000"/>
                <a:gd name="connsiteX269" fmla="*/ 3107 w 10000"/>
                <a:gd name="connsiteY269" fmla="*/ 7770 h 10000"/>
                <a:gd name="connsiteX270" fmla="*/ 3064 w 10000"/>
                <a:gd name="connsiteY270" fmla="*/ 7868 h 10000"/>
                <a:gd name="connsiteX271" fmla="*/ 3037 w 10000"/>
                <a:gd name="connsiteY271" fmla="*/ 7970 h 10000"/>
                <a:gd name="connsiteX272" fmla="*/ 3037 w 10000"/>
                <a:gd name="connsiteY272" fmla="*/ 8076 h 10000"/>
                <a:gd name="connsiteX273" fmla="*/ 3069 w 10000"/>
                <a:gd name="connsiteY273" fmla="*/ 8187 h 10000"/>
                <a:gd name="connsiteX274" fmla="*/ 3080 w 10000"/>
                <a:gd name="connsiteY274" fmla="*/ 8245 h 10000"/>
                <a:gd name="connsiteX275" fmla="*/ 3064 w 10000"/>
                <a:gd name="connsiteY275" fmla="*/ 8303 h 10000"/>
                <a:gd name="connsiteX276" fmla="*/ 3032 w 10000"/>
                <a:gd name="connsiteY276" fmla="*/ 8356 h 10000"/>
                <a:gd name="connsiteX277" fmla="*/ 2989 w 10000"/>
                <a:gd name="connsiteY277" fmla="*/ 8409 h 10000"/>
                <a:gd name="connsiteX278" fmla="*/ 2962 w 10000"/>
                <a:gd name="connsiteY278" fmla="*/ 8456 h 10000"/>
                <a:gd name="connsiteX279" fmla="*/ 2941 w 10000"/>
                <a:gd name="connsiteY279" fmla="*/ 8496 h 10000"/>
                <a:gd name="connsiteX280" fmla="*/ 2946 w 10000"/>
                <a:gd name="connsiteY280" fmla="*/ 8530 h 10000"/>
                <a:gd name="connsiteX281" fmla="*/ 3198 w 10000"/>
                <a:gd name="connsiteY281" fmla="*/ 8767 h 10000"/>
                <a:gd name="connsiteX282" fmla="*/ 3198 w 10000"/>
                <a:gd name="connsiteY282" fmla="*/ 8836 h 10000"/>
                <a:gd name="connsiteX283" fmla="*/ 3171 w 10000"/>
                <a:gd name="connsiteY283" fmla="*/ 8884 h 10000"/>
                <a:gd name="connsiteX284" fmla="*/ 3133 w 10000"/>
                <a:gd name="connsiteY284" fmla="*/ 8934 h 10000"/>
                <a:gd name="connsiteX285" fmla="*/ 3091 w 10000"/>
                <a:gd name="connsiteY285" fmla="*/ 8989 h 10000"/>
                <a:gd name="connsiteX286" fmla="*/ 3053 w 10000"/>
                <a:gd name="connsiteY286" fmla="*/ 9045 h 10000"/>
                <a:gd name="connsiteX287" fmla="*/ 3016 w 10000"/>
                <a:gd name="connsiteY287" fmla="*/ 9097 h 10000"/>
                <a:gd name="connsiteX288" fmla="*/ 2994 w 10000"/>
                <a:gd name="connsiteY288" fmla="*/ 9145 h 10000"/>
                <a:gd name="connsiteX289" fmla="*/ 2999 w 10000"/>
                <a:gd name="connsiteY289" fmla="*/ 9184 h 10000"/>
                <a:gd name="connsiteX290" fmla="*/ 3042 w 10000"/>
                <a:gd name="connsiteY290" fmla="*/ 9272 h 10000"/>
                <a:gd name="connsiteX291" fmla="*/ 3107 w 10000"/>
                <a:gd name="connsiteY291" fmla="*/ 9364 h 10000"/>
                <a:gd name="connsiteX292" fmla="*/ 3176 w 10000"/>
                <a:gd name="connsiteY292" fmla="*/ 9454 h 10000"/>
                <a:gd name="connsiteX293" fmla="*/ 3240 w 10000"/>
                <a:gd name="connsiteY293" fmla="*/ 9549 h 10000"/>
                <a:gd name="connsiteX294" fmla="*/ 3289 w 10000"/>
                <a:gd name="connsiteY294" fmla="*/ 9644 h 10000"/>
                <a:gd name="connsiteX295" fmla="*/ 3321 w 10000"/>
                <a:gd name="connsiteY295" fmla="*/ 9741 h 10000"/>
                <a:gd name="connsiteX296" fmla="*/ 3326 w 10000"/>
                <a:gd name="connsiteY296" fmla="*/ 9839 h 10000"/>
                <a:gd name="connsiteX297" fmla="*/ 3299 w 10000"/>
                <a:gd name="connsiteY297" fmla="*/ 9939 h 10000"/>
                <a:gd name="connsiteX298" fmla="*/ 3160 w 10000"/>
                <a:gd name="connsiteY298" fmla="*/ 9974 h 10000"/>
                <a:gd name="connsiteX299" fmla="*/ 3016 w 10000"/>
                <a:gd name="connsiteY299" fmla="*/ 9992 h 10000"/>
                <a:gd name="connsiteX300" fmla="*/ 2855 w 10000"/>
                <a:gd name="connsiteY300" fmla="*/ 10000 h 10000"/>
                <a:gd name="connsiteX301" fmla="*/ 2700 w 10000"/>
                <a:gd name="connsiteY301" fmla="*/ 9997 h 10000"/>
                <a:gd name="connsiteX302" fmla="*/ 2539 w 10000"/>
                <a:gd name="connsiteY302" fmla="*/ 9979 h 10000"/>
                <a:gd name="connsiteX303" fmla="*/ 2384 w 10000"/>
                <a:gd name="connsiteY303" fmla="*/ 9955 h 10000"/>
                <a:gd name="connsiteX304" fmla="*/ 2239 w 10000"/>
                <a:gd name="connsiteY304" fmla="*/ 9921 h 10000"/>
                <a:gd name="connsiteX305" fmla="*/ 2105 w 10000"/>
                <a:gd name="connsiteY305" fmla="*/ 9881 h 10000"/>
                <a:gd name="connsiteX306" fmla="*/ 1987 w 10000"/>
                <a:gd name="connsiteY306" fmla="*/ 9834 h 10000"/>
                <a:gd name="connsiteX307" fmla="*/ 1901 w 10000"/>
                <a:gd name="connsiteY307" fmla="*/ 9781 h 10000"/>
                <a:gd name="connsiteX308" fmla="*/ 1837 w 10000"/>
                <a:gd name="connsiteY308" fmla="*/ 9723 h 10000"/>
                <a:gd name="connsiteX309" fmla="*/ 1837 w 10000"/>
                <a:gd name="connsiteY309" fmla="*/ 9514 h 10000"/>
                <a:gd name="connsiteX310" fmla="*/ 1810 w 10000"/>
                <a:gd name="connsiteY310" fmla="*/ 9480 h 10000"/>
                <a:gd name="connsiteX311" fmla="*/ 1773 w 10000"/>
                <a:gd name="connsiteY311" fmla="*/ 9435 h 10000"/>
                <a:gd name="connsiteX312" fmla="*/ 1746 w 10000"/>
                <a:gd name="connsiteY312" fmla="*/ 9382 h 10000"/>
                <a:gd name="connsiteX313" fmla="*/ 1725 w 10000"/>
                <a:gd name="connsiteY313" fmla="*/ 9316 h 10000"/>
                <a:gd name="connsiteX314" fmla="*/ 1725 w 10000"/>
                <a:gd name="connsiteY314" fmla="*/ 9248 h 10000"/>
                <a:gd name="connsiteX315" fmla="*/ 1746 w 10000"/>
                <a:gd name="connsiteY315" fmla="*/ 9177 h 10000"/>
                <a:gd name="connsiteX316" fmla="*/ 1762 w 10000"/>
                <a:gd name="connsiteY316" fmla="*/ 9126 h 10000"/>
                <a:gd name="connsiteX317" fmla="*/ 1762 w 10000"/>
                <a:gd name="connsiteY317" fmla="*/ 9071 h 10000"/>
                <a:gd name="connsiteX318" fmla="*/ 1741 w 10000"/>
                <a:gd name="connsiteY318" fmla="*/ 9013 h 10000"/>
                <a:gd name="connsiteX319" fmla="*/ 1725 w 10000"/>
                <a:gd name="connsiteY319" fmla="*/ 8952 h 10000"/>
                <a:gd name="connsiteX320" fmla="*/ 1714 w 10000"/>
                <a:gd name="connsiteY320" fmla="*/ 8884 h 10000"/>
                <a:gd name="connsiteX321" fmla="*/ 1714 w 10000"/>
                <a:gd name="connsiteY321" fmla="*/ 8810 h 10000"/>
                <a:gd name="connsiteX322" fmla="*/ 1735 w 10000"/>
                <a:gd name="connsiteY322" fmla="*/ 8733 h 10000"/>
                <a:gd name="connsiteX323" fmla="*/ 1762 w 10000"/>
                <a:gd name="connsiteY323" fmla="*/ 8667 h 10000"/>
                <a:gd name="connsiteX324" fmla="*/ 1800 w 10000"/>
                <a:gd name="connsiteY324" fmla="*/ 8606 h 10000"/>
                <a:gd name="connsiteX325" fmla="*/ 1837 w 10000"/>
                <a:gd name="connsiteY325" fmla="*/ 8546 h 10000"/>
                <a:gd name="connsiteX326" fmla="*/ 1869 w 10000"/>
                <a:gd name="connsiteY326" fmla="*/ 8472 h 10000"/>
                <a:gd name="connsiteX327" fmla="*/ 1869 w 10000"/>
                <a:gd name="connsiteY327" fmla="*/ 7820 h 10000"/>
                <a:gd name="connsiteX328" fmla="*/ 1998 w 10000"/>
                <a:gd name="connsiteY328" fmla="*/ 7020 h 10000"/>
                <a:gd name="connsiteX329" fmla="*/ 2260 w 10000"/>
                <a:gd name="connsiteY329" fmla="*/ 6577 h 10000"/>
                <a:gd name="connsiteX330" fmla="*/ 2276 w 10000"/>
                <a:gd name="connsiteY330" fmla="*/ 6221 h 10000"/>
                <a:gd name="connsiteX331" fmla="*/ 2453 w 10000"/>
                <a:gd name="connsiteY331" fmla="*/ 5735 h 10000"/>
                <a:gd name="connsiteX332" fmla="*/ 2501 w 10000"/>
                <a:gd name="connsiteY332" fmla="*/ 5606 h 10000"/>
                <a:gd name="connsiteX333" fmla="*/ 2539 w 10000"/>
                <a:gd name="connsiteY333" fmla="*/ 5484 h 10000"/>
                <a:gd name="connsiteX334" fmla="*/ 2560 w 10000"/>
                <a:gd name="connsiteY334" fmla="*/ 5363 h 10000"/>
                <a:gd name="connsiteX335" fmla="*/ 2592 w 10000"/>
                <a:gd name="connsiteY335" fmla="*/ 5247 h 10000"/>
                <a:gd name="connsiteX336" fmla="*/ 2598 w 10000"/>
                <a:gd name="connsiteY336" fmla="*/ 5202 h 10000"/>
                <a:gd name="connsiteX337" fmla="*/ 2592 w 10000"/>
                <a:gd name="connsiteY337" fmla="*/ 5154 h 10000"/>
                <a:gd name="connsiteX338" fmla="*/ 2587 w 10000"/>
                <a:gd name="connsiteY338" fmla="*/ 5107 h 10000"/>
                <a:gd name="connsiteX339" fmla="*/ 2587 w 10000"/>
                <a:gd name="connsiteY339" fmla="*/ 5059 h 10000"/>
                <a:gd name="connsiteX340" fmla="*/ 2614 w 10000"/>
                <a:gd name="connsiteY340" fmla="*/ 5015 h 10000"/>
                <a:gd name="connsiteX341" fmla="*/ 2592 w 10000"/>
                <a:gd name="connsiteY341" fmla="*/ 5015 h 10000"/>
                <a:gd name="connsiteX342" fmla="*/ 2587 w 10000"/>
                <a:gd name="connsiteY342" fmla="*/ 5015 h 10000"/>
                <a:gd name="connsiteX343" fmla="*/ 2582 w 10000"/>
                <a:gd name="connsiteY343" fmla="*/ 5015 h 10000"/>
                <a:gd name="connsiteX344" fmla="*/ 2582 w 10000"/>
                <a:gd name="connsiteY344" fmla="*/ 5020 h 10000"/>
                <a:gd name="connsiteX345" fmla="*/ 2571 w 10000"/>
                <a:gd name="connsiteY345" fmla="*/ 5020 h 10000"/>
                <a:gd name="connsiteX346" fmla="*/ 2571 w 10000"/>
                <a:gd name="connsiteY346" fmla="*/ 5015 h 10000"/>
                <a:gd name="connsiteX347" fmla="*/ 2566 w 10000"/>
                <a:gd name="connsiteY347" fmla="*/ 5012 h 10000"/>
                <a:gd name="connsiteX348" fmla="*/ 2560 w 10000"/>
                <a:gd name="connsiteY348" fmla="*/ 5004 h 10000"/>
                <a:gd name="connsiteX349" fmla="*/ 2566 w 10000"/>
                <a:gd name="connsiteY349" fmla="*/ 4980 h 10000"/>
                <a:gd name="connsiteX350" fmla="*/ 2544 w 10000"/>
                <a:gd name="connsiteY350" fmla="*/ 4964 h 10000"/>
                <a:gd name="connsiteX351" fmla="*/ 2517 w 10000"/>
                <a:gd name="connsiteY351" fmla="*/ 4946 h 10000"/>
                <a:gd name="connsiteX352" fmla="*/ 2475 w 10000"/>
                <a:gd name="connsiteY352" fmla="*/ 4933 h 10000"/>
                <a:gd name="connsiteX353" fmla="*/ 2442 w 10000"/>
                <a:gd name="connsiteY353" fmla="*/ 4917 h 10000"/>
                <a:gd name="connsiteX354" fmla="*/ 2421 w 10000"/>
                <a:gd name="connsiteY354" fmla="*/ 4904 h 10000"/>
                <a:gd name="connsiteX355" fmla="*/ 2421 w 10000"/>
                <a:gd name="connsiteY355" fmla="*/ 4605 h 10000"/>
                <a:gd name="connsiteX356" fmla="*/ 2432 w 10000"/>
                <a:gd name="connsiteY356" fmla="*/ 4120 h 10000"/>
                <a:gd name="connsiteX357" fmla="*/ 2453 w 10000"/>
                <a:gd name="connsiteY357" fmla="*/ 4014 h 10000"/>
                <a:gd name="connsiteX358" fmla="*/ 2448 w 10000"/>
                <a:gd name="connsiteY358" fmla="*/ 3911 h 10000"/>
                <a:gd name="connsiteX359" fmla="*/ 2432 w 10000"/>
                <a:gd name="connsiteY359" fmla="*/ 3808 h 10000"/>
                <a:gd name="connsiteX360" fmla="*/ 2410 w 10000"/>
                <a:gd name="connsiteY360" fmla="*/ 3703 h 10000"/>
                <a:gd name="connsiteX361" fmla="*/ 2421 w 10000"/>
                <a:gd name="connsiteY361" fmla="*/ 3597 h 10000"/>
                <a:gd name="connsiteX362" fmla="*/ 2432 w 10000"/>
                <a:gd name="connsiteY362" fmla="*/ 3481 h 10000"/>
                <a:gd name="connsiteX363" fmla="*/ 2448 w 10000"/>
                <a:gd name="connsiteY363" fmla="*/ 3362 h 10000"/>
                <a:gd name="connsiteX364" fmla="*/ 2453 w 10000"/>
                <a:gd name="connsiteY364" fmla="*/ 3238 h 10000"/>
                <a:gd name="connsiteX365" fmla="*/ 2448 w 10000"/>
                <a:gd name="connsiteY365" fmla="*/ 3122 h 10000"/>
                <a:gd name="connsiteX366" fmla="*/ 2421 w 10000"/>
                <a:gd name="connsiteY366" fmla="*/ 3017 h 10000"/>
                <a:gd name="connsiteX367" fmla="*/ 2362 w 10000"/>
                <a:gd name="connsiteY367" fmla="*/ 2703 h 10000"/>
                <a:gd name="connsiteX368" fmla="*/ 2351 w 10000"/>
                <a:gd name="connsiteY368" fmla="*/ 2753 h 10000"/>
                <a:gd name="connsiteX369" fmla="*/ 2314 w 10000"/>
                <a:gd name="connsiteY369" fmla="*/ 2790 h 10000"/>
                <a:gd name="connsiteX370" fmla="*/ 2282 w 10000"/>
                <a:gd name="connsiteY370" fmla="*/ 2821 h 10000"/>
                <a:gd name="connsiteX371" fmla="*/ 2255 w 10000"/>
                <a:gd name="connsiteY371" fmla="*/ 2848 h 10000"/>
                <a:gd name="connsiteX372" fmla="*/ 2239 w 10000"/>
                <a:gd name="connsiteY372" fmla="*/ 2877 h 10000"/>
                <a:gd name="connsiteX373" fmla="*/ 2236 w 10000"/>
                <a:gd name="connsiteY373" fmla="*/ 2903 h 10000"/>
                <a:gd name="connsiteX374" fmla="*/ 2217 w 10000"/>
                <a:gd name="connsiteY374" fmla="*/ 2922 h 10000"/>
                <a:gd name="connsiteX375" fmla="*/ 2185 w 10000"/>
                <a:gd name="connsiteY375" fmla="*/ 2956 h 10000"/>
                <a:gd name="connsiteX376" fmla="*/ 2148 w 10000"/>
                <a:gd name="connsiteY376" fmla="*/ 2996 h 10000"/>
                <a:gd name="connsiteX377" fmla="*/ 2126 w 10000"/>
                <a:gd name="connsiteY377" fmla="*/ 3040 h 10000"/>
                <a:gd name="connsiteX378" fmla="*/ 2105 w 10000"/>
                <a:gd name="connsiteY378" fmla="*/ 3088 h 10000"/>
                <a:gd name="connsiteX379" fmla="*/ 2094 w 10000"/>
                <a:gd name="connsiteY379" fmla="*/ 3125 h 10000"/>
                <a:gd name="connsiteX380" fmla="*/ 2089 w 10000"/>
                <a:gd name="connsiteY380" fmla="*/ 3154 h 10000"/>
                <a:gd name="connsiteX381" fmla="*/ 2078 w 10000"/>
                <a:gd name="connsiteY381" fmla="*/ 3164 h 10000"/>
                <a:gd name="connsiteX382" fmla="*/ 1971 w 10000"/>
                <a:gd name="connsiteY382" fmla="*/ 3215 h 10000"/>
                <a:gd name="connsiteX383" fmla="*/ 1869 w 10000"/>
                <a:gd name="connsiteY383" fmla="*/ 3257 h 10000"/>
                <a:gd name="connsiteX384" fmla="*/ 1773 w 10000"/>
                <a:gd name="connsiteY384" fmla="*/ 3296 h 10000"/>
                <a:gd name="connsiteX385" fmla="*/ 1676 w 10000"/>
                <a:gd name="connsiteY385" fmla="*/ 3331 h 10000"/>
                <a:gd name="connsiteX386" fmla="*/ 1559 w 10000"/>
                <a:gd name="connsiteY386" fmla="*/ 3362 h 10000"/>
                <a:gd name="connsiteX387" fmla="*/ 1414 w 10000"/>
                <a:gd name="connsiteY387" fmla="*/ 3389 h 10000"/>
                <a:gd name="connsiteX388" fmla="*/ 1296 w 10000"/>
                <a:gd name="connsiteY388" fmla="*/ 3399 h 10000"/>
                <a:gd name="connsiteX389" fmla="*/ 1194 w 10000"/>
                <a:gd name="connsiteY389" fmla="*/ 3391 h 10000"/>
                <a:gd name="connsiteX390" fmla="*/ 1093 w 10000"/>
                <a:gd name="connsiteY390" fmla="*/ 3376 h 10000"/>
                <a:gd name="connsiteX391" fmla="*/ 1007 w 10000"/>
                <a:gd name="connsiteY391" fmla="*/ 3344 h 10000"/>
                <a:gd name="connsiteX392" fmla="*/ 921 w 10000"/>
                <a:gd name="connsiteY392" fmla="*/ 3310 h 10000"/>
                <a:gd name="connsiteX393" fmla="*/ 846 w 10000"/>
                <a:gd name="connsiteY393" fmla="*/ 3270 h 10000"/>
                <a:gd name="connsiteX394" fmla="*/ 777 w 10000"/>
                <a:gd name="connsiteY394" fmla="*/ 3225 h 10000"/>
                <a:gd name="connsiteX395" fmla="*/ 718 w 10000"/>
                <a:gd name="connsiteY395" fmla="*/ 3183 h 10000"/>
                <a:gd name="connsiteX396" fmla="*/ 664 w 10000"/>
                <a:gd name="connsiteY396" fmla="*/ 3146 h 10000"/>
                <a:gd name="connsiteX397" fmla="*/ 621 w 10000"/>
                <a:gd name="connsiteY397" fmla="*/ 3114 h 10000"/>
                <a:gd name="connsiteX398" fmla="*/ 584 w 10000"/>
                <a:gd name="connsiteY398" fmla="*/ 3096 h 10000"/>
                <a:gd name="connsiteX399" fmla="*/ 477 w 10000"/>
                <a:gd name="connsiteY399" fmla="*/ 3032 h 10000"/>
                <a:gd name="connsiteX400" fmla="*/ 386 w 10000"/>
                <a:gd name="connsiteY400" fmla="*/ 2959 h 10000"/>
                <a:gd name="connsiteX401" fmla="*/ 311 w 10000"/>
                <a:gd name="connsiteY401" fmla="*/ 2869 h 10000"/>
                <a:gd name="connsiteX402" fmla="*/ 257 w 10000"/>
                <a:gd name="connsiteY402" fmla="*/ 2774 h 10000"/>
                <a:gd name="connsiteX403" fmla="*/ 214 w 10000"/>
                <a:gd name="connsiteY403" fmla="*/ 2668 h 10000"/>
                <a:gd name="connsiteX404" fmla="*/ 198 w 10000"/>
                <a:gd name="connsiteY404" fmla="*/ 2557 h 10000"/>
                <a:gd name="connsiteX405" fmla="*/ 198 w 10000"/>
                <a:gd name="connsiteY405" fmla="*/ 2449 h 10000"/>
                <a:gd name="connsiteX406" fmla="*/ 225 w 10000"/>
                <a:gd name="connsiteY406" fmla="*/ 2341 h 10000"/>
                <a:gd name="connsiteX407" fmla="*/ 241 w 10000"/>
                <a:gd name="connsiteY407" fmla="*/ 2291 h 10000"/>
                <a:gd name="connsiteX408" fmla="*/ 236 w 10000"/>
                <a:gd name="connsiteY408" fmla="*/ 2243 h 10000"/>
                <a:gd name="connsiteX409" fmla="*/ 236 w 10000"/>
                <a:gd name="connsiteY409" fmla="*/ 2196 h 10000"/>
                <a:gd name="connsiteX410" fmla="*/ 236 w 10000"/>
                <a:gd name="connsiteY410" fmla="*/ 2151 h 10000"/>
                <a:gd name="connsiteX411" fmla="*/ 246 w 10000"/>
                <a:gd name="connsiteY411" fmla="*/ 2114 h 10000"/>
                <a:gd name="connsiteX412" fmla="*/ 193 w 10000"/>
                <a:gd name="connsiteY412" fmla="*/ 2032 h 10000"/>
                <a:gd name="connsiteX413" fmla="*/ 129 w 10000"/>
                <a:gd name="connsiteY413" fmla="*/ 1942 h 10000"/>
                <a:gd name="connsiteX414" fmla="*/ 75 w 10000"/>
                <a:gd name="connsiteY414" fmla="*/ 1850 h 10000"/>
                <a:gd name="connsiteX415" fmla="*/ 27 w 10000"/>
                <a:gd name="connsiteY415" fmla="*/ 1760 h 10000"/>
                <a:gd name="connsiteX416" fmla="*/ 0 w 10000"/>
                <a:gd name="connsiteY416" fmla="*/ 1671 h 10000"/>
                <a:gd name="connsiteX417" fmla="*/ 107 w 10000"/>
                <a:gd name="connsiteY417" fmla="*/ 1618 h 10000"/>
                <a:gd name="connsiteX418" fmla="*/ 257 w 10000"/>
                <a:gd name="connsiteY418" fmla="*/ 1576 h 10000"/>
                <a:gd name="connsiteX419" fmla="*/ 412 w 10000"/>
                <a:gd name="connsiteY419" fmla="*/ 1541 h 10000"/>
                <a:gd name="connsiteX420" fmla="*/ 595 w 10000"/>
                <a:gd name="connsiteY420" fmla="*/ 1518 h 10000"/>
                <a:gd name="connsiteX421" fmla="*/ 777 w 10000"/>
                <a:gd name="connsiteY421" fmla="*/ 1507 h 10000"/>
                <a:gd name="connsiteX422" fmla="*/ 825 w 10000"/>
                <a:gd name="connsiteY422" fmla="*/ 1523 h 10000"/>
                <a:gd name="connsiteX423" fmla="*/ 878 w 10000"/>
                <a:gd name="connsiteY423" fmla="*/ 1533 h 10000"/>
                <a:gd name="connsiteX424" fmla="*/ 937 w 10000"/>
                <a:gd name="connsiteY424" fmla="*/ 1541 h 10000"/>
                <a:gd name="connsiteX425" fmla="*/ 991 w 10000"/>
                <a:gd name="connsiteY425" fmla="*/ 1554 h 10000"/>
                <a:gd name="connsiteX426" fmla="*/ 1039 w 10000"/>
                <a:gd name="connsiteY426" fmla="*/ 1576 h 10000"/>
                <a:gd name="connsiteX427" fmla="*/ 1093 w 10000"/>
                <a:gd name="connsiteY427" fmla="*/ 1615 h 10000"/>
                <a:gd name="connsiteX428" fmla="*/ 1130 w 10000"/>
                <a:gd name="connsiteY428" fmla="*/ 1660 h 10000"/>
                <a:gd name="connsiteX429" fmla="*/ 1087 w 10000"/>
                <a:gd name="connsiteY429" fmla="*/ 1694 h 10000"/>
                <a:gd name="connsiteX430" fmla="*/ 1071 w 10000"/>
                <a:gd name="connsiteY430" fmla="*/ 1729 h 10000"/>
                <a:gd name="connsiteX431" fmla="*/ 1087 w 10000"/>
                <a:gd name="connsiteY431" fmla="*/ 1763 h 10000"/>
                <a:gd name="connsiteX432" fmla="*/ 1103 w 10000"/>
                <a:gd name="connsiteY432" fmla="*/ 1797 h 10000"/>
                <a:gd name="connsiteX433" fmla="*/ 1114 w 10000"/>
                <a:gd name="connsiteY433" fmla="*/ 1834 h 10000"/>
                <a:gd name="connsiteX434" fmla="*/ 1109 w 10000"/>
                <a:gd name="connsiteY434" fmla="*/ 1871 h 10000"/>
                <a:gd name="connsiteX435" fmla="*/ 1071 w 10000"/>
                <a:gd name="connsiteY435" fmla="*/ 1913 h 10000"/>
                <a:gd name="connsiteX436" fmla="*/ 900 w 10000"/>
                <a:gd name="connsiteY436" fmla="*/ 1948 h 10000"/>
                <a:gd name="connsiteX437" fmla="*/ 900 w 10000"/>
                <a:gd name="connsiteY437" fmla="*/ 1985 h 10000"/>
                <a:gd name="connsiteX438" fmla="*/ 905 w 10000"/>
                <a:gd name="connsiteY438" fmla="*/ 2022 h 10000"/>
                <a:gd name="connsiteX439" fmla="*/ 916 w 10000"/>
                <a:gd name="connsiteY439" fmla="*/ 2064 h 10000"/>
                <a:gd name="connsiteX440" fmla="*/ 916 w 10000"/>
                <a:gd name="connsiteY440" fmla="*/ 2103 h 10000"/>
                <a:gd name="connsiteX441" fmla="*/ 905 w 10000"/>
                <a:gd name="connsiteY441" fmla="*/ 2143 h 10000"/>
                <a:gd name="connsiteX442" fmla="*/ 889 w 10000"/>
                <a:gd name="connsiteY442" fmla="*/ 2175 h 10000"/>
                <a:gd name="connsiteX443" fmla="*/ 846 w 10000"/>
                <a:gd name="connsiteY443" fmla="*/ 2201 h 10000"/>
                <a:gd name="connsiteX444" fmla="*/ 889 w 10000"/>
                <a:gd name="connsiteY444" fmla="*/ 2241 h 10000"/>
                <a:gd name="connsiteX445" fmla="*/ 937 w 10000"/>
                <a:gd name="connsiteY445" fmla="*/ 2278 h 10000"/>
                <a:gd name="connsiteX446" fmla="*/ 991 w 10000"/>
                <a:gd name="connsiteY446" fmla="*/ 2312 h 10000"/>
                <a:gd name="connsiteX447" fmla="*/ 1044 w 10000"/>
                <a:gd name="connsiteY447" fmla="*/ 2336 h 10000"/>
                <a:gd name="connsiteX448" fmla="*/ 1093 w 10000"/>
                <a:gd name="connsiteY448" fmla="*/ 2346 h 10000"/>
                <a:gd name="connsiteX449" fmla="*/ 1130 w 10000"/>
                <a:gd name="connsiteY449" fmla="*/ 2320 h 10000"/>
                <a:gd name="connsiteX450" fmla="*/ 1157 w 10000"/>
                <a:gd name="connsiteY450" fmla="*/ 2275 h 10000"/>
                <a:gd name="connsiteX451" fmla="*/ 1194 w 10000"/>
                <a:gd name="connsiteY451" fmla="*/ 2220 h 10000"/>
                <a:gd name="connsiteX452" fmla="*/ 1227 w 10000"/>
                <a:gd name="connsiteY452" fmla="*/ 2156 h 10000"/>
                <a:gd name="connsiteX453" fmla="*/ 1248 w 10000"/>
                <a:gd name="connsiteY453" fmla="*/ 2088 h 10000"/>
                <a:gd name="connsiteX454" fmla="*/ 1275 w 10000"/>
                <a:gd name="connsiteY454" fmla="*/ 2022 h 10000"/>
                <a:gd name="connsiteX455" fmla="*/ 1291 w 10000"/>
                <a:gd name="connsiteY455" fmla="*/ 1961 h 10000"/>
                <a:gd name="connsiteX456" fmla="*/ 1296 w 10000"/>
                <a:gd name="connsiteY456" fmla="*/ 1913 h 10000"/>
                <a:gd name="connsiteX457" fmla="*/ 1291 w 10000"/>
                <a:gd name="connsiteY457" fmla="*/ 1879 h 10000"/>
                <a:gd name="connsiteX458" fmla="*/ 1318 w 10000"/>
                <a:gd name="connsiteY458" fmla="*/ 1876 h 10000"/>
                <a:gd name="connsiteX459" fmla="*/ 1328 w 10000"/>
                <a:gd name="connsiteY459" fmla="*/ 1871 h 10000"/>
                <a:gd name="connsiteX460" fmla="*/ 1344 w 10000"/>
                <a:gd name="connsiteY460" fmla="*/ 1866 h 10000"/>
                <a:gd name="connsiteX461" fmla="*/ 1350 w 10000"/>
                <a:gd name="connsiteY461" fmla="*/ 1861 h 10000"/>
                <a:gd name="connsiteX462" fmla="*/ 1360 w 10000"/>
                <a:gd name="connsiteY462" fmla="*/ 1855 h 10000"/>
                <a:gd name="connsiteX463" fmla="*/ 1366 w 10000"/>
                <a:gd name="connsiteY463" fmla="*/ 1847 h 10000"/>
                <a:gd name="connsiteX464" fmla="*/ 1377 w 10000"/>
                <a:gd name="connsiteY464" fmla="*/ 1834 h 10000"/>
                <a:gd name="connsiteX465" fmla="*/ 1366 w 10000"/>
                <a:gd name="connsiteY465" fmla="*/ 1800 h 10000"/>
                <a:gd name="connsiteX466" fmla="*/ 1377 w 10000"/>
                <a:gd name="connsiteY466" fmla="*/ 1752 h 10000"/>
                <a:gd name="connsiteX467" fmla="*/ 1398 w 10000"/>
                <a:gd name="connsiteY467" fmla="*/ 1702 h 10000"/>
                <a:gd name="connsiteX468" fmla="*/ 1430 w 10000"/>
                <a:gd name="connsiteY468" fmla="*/ 1652 h 10000"/>
                <a:gd name="connsiteX469" fmla="*/ 1462 w 10000"/>
                <a:gd name="connsiteY469" fmla="*/ 1613 h 10000"/>
                <a:gd name="connsiteX470" fmla="*/ 1505 w 10000"/>
                <a:gd name="connsiteY470" fmla="*/ 1581 h 10000"/>
                <a:gd name="connsiteX471" fmla="*/ 1575 w 10000"/>
                <a:gd name="connsiteY471" fmla="*/ 1554 h 10000"/>
                <a:gd name="connsiteX472" fmla="*/ 1666 w 10000"/>
                <a:gd name="connsiteY472" fmla="*/ 1536 h 10000"/>
                <a:gd name="connsiteX473" fmla="*/ 1762 w 10000"/>
                <a:gd name="connsiteY473" fmla="*/ 1528 h 10000"/>
                <a:gd name="connsiteX474" fmla="*/ 1864 w 10000"/>
                <a:gd name="connsiteY474" fmla="*/ 1518 h 10000"/>
                <a:gd name="connsiteX475" fmla="*/ 1971 w 10000"/>
                <a:gd name="connsiteY475" fmla="*/ 1507 h 10000"/>
                <a:gd name="connsiteX476" fmla="*/ 2067 w 10000"/>
                <a:gd name="connsiteY476" fmla="*/ 1486 h 10000"/>
                <a:gd name="connsiteX477" fmla="*/ 2266 w 10000"/>
                <a:gd name="connsiteY477" fmla="*/ 1438 h 10000"/>
                <a:gd name="connsiteX478" fmla="*/ 2480 w 10000"/>
                <a:gd name="connsiteY478" fmla="*/ 1386 h 10000"/>
                <a:gd name="connsiteX479" fmla="*/ 2700 w 10000"/>
                <a:gd name="connsiteY479" fmla="*/ 1333 h 10000"/>
                <a:gd name="connsiteX480" fmla="*/ 2892 w 10000"/>
                <a:gd name="connsiteY480" fmla="*/ 1277 h 10000"/>
                <a:gd name="connsiteX481" fmla="*/ 2855 w 10000"/>
                <a:gd name="connsiteY481" fmla="*/ 1262 h 10000"/>
                <a:gd name="connsiteX482" fmla="*/ 2935 w 10000"/>
                <a:gd name="connsiteY482" fmla="*/ 1246 h 10000"/>
                <a:gd name="connsiteX483" fmla="*/ 2994 w 10000"/>
                <a:gd name="connsiteY483" fmla="*/ 1222 h 10000"/>
                <a:gd name="connsiteX484" fmla="*/ 3053 w 10000"/>
                <a:gd name="connsiteY484" fmla="*/ 1193 h 10000"/>
                <a:gd name="connsiteX485" fmla="*/ 3101 w 10000"/>
                <a:gd name="connsiteY485" fmla="*/ 1161 h 10000"/>
                <a:gd name="connsiteX486" fmla="*/ 3155 w 10000"/>
                <a:gd name="connsiteY486" fmla="*/ 1130 h 10000"/>
                <a:gd name="connsiteX487" fmla="*/ 3208 w 10000"/>
                <a:gd name="connsiteY487" fmla="*/ 1106 h 10000"/>
                <a:gd name="connsiteX488" fmla="*/ 3240 w 10000"/>
                <a:gd name="connsiteY488" fmla="*/ 1164 h 10000"/>
                <a:gd name="connsiteX489" fmla="*/ 3294 w 10000"/>
                <a:gd name="connsiteY489" fmla="*/ 1219 h 10000"/>
                <a:gd name="connsiteX490" fmla="*/ 3364 w 10000"/>
                <a:gd name="connsiteY490" fmla="*/ 1269 h 10000"/>
                <a:gd name="connsiteX491" fmla="*/ 3433 w 10000"/>
                <a:gd name="connsiteY491" fmla="*/ 1320 h 10000"/>
                <a:gd name="connsiteX492" fmla="*/ 3492 w 10000"/>
                <a:gd name="connsiteY492" fmla="*/ 1367 h 10000"/>
                <a:gd name="connsiteX493" fmla="*/ 3610 w 10000"/>
                <a:gd name="connsiteY493" fmla="*/ 1478 h 10000"/>
                <a:gd name="connsiteX494" fmla="*/ 3717 w 10000"/>
                <a:gd name="connsiteY494" fmla="*/ 1599 h 10000"/>
                <a:gd name="connsiteX495" fmla="*/ 3814 w 10000"/>
                <a:gd name="connsiteY495" fmla="*/ 1721 h 10000"/>
                <a:gd name="connsiteX496" fmla="*/ 3937 w 10000"/>
                <a:gd name="connsiteY496" fmla="*/ 1919 h 10000"/>
                <a:gd name="connsiteX497" fmla="*/ 4049 w 10000"/>
                <a:gd name="connsiteY497" fmla="*/ 2125 h 10000"/>
                <a:gd name="connsiteX498" fmla="*/ 4140 w 10000"/>
                <a:gd name="connsiteY498" fmla="*/ 2330 h 10000"/>
                <a:gd name="connsiteX499" fmla="*/ 4221 w 10000"/>
                <a:gd name="connsiteY499" fmla="*/ 2542 h 10000"/>
                <a:gd name="connsiteX500" fmla="*/ 4312 w 10000"/>
                <a:gd name="connsiteY500" fmla="*/ 2761 h 10000"/>
                <a:gd name="connsiteX501" fmla="*/ 4408 w 10000"/>
                <a:gd name="connsiteY501" fmla="*/ 2982 h 10000"/>
                <a:gd name="connsiteX502" fmla="*/ 4472 w 10000"/>
                <a:gd name="connsiteY502" fmla="*/ 3114 h 10000"/>
                <a:gd name="connsiteX503" fmla="*/ 4537 w 10000"/>
                <a:gd name="connsiteY503" fmla="*/ 3249 h 10000"/>
                <a:gd name="connsiteX504" fmla="*/ 4585 w 10000"/>
                <a:gd name="connsiteY504" fmla="*/ 3386 h 10000"/>
                <a:gd name="connsiteX505" fmla="*/ 4628 w 10000"/>
                <a:gd name="connsiteY505" fmla="*/ 3526 h 10000"/>
                <a:gd name="connsiteX506" fmla="*/ 4660 w 10000"/>
                <a:gd name="connsiteY506" fmla="*/ 3676 h 10000"/>
                <a:gd name="connsiteX507" fmla="*/ 4676 w 10000"/>
                <a:gd name="connsiteY507" fmla="*/ 3832 h 10000"/>
                <a:gd name="connsiteX508" fmla="*/ 5083 w 10000"/>
                <a:gd name="connsiteY508" fmla="*/ 3861 h 10000"/>
                <a:gd name="connsiteX509" fmla="*/ 5153 w 10000"/>
                <a:gd name="connsiteY509" fmla="*/ 3851 h 10000"/>
                <a:gd name="connsiteX510" fmla="*/ 5233 w 10000"/>
                <a:gd name="connsiteY510" fmla="*/ 3837 h 10000"/>
                <a:gd name="connsiteX511" fmla="*/ 5319 w 10000"/>
                <a:gd name="connsiteY511" fmla="*/ 3830 h 10000"/>
                <a:gd name="connsiteX512" fmla="*/ 5404 w 10000"/>
                <a:gd name="connsiteY512" fmla="*/ 3827 h 10000"/>
                <a:gd name="connsiteX513" fmla="*/ 5479 w 10000"/>
                <a:gd name="connsiteY513" fmla="*/ 3837 h 10000"/>
                <a:gd name="connsiteX514" fmla="*/ 5554 w 10000"/>
                <a:gd name="connsiteY514" fmla="*/ 3861 h 10000"/>
                <a:gd name="connsiteX515" fmla="*/ 5624 w 10000"/>
                <a:gd name="connsiteY515" fmla="*/ 3840 h 10000"/>
                <a:gd name="connsiteX516" fmla="*/ 5710 w 10000"/>
                <a:gd name="connsiteY516" fmla="*/ 3830 h 10000"/>
                <a:gd name="connsiteX517" fmla="*/ 5790 w 10000"/>
                <a:gd name="connsiteY517" fmla="*/ 3827 h 10000"/>
                <a:gd name="connsiteX518" fmla="*/ 5881 w 10000"/>
                <a:gd name="connsiteY518" fmla="*/ 3819 h 10000"/>
                <a:gd name="connsiteX519" fmla="*/ 5961 w 10000"/>
                <a:gd name="connsiteY519" fmla="*/ 3806 h 10000"/>
                <a:gd name="connsiteX520" fmla="*/ 6149 w 10000"/>
                <a:gd name="connsiteY520" fmla="*/ 3758 h 10000"/>
                <a:gd name="connsiteX521" fmla="*/ 6347 w 10000"/>
                <a:gd name="connsiteY521" fmla="*/ 3703 h 10000"/>
                <a:gd name="connsiteX522" fmla="*/ 6545 w 10000"/>
                <a:gd name="connsiteY522" fmla="*/ 3653 h 10000"/>
                <a:gd name="connsiteX523" fmla="*/ 6535 w 10000"/>
                <a:gd name="connsiteY523" fmla="*/ 3560 h 10000"/>
                <a:gd name="connsiteX524" fmla="*/ 6497 w 10000"/>
                <a:gd name="connsiteY524" fmla="*/ 3471 h 10000"/>
                <a:gd name="connsiteX525" fmla="*/ 6438 w 10000"/>
                <a:gd name="connsiteY525" fmla="*/ 3378 h 10000"/>
                <a:gd name="connsiteX526" fmla="*/ 6358 w 10000"/>
                <a:gd name="connsiteY526" fmla="*/ 3288 h 10000"/>
                <a:gd name="connsiteX527" fmla="*/ 6277 w 10000"/>
                <a:gd name="connsiteY527" fmla="*/ 3204 h 10000"/>
                <a:gd name="connsiteX528" fmla="*/ 6192 w 10000"/>
                <a:gd name="connsiteY528" fmla="*/ 3120 h 10000"/>
                <a:gd name="connsiteX529" fmla="*/ 6122 w 10000"/>
                <a:gd name="connsiteY529" fmla="*/ 3043 h 10000"/>
                <a:gd name="connsiteX530" fmla="*/ 5908 w 10000"/>
                <a:gd name="connsiteY530" fmla="*/ 2784 h 10000"/>
                <a:gd name="connsiteX531" fmla="*/ 5710 w 10000"/>
                <a:gd name="connsiteY531" fmla="*/ 2531 h 10000"/>
                <a:gd name="connsiteX532" fmla="*/ 5522 w 10000"/>
                <a:gd name="connsiteY532" fmla="*/ 2267 h 10000"/>
                <a:gd name="connsiteX533" fmla="*/ 5201 w 10000"/>
                <a:gd name="connsiteY533" fmla="*/ 1705 h 10000"/>
                <a:gd name="connsiteX534" fmla="*/ 5104 w 10000"/>
                <a:gd name="connsiteY534" fmla="*/ 1602 h 10000"/>
                <a:gd name="connsiteX535" fmla="*/ 4992 w 10000"/>
                <a:gd name="connsiteY535" fmla="*/ 1496 h 10000"/>
                <a:gd name="connsiteX536" fmla="*/ 4879 w 10000"/>
                <a:gd name="connsiteY536" fmla="*/ 1394 h 10000"/>
                <a:gd name="connsiteX537" fmla="*/ 4778 w 10000"/>
                <a:gd name="connsiteY537" fmla="*/ 1298 h 10000"/>
                <a:gd name="connsiteX538" fmla="*/ 4692 w 10000"/>
                <a:gd name="connsiteY538" fmla="*/ 1148 h 10000"/>
                <a:gd name="connsiteX539" fmla="*/ 4746 w 10000"/>
                <a:gd name="connsiteY539" fmla="*/ 1130 h 10000"/>
                <a:gd name="connsiteX540" fmla="*/ 4783 w 10000"/>
                <a:gd name="connsiteY540" fmla="*/ 1153 h 10000"/>
                <a:gd name="connsiteX541" fmla="*/ 4847 w 10000"/>
                <a:gd name="connsiteY541" fmla="*/ 1174 h 10000"/>
                <a:gd name="connsiteX542" fmla="*/ 4901 w 10000"/>
                <a:gd name="connsiteY542" fmla="*/ 1193 h 10000"/>
                <a:gd name="connsiteX543" fmla="*/ 4960 w 10000"/>
                <a:gd name="connsiteY543" fmla="*/ 1209 h 10000"/>
                <a:gd name="connsiteX544" fmla="*/ 4938 w 10000"/>
                <a:gd name="connsiteY544" fmla="*/ 1235 h 10000"/>
                <a:gd name="connsiteX545" fmla="*/ 5099 w 10000"/>
                <a:gd name="connsiteY545" fmla="*/ 1288 h 10000"/>
                <a:gd name="connsiteX546" fmla="*/ 5206 w 10000"/>
                <a:gd name="connsiteY546" fmla="*/ 1288 h 10000"/>
                <a:gd name="connsiteX547" fmla="*/ 5345 w 10000"/>
                <a:gd name="connsiteY547" fmla="*/ 1285 h 10000"/>
                <a:gd name="connsiteX548" fmla="*/ 5506 w 10000"/>
                <a:gd name="connsiteY548" fmla="*/ 1280 h 10000"/>
                <a:gd name="connsiteX549" fmla="*/ 5672 w 10000"/>
                <a:gd name="connsiteY549" fmla="*/ 1280 h 10000"/>
                <a:gd name="connsiteX550" fmla="*/ 5838 w 10000"/>
                <a:gd name="connsiteY550" fmla="*/ 1280 h 10000"/>
                <a:gd name="connsiteX551" fmla="*/ 5994 w 10000"/>
                <a:gd name="connsiteY551" fmla="*/ 1280 h 10000"/>
                <a:gd name="connsiteX552" fmla="*/ 6133 w 10000"/>
                <a:gd name="connsiteY552" fmla="*/ 1288 h 10000"/>
                <a:gd name="connsiteX553" fmla="*/ 6240 w 10000"/>
                <a:gd name="connsiteY553" fmla="*/ 1293 h 10000"/>
                <a:gd name="connsiteX554" fmla="*/ 6315 w 10000"/>
                <a:gd name="connsiteY554" fmla="*/ 1304 h 10000"/>
                <a:gd name="connsiteX555" fmla="*/ 6395 w 10000"/>
                <a:gd name="connsiteY555" fmla="*/ 1328 h 10000"/>
                <a:gd name="connsiteX556" fmla="*/ 6443 w 10000"/>
                <a:gd name="connsiteY556" fmla="*/ 1357 h 10000"/>
                <a:gd name="connsiteX557" fmla="*/ 6470 w 10000"/>
                <a:gd name="connsiteY557" fmla="*/ 1380 h 10000"/>
                <a:gd name="connsiteX558" fmla="*/ 6492 w 10000"/>
                <a:gd name="connsiteY558" fmla="*/ 1409 h 10000"/>
                <a:gd name="connsiteX559" fmla="*/ 6518 w 10000"/>
                <a:gd name="connsiteY559" fmla="*/ 1441 h 10000"/>
                <a:gd name="connsiteX560" fmla="*/ 6561 w 10000"/>
                <a:gd name="connsiteY560" fmla="*/ 1478 h 10000"/>
                <a:gd name="connsiteX561" fmla="*/ 6593 w 10000"/>
                <a:gd name="connsiteY561" fmla="*/ 1494 h 10000"/>
                <a:gd name="connsiteX562" fmla="*/ 6636 w 10000"/>
                <a:gd name="connsiteY562" fmla="*/ 1499 h 10000"/>
                <a:gd name="connsiteX563" fmla="*/ 6685 w 10000"/>
                <a:gd name="connsiteY563" fmla="*/ 1502 h 10000"/>
                <a:gd name="connsiteX564" fmla="*/ 6738 w 10000"/>
                <a:gd name="connsiteY564" fmla="*/ 1507 h 10000"/>
                <a:gd name="connsiteX565" fmla="*/ 6792 w 10000"/>
                <a:gd name="connsiteY565" fmla="*/ 1512 h 10000"/>
                <a:gd name="connsiteX566" fmla="*/ 6845 w 10000"/>
                <a:gd name="connsiteY566" fmla="*/ 1565 h 10000"/>
                <a:gd name="connsiteX567" fmla="*/ 6877 w 10000"/>
                <a:gd name="connsiteY567" fmla="*/ 1570 h 10000"/>
                <a:gd name="connsiteX568" fmla="*/ 6947 w 10000"/>
                <a:gd name="connsiteY568" fmla="*/ 1570 h 10000"/>
                <a:gd name="connsiteX569" fmla="*/ 7038 w 10000"/>
                <a:gd name="connsiteY569" fmla="*/ 1576 h 10000"/>
                <a:gd name="connsiteX570" fmla="*/ 7134 w 10000"/>
                <a:gd name="connsiteY570" fmla="*/ 1576 h 10000"/>
                <a:gd name="connsiteX571" fmla="*/ 7225 w 10000"/>
                <a:gd name="connsiteY571" fmla="*/ 1578 h 10000"/>
                <a:gd name="connsiteX572" fmla="*/ 7300 w 10000"/>
                <a:gd name="connsiteY572" fmla="*/ 1581 h 10000"/>
                <a:gd name="connsiteX573" fmla="*/ 7392 w 10000"/>
                <a:gd name="connsiteY573" fmla="*/ 1594 h 10000"/>
                <a:gd name="connsiteX574" fmla="*/ 7504 w 10000"/>
                <a:gd name="connsiteY574" fmla="*/ 1610 h 10000"/>
                <a:gd name="connsiteX575" fmla="*/ 7616 w 10000"/>
                <a:gd name="connsiteY575" fmla="*/ 1623 h 10000"/>
                <a:gd name="connsiteX576" fmla="*/ 7724 w 10000"/>
                <a:gd name="connsiteY576" fmla="*/ 1636 h 10000"/>
                <a:gd name="connsiteX577" fmla="*/ 7815 w 10000"/>
                <a:gd name="connsiteY577" fmla="*/ 1644 h 10000"/>
                <a:gd name="connsiteX578" fmla="*/ 7922 w 10000"/>
                <a:gd name="connsiteY578" fmla="*/ 1647 h 10000"/>
                <a:gd name="connsiteX579" fmla="*/ 8040 w 10000"/>
                <a:gd name="connsiteY579" fmla="*/ 1647 h 10000"/>
                <a:gd name="connsiteX580" fmla="*/ 8163 w 10000"/>
                <a:gd name="connsiteY580" fmla="*/ 1644 h 10000"/>
                <a:gd name="connsiteX581" fmla="*/ 8275 w 10000"/>
                <a:gd name="connsiteY581" fmla="*/ 1644 h 10000"/>
                <a:gd name="connsiteX582" fmla="*/ 8377 w 10000"/>
                <a:gd name="connsiteY582" fmla="*/ 1652 h 10000"/>
                <a:gd name="connsiteX583" fmla="*/ 8404 w 10000"/>
                <a:gd name="connsiteY583" fmla="*/ 1623 h 10000"/>
                <a:gd name="connsiteX584" fmla="*/ 8447 w 10000"/>
                <a:gd name="connsiteY584" fmla="*/ 1602 h 10000"/>
                <a:gd name="connsiteX585" fmla="*/ 8490 w 10000"/>
                <a:gd name="connsiteY585" fmla="*/ 1578 h 10000"/>
                <a:gd name="connsiteX586" fmla="*/ 8516 w 10000"/>
                <a:gd name="connsiteY586" fmla="*/ 1557 h 10000"/>
                <a:gd name="connsiteX587" fmla="*/ 8543 w 10000"/>
                <a:gd name="connsiteY587" fmla="*/ 1528 h 10000"/>
                <a:gd name="connsiteX588" fmla="*/ 8548 w 10000"/>
                <a:gd name="connsiteY588" fmla="*/ 1499 h 10000"/>
                <a:gd name="connsiteX589" fmla="*/ 8543 w 10000"/>
                <a:gd name="connsiteY589" fmla="*/ 1478 h 10000"/>
                <a:gd name="connsiteX590" fmla="*/ 8543 w 10000"/>
                <a:gd name="connsiteY590" fmla="*/ 1454 h 10000"/>
                <a:gd name="connsiteX591" fmla="*/ 8548 w 10000"/>
                <a:gd name="connsiteY591" fmla="*/ 1425 h 10000"/>
                <a:gd name="connsiteX592" fmla="*/ 8570 w 10000"/>
                <a:gd name="connsiteY592" fmla="*/ 1383 h 10000"/>
                <a:gd name="connsiteX593" fmla="*/ 8629 w 10000"/>
                <a:gd name="connsiteY593" fmla="*/ 1320 h 10000"/>
                <a:gd name="connsiteX594" fmla="*/ 8698 w 10000"/>
                <a:gd name="connsiteY594" fmla="*/ 1256 h 10000"/>
                <a:gd name="connsiteX595" fmla="*/ 8747 w 10000"/>
                <a:gd name="connsiteY595" fmla="*/ 1193 h 10000"/>
                <a:gd name="connsiteX596" fmla="*/ 8768 w 10000"/>
                <a:gd name="connsiteY596" fmla="*/ 1148 h 10000"/>
                <a:gd name="connsiteX597" fmla="*/ 8790 w 10000"/>
                <a:gd name="connsiteY597" fmla="*/ 1093 h 10000"/>
                <a:gd name="connsiteX598" fmla="*/ 8800 w 10000"/>
                <a:gd name="connsiteY598" fmla="*/ 1037 h 10000"/>
                <a:gd name="connsiteX599" fmla="*/ 8822 w 10000"/>
                <a:gd name="connsiteY599" fmla="*/ 984 h 10000"/>
                <a:gd name="connsiteX600" fmla="*/ 8843 w 10000"/>
                <a:gd name="connsiteY600" fmla="*/ 937 h 10000"/>
                <a:gd name="connsiteX601" fmla="*/ 8870 w 10000"/>
                <a:gd name="connsiteY601" fmla="*/ 897 h 10000"/>
                <a:gd name="connsiteX602" fmla="*/ 8913 w 10000"/>
                <a:gd name="connsiteY602" fmla="*/ 868 h 10000"/>
                <a:gd name="connsiteX603" fmla="*/ 8961 w 10000"/>
                <a:gd name="connsiteY603" fmla="*/ 837 h 10000"/>
                <a:gd name="connsiteX604" fmla="*/ 8993 w 10000"/>
                <a:gd name="connsiteY604" fmla="*/ 802 h 10000"/>
                <a:gd name="connsiteX605" fmla="*/ 9014 w 10000"/>
                <a:gd name="connsiteY605" fmla="*/ 757 h 10000"/>
                <a:gd name="connsiteX606" fmla="*/ 9014 w 10000"/>
                <a:gd name="connsiteY606" fmla="*/ 723 h 10000"/>
                <a:gd name="connsiteX607" fmla="*/ 9014 w 10000"/>
                <a:gd name="connsiteY607" fmla="*/ 694 h 10000"/>
                <a:gd name="connsiteX608" fmla="*/ 9009 w 10000"/>
                <a:gd name="connsiteY608" fmla="*/ 662 h 10000"/>
                <a:gd name="connsiteX609" fmla="*/ 9004 w 10000"/>
                <a:gd name="connsiteY609" fmla="*/ 631 h 10000"/>
                <a:gd name="connsiteX610" fmla="*/ 9014 w 10000"/>
                <a:gd name="connsiteY610" fmla="*/ 594 h 10000"/>
                <a:gd name="connsiteX611" fmla="*/ 8886 w 10000"/>
                <a:gd name="connsiteY611" fmla="*/ 538 h 10000"/>
                <a:gd name="connsiteX612" fmla="*/ 8757 w 10000"/>
                <a:gd name="connsiteY612" fmla="*/ 478 h 10000"/>
                <a:gd name="connsiteX613" fmla="*/ 8650 w 10000"/>
                <a:gd name="connsiteY613" fmla="*/ 412 h 10000"/>
                <a:gd name="connsiteX614" fmla="*/ 8559 w 10000"/>
                <a:gd name="connsiteY614" fmla="*/ 338 h 10000"/>
                <a:gd name="connsiteX615" fmla="*/ 8484 w 10000"/>
                <a:gd name="connsiteY615" fmla="*/ 253 h 10000"/>
                <a:gd name="connsiteX616" fmla="*/ 8399 w 10000"/>
                <a:gd name="connsiteY616" fmla="*/ 116 h 10000"/>
                <a:gd name="connsiteX617" fmla="*/ 8468 w 10000"/>
                <a:gd name="connsiteY617" fmla="*/ 92 h 10000"/>
                <a:gd name="connsiteX618" fmla="*/ 8548 w 10000"/>
                <a:gd name="connsiteY618" fmla="*/ 82 h 10000"/>
                <a:gd name="connsiteX619" fmla="*/ 8640 w 10000"/>
                <a:gd name="connsiteY619" fmla="*/ 61 h 10000"/>
                <a:gd name="connsiteX620" fmla="*/ 8698 w 10000"/>
                <a:gd name="connsiteY620" fmla="*/ 3 h 10000"/>
                <a:gd name="connsiteX621" fmla="*/ 8779 w 10000"/>
                <a:gd name="connsiteY621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</a:cxnLst>
              <a:rect l="l" t="t" r="r" b="b"/>
              <a:pathLst>
                <a:path w="10000" h="10000">
                  <a:moveTo>
                    <a:pt x="8779" y="0"/>
                  </a:moveTo>
                  <a:lnTo>
                    <a:pt x="8875" y="0"/>
                  </a:lnTo>
                  <a:lnTo>
                    <a:pt x="8993" y="3"/>
                  </a:lnTo>
                  <a:lnTo>
                    <a:pt x="9111" y="11"/>
                  </a:lnTo>
                  <a:lnTo>
                    <a:pt x="9239" y="24"/>
                  </a:lnTo>
                  <a:lnTo>
                    <a:pt x="9347" y="37"/>
                  </a:lnTo>
                  <a:lnTo>
                    <a:pt x="9448" y="58"/>
                  </a:lnTo>
                  <a:lnTo>
                    <a:pt x="9513" y="79"/>
                  </a:lnTo>
                  <a:lnTo>
                    <a:pt x="9555" y="106"/>
                  </a:lnTo>
                  <a:cubicBezTo>
                    <a:pt x="9561" y="111"/>
                    <a:pt x="9566" y="116"/>
                    <a:pt x="9572" y="121"/>
                  </a:cubicBezTo>
                  <a:cubicBezTo>
                    <a:pt x="9574" y="133"/>
                    <a:pt x="9575" y="144"/>
                    <a:pt x="9577" y="156"/>
                  </a:cubicBezTo>
                  <a:cubicBezTo>
                    <a:pt x="9582" y="171"/>
                    <a:pt x="9588" y="186"/>
                    <a:pt x="9593" y="201"/>
                  </a:cubicBezTo>
                  <a:cubicBezTo>
                    <a:pt x="9597" y="217"/>
                    <a:pt x="9600" y="232"/>
                    <a:pt x="9604" y="248"/>
                  </a:cubicBezTo>
                  <a:cubicBezTo>
                    <a:pt x="9609" y="267"/>
                    <a:pt x="9615" y="285"/>
                    <a:pt x="9620" y="304"/>
                  </a:cubicBezTo>
                  <a:cubicBezTo>
                    <a:pt x="9622" y="320"/>
                    <a:pt x="9623" y="335"/>
                    <a:pt x="9625" y="351"/>
                  </a:cubicBezTo>
                  <a:cubicBezTo>
                    <a:pt x="9629" y="366"/>
                    <a:pt x="9632" y="381"/>
                    <a:pt x="9636" y="396"/>
                  </a:cubicBezTo>
                  <a:lnTo>
                    <a:pt x="9636" y="428"/>
                  </a:lnTo>
                  <a:cubicBezTo>
                    <a:pt x="9623" y="452"/>
                    <a:pt x="9611" y="475"/>
                    <a:pt x="9598" y="499"/>
                  </a:cubicBezTo>
                  <a:cubicBezTo>
                    <a:pt x="9603" y="510"/>
                    <a:pt x="9609" y="522"/>
                    <a:pt x="9614" y="533"/>
                  </a:cubicBezTo>
                  <a:cubicBezTo>
                    <a:pt x="9621" y="549"/>
                    <a:pt x="9629" y="565"/>
                    <a:pt x="9636" y="581"/>
                  </a:cubicBezTo>
                  <a:cubicBezTo>
                    <a:pt x="9645" y="597"/>
                    <a:pt x="9654" y="612"/>
                    <a:pt x="9663" y="628"/>
                  </a:cubicBezTo>
                  <a:lnTo>
                    <a:pt x="9684" y="670"/>
                  </a:lnTo>
                  <a:cubicBezTo>
                    <a:pt x="9688" y="686"/>
                    <a:pt x="9691" y="702"/>
                    <a:pt x="9695" y="718"/>
                  </a:cubicBezTo>
                  <a:lnTo>
                    <a:pt x="9695" y="768"/>
                  </a:lnTo>
                  <a:lnTo>
                    <a:pt x="9689" y="816"/>
                  </a:lnTo>
                  <a:cubicBezTo>
                    <a:pt x="9687" y="831"/>
                    <a:pt x="9686" y="845"/>
                    <a:pt x="9684" y="860"/>
                  </a:cubicBezTo>
                  <a:lnTo>
                    <a:pt x="9684" y="903"/>
                  </a:lnTo>
                  <a:cubicBezTo>
                    <a:pt x="9689" y="913"/>
                    <a:pt x="9695" y="922"/>
                    <a:pt x="9700" y="932"/>
                  </a:cubicBezTo>
                  <a:cubicBezTo>
                    <a:pt x="9713" y="940"/>
                    <a:pt x="9725" y="947"/>
                    <a:pt x="9738" y="955"/>
                  </a:cubicBezTo>
                  <a:lnTo>
                    <a:pt x="9786" y="979"/>
                  </a:lnTo>
                  <a:lnTo>
                    <a:pt x="9839" y="1000"/>
                  </a:lnTo>
                  <a:cubicBezTo>
                    <a:pt x="9855" y="1006"/>
                    <a:pt x="9872" y="1013"/>
                    <a:pt x="9888" y="1019"/>
                  </a:cubicBezTo>
                  <a:lnTo>
                    <a:pt x="9936" y="1037"/>
                  </a:lnTo>
                  <a:cubicBezTo>
                    <a:pt x="9950" y="1047"/>
                    <a:pt x="9965" y="1056"/>
                    <a:pt x="9979" y="1066"/>
                  </a:cubicBezTo>
                  <a:cubicBezTo>
                    <a:pt x="9986" y="1079"/>
                    <a:pt x="9993" y="1093"/>
                    <a:pt x="10000" y="1106"/>
                  </a:cubicBezTo>
                  <a:lnTo>
                    <a:pt x="9898" y="1198"/>
                  </a:lnTo>
                  <a:cubicBezTo>
                    <a:pt x="9871" y="1232"/>
                    <a:pt x="9845" y="1267"/>
                    <a:pt x="9818" y="1301"/>
                  </a:cubicBezTo>
                  <a:cubicBezTo>
                    <a:pt x="9797" y="1336"/>
                    <a:pt x="9775" y="1372"/>
                    <a:pt x="9754" y="1407"/>
                  </a:cubicBezTo>
                  <a:cubicBezTo>
                    <a:pt x="9732" y="1444"/>
                    <a:pt x="9711" y="1481"/>
                    <a:pt x="9689" y="1518"/>
                  </a:cubicBezTo>
                  <a:lnTo>
                    <a:pt x="9620" y="1626"/>
                  </a:lnTo>
                  <a:lnTo>
                    <a:pt x="9545" y="1731"/>
                  </a:lnTo>
                  <a:cubicBezTo>
                    <a:pt x="9532" y="1750"/>
                    <a:pt x="9520" y="1768"/>
                    <a:pt x="9507" y="1787"/>
                  </a:cubicBezTo>
                  <a:cubicBezTo>
                    <a:pt x="9496" y="1807"/>
                    <a:pt x="9486" y="1827"/>
                    <a:pt x="9475" y="1847"/>
                  </a:cubicBezTo>
                  <a:cubicBezTo>
                    <a:pt x="9468" y="1867"/>
                    <a:pt x="9461" y="1888"/>
                    <a:pt x="9454" y="1908"/>
                  </a:cubicBezTo>
                  <a:cubicBezTo>
                    <a:pt x="9441" y="1930"/>
                    <a:pt x="9429" y="1952"/>
                    <a:pt x="9416" y="1974"/>
                  </a:cubicBezTo>
                  <a:cubicBezTo>
                    <a:pt x="9404" y="1994"/>
                    <a:pt x="9391" y="2015"/>
                    <a:pt x="9379" y="2035"/>
                  </a:cubicBezTo>
                  <a:lnTo>
                    <a:pt x="9314" y="2088"/>
                  </a:lnTo>
                  <a:cubicBezTo>
                    <a:pt x="9289" y="2099"/>
                    <a:pt x="9264" y="2111"/>
                    <a:pt x="9239" y="2122"/>
                  </a:cubicBezTo>
                  <a:lnTo>
                    <a:pt x="9143" y="2146"/>
                  </a:lnTo>
                  <a:cubicBezTo>
                    <a:pt x="9107" y="2151"/>
                    <a:pt x="9072" y="2157"/>
                    <a:pt x="9036" y="2162"/>
                  </a:cubicBezTo>
                  <a:lnTo>
                    <a:pt x="8918" y="2175"/>
                  </a:lnTo>
                  <a:lnTo>
                    <a:pt x="8795" y="2185"/>
                  </a:lnTo>
                  <a:lnTo>
                    <a:pt x="8677" y="2201"/>
                  </a:lnTo>
                  <a:lnTo>
                    <a:pt x="8468" y="2220"/>
                  </a:lnTo>
                  <a:lnTo>
                    <a:pt x="8232" y="2241"/>
                  </a:lnTo>
                  <a:lnTo>
                    <a:pt x="7975" y="2251"/>
                  </a:lnTo>
                  <a:lnTo>
                    <a:pt x="7702" y="2262"/>
                  </a:lnTo>
                  <a:lnTo>
                    <a:pt x="7429" y="2264"/>
                  </a:lnTo>
                  <a:lnTo>
                    <a:pt x="7145" y="2267"/>
                  </a:lnTo>
                  <a:lnTo>
                    <a:pt x="6861" y="2267"/>
                  </a:lnTo>
                  <a:cubicBezTo>
                    <a:pt x="6863" y="2328"/>
                    <a:pt x="6865" y="2388"/>
                    <a:pt x="6867" y="2449"/>
                  </a:cubicBezTo>
                  <a:cubicBezTo>
                    <a:pt x="6876" y="2512"/>
                    <a:pt x="6884" y="2574"/>
                    <a:pt x="6893" y="2637"/>
                  </a:cubicBezTo>
                  <a:cubicBezTo>
                    <a:pt x="6907" y="2698"/>
                    <a:pt x="6922" y="2760"/>
                    <a:pt x="6936" y="2821"/>
                  </a:cubicBezTo>
                  <a:cubicBezTo>
                    <a:pt x="6954" y="2879"/>
                    <a:pt x="6972" y="2938"/>
                    <a:pt x="6990" y="2996"/>
                  </a:cubicBezTo>
                  <a:cubicBezTo>
                    <a:pt x="7013" y="3050"/>
                    <a:pt x="7036" y="3105"/>
                    <a:pt x="7059" y="3159"/>
                  </a:cubicBezTo>
                  <a:cubicBezTo>
                    <a:pt x="7082" y="3207"/>
                    <a:pt x="7106" y="3256"/>
                    <a:pt x="7129" y="3304"/>
                  </a:cubicBezTo>
                  <a:cubicBezTo>
                    <a:pt x="7145" y="3344"/>
                    <a:pt x="7161" y="3383"/>
                    <a:pt x="7177" y="3423"/>
                  </a:cubicBezTo>
                  <a:lnTo>
                    <a:pt x="7225" y="3537"/>
                  </a:lnTo>
                  <a:cubicBezTo>
                    <a:pt x="7238" y="3576"/>
                    <a:pt x="7250" y="3614"/>
                    <a:pt x="7263" y="3653"/>
                  </a:cubicBezTo>
                  <a:cubicBezTo>
                    <a:pt x="7279" y="3692"/>
                    <a:pt x="7295" y="3730"/>
                    <a:pt x="7311" y="3769"/>
                  </a:cubicBezTo>
                  <a:cubicBezTo>
                    <a:pt x="7331" y="3808"/>
                    <a:pt x="7350" y="3846"/>
                    <a:pt x="7370" y="3885"/>
                  </a:cubicBezTo>
                  <a:lnTo>
                    <a:pt x="7450" y="3980"/>
                  </a:lnTo>
                  <a:cubicBezTo>
                    <a:pt x="7477" y="4012"/>
                    <a:pt x="7504" y="4043"/>
                    <a:pt x="7531" y="4075"/>
                  </a:cubicBezTo>
                  <a:cubicBezTo>
                    <a:pt x="7561" y="4107"/>
                    <a:pt x="7592" y="4138"/>
                    <a:pt x="7622" y="4170"/>
                  </a:cubicBezTo>
                  <a:lnTo>
                    <a:pt x="7702" y="4262"/>
                  </a:lnTo>
                  <a:cubicBezTo>
                    <a:pt x="7723" y="4293"/>
                    <a:pt x="7745" y="4324"/>
                    <a:pt x="7766" y="4355"/>
                  </a:cubicBezTo>
                  <a:cubicBezTo>
                    <a:pt x="7775" y="4386"/>
                    <a:pt x="7784" y="4416"/>
                    <a:pt x="7793" y="4447"/>
                  </a:cubicBezTo>
                  <a:cubicBezTo>
                    <a:pt x="7777" y="4457"/>
                    <a:pt x="7761" y="4466"/>
                    <a:pt x="7745" y="4476"/>
                  </a:cubicBezTo>
                  <a:lnTo>
                    <a:pt x="7697" y="4503"/>
                  </a:lnTo>
                  <a:cubicBezTo>
                    <a:pt x="7681" y="4513"/>
                    <a:pt x="7665" y="4524"/>
                    <a:pt x="7649" y="4534"/>
                  </a:cubicBezTo>
                  <a:cubicBezTo>
                    <a:pt x="7635" y="4542"/>
                    <a:pt x="7620" y="4550"/>
                    <a:pt x="7606" y="4558"/>
                  </a:cubicBezTo>
                  <a:cubicBezTo>
                    <a:pt x="7593" y="4562"/>
                    <a:pt x="7581" y="4567"/>
                    <a:pt x="7568" y="4571"/>
                  </a:cubicBezTo>
                  <a:cubicBezTo>
                    <a:pt x="7541" y="4575"/>
                    <a:pt x="7515" y="4578"/>
                    <a:pt x="7488" y="4582"/>
                  </a:cubicBezTo>
                  <a:lnTo>
                    <a:pt x="7413" y="4603"/>
                  </a:lnTo>
                  <a:cubicBezTo>
                    <a:pt x="7383" y="4612"/>
                    <a:pt x="7352" y="4620"/>
                    <a:pt x="7322" y="4629"/>
                  </a:cubicBezTo>
                  <a:cubicBezTo>
                    <a:pt x="7295" y="4640"/>
                    <a:pt x="7269" y="4652"/>
                    <a:pt x="7242" y="4663"/>
                  </a:cubicBezTo>
                  <a:cubicBezTo>
                    <a:pt x="7219" y="4675"/>
                    <a:pt x="7195" y="4686"/>
                    <a:pt x="7172" y="4698"/>
                  </a:cubicBezTo>
                  <a:cubicBezTo>
                    <a:pt x="7151" y="4708"/>
                    <a:pt x="7129" y="4717"/>
                    <a:pt x="7108" y="4727"/>
                  </a:cubicBezTo>
                  <a:cubicBezTo>
                    <a:pt x="7090" y="4724"/>
                    <a:pt x="7072" y="4722"/>
                    <a:pt x="7054" y="4719"/>
                  </a:cubicBezTo>
                  <a:cubicBezTo>
                    <a:pt x="7042" y="4623"/>
                    <a:pt x="7029" y="4527"/>
                    <a:pt x="7017" y="4431"/>
                  </a:cubicBezTo>
                  <a:lnTo>
                    <a:pt x="6947" y="4431"/>
                  </a:lnTo>
                  <a:lnTo>
                    <a:pt x="6893" y="4434"/>
                  </a:lnTo>
                  <a:lnTo>
                    <a:pt x="6840" y="4434"/>
                  </a:lnTo>
                  <a:lnTo>
                    <a:pt x="6770" y="4437"/>
                  </a:lnTo>
                  <a:lnTo>
                    <a:pt x="6663" y="4442"/>
                  </a:lnTo>
                  <a:cubicBezTo>
                    <a:pt x="6659" y="4490"/>
                    <a:pt x="6656" y="4539"/>
                    <a:pt x="6652" y="4587"/>
                  </a:cubicBezTo>
                  <a:cubicBezTo>
                    <a:pt x="6649" y="4637"/>
                    <a:pt x="6645" y="4687"/>
                    <a:pt x="6642" y="4737"/>
                  </a:cubicBezTo>
                  <a:cubicBezTo>
                    <a:pt x="6640" y="4786"/>
                    <a:pt x="6638" y="4836"/>
                    <a:pt x="6636" y="4885"/>
                  </a:cubicBezTo>
                  <a:cubicBezTo>
                    <a:pt x="6629" y="4934"/>
                    <a:pt x="6622" y="4984"/>
                    <a:pt x="6615" y="5033"/>
                  </a:cubicBezTo>
                  <a:cubicBezTo>
                    <a:pt x="6601" y="5069"/>
                    <a:pt x="6586" y="5105"/>
                    <a:pt x="6572" y="5141"/>
                  </a:cubicBezTo>
                  <a:lnTo>
                    <a:pt x="6524" y="5252"/>
                  </a:lnTo>
                  <a:cubicBezTo>
                    <a:pt x="6508" y="5285"/>
                    <a:pt x="6492" y="5319"/>
                    <a:pt x="6476" y="5352"/>
                  </a:cubicBezTo>
                  <a:cubicBezTo>
                    <a:pt x="6467" y="5386"/>
                    <a:pt x="6458" y="5421"/>
                    <a:pt x="6449" y="5455"/>
                  </a:cubicBezTo>
                  <a:cubicBezTo>
                    <a:pt x="6451" y="5487"/>
                    <a:pt x="6452" y="5518"/>
                    <a:pt x="6454" y="5550"/>
                  </a:cubicBezTo>
                  <a:cubicBezTo>
                    <a:pt x="6450" y="5552"/>
                    <a:pt x="6447" y="5554"/>
                    <a:pt x="6443" y="5556"/>
                  </a:cubicBezTo>
                  <a:lnTo>
                    <a:pt x="6427" y="5556"/>
                  </a:lnTo>
                  <a:lnTo>
                    <a:pt x="6427" y="5556"/>
                  </a:lnTo>
                  <a:cubicBezTo>
                    <a:pt x="6425" y="5557"/>
                    <a:pt x="6424" y="5557"/>
                    <a:pt x="6422" y="5558"/>
                  </a:cubicBezTo>
                  <a:lnTo>
                    <a:pt x="6422" y="5566"/>
                  </a:lnTo>
                  <a:lnTo>
                    <a:pt x="6422" y="5571"/>
                  </a:lnTo>
                  <a:lnTo>
                    <a:pt x="6422" y="5582"/>
                  </a:lnTo>
                  <a:lnTo>
                    <a:pt x="6422" y="5595"/>
                  </a:lnTo>
                  <a:lnTo>
                    <a:pt x="6347" y="5682"/>
                  </a:lnTo>
                  <a:cubicBezTo>
                    <a:pt x="6327" y="5713"/>
                    <a:pt x="6308" y="5744"/>
                    <a:pt x="6288" y="5775"/>
                  </a:cubicBezTo>
                  <a:cubicBezTo>
                    <a:pt x="6279" y="5807"/>
                    <a:pt x="6270" y="5840"/>
                    <a:pt x="6261" y="5872"/>
                  </a:cubicBezTo>
                  <a:cubicBezTo>
                    <a:pt x="6258" y="5907"/>
                    <a:pt x="6254" y="5943"/>
                    <a:pt x="6251" y="5978"/>
                  </a:cubicBezTo>
                  <a:cubicBezTo>
                    <a:pt x="6246" y="6013"/>
                    <a:pt x="6240" y="6048"/>
                    <a:pt x="6235" y="6083"/>
                  </a:cubicBezTo>
                  <a:lnTo>
                    <a:pt x="6229" y="6194"/>
                  </a:lnTo>
                  <a:lnTo>
                    <a:pt x="6208" y="6302"/>
                  </a:lnTo>
                  <a:cubicBezTo>
                    <a:pt x="6195" y="6339"/>
                    <a:pt x="6183" y="6376"/>
                    <a:pt x="6170" y="6413"/>
                  </a:cubicBezTo>
                  <a:lnTo>
                    <a:pt x="5978" y="7213"/>
                  </a:lnTo>
                  <a:lnTo>
                    <a:pt x="5951" y="7300"/>
                  </a:lnTo>
                  <a:cubicBezTo>
                    <a:pt x="5946" y="7333"/>
                    <a:pt x="5940" y="7365"/>
                    <a:pt x="5935" y="7398"/>
                  </a:cubicBezTo>
                  <a:cubicBezTo>
                    <a:pt x="5933" y="7428"/>
                    <a:pt x="5931" y="7457"/>
                    <a:pt x="5929" y="7487"/>
                  </a:cubicBezTo>
                  <a:lnTo>
                    <a:pt x="5929" y="7585"/>
                  </a:lnTo>
                  <a:lnTo>
                    <a:pt x="5929" y="7672"/>
                  </a:lnTo>
                  <a:cubicBezTo>
                    <a:pt x="5924" y="7699"/>
                    <a:pt x="5918" y="7727"/>
                    <a:pt x="5913" y="7754"/>
                  </a:cubicBezTo>
                  <a:cubicBezTo>
                    <a:pt x="5908" y="7780"/>
                    <a:pt x="5902" y="7805"/>
                    <a:pt x="5897" y="7831"/>
                  </a:cubicBezTo>
                  <a:cubicBezTo>
                    <a:pt x="5886" y="7859"/>
                    <a:pt x="5876" y="7887"/>
                    <a:pt x="5865" y="7915"/>
                  </a:cubicBezTo>
                  <a:lnTo>
                    <a:pt x="5865" y="7997"/>
                  </a:lnTo>
                  <a:cubicBezTo>
                    <a:pt x="5872" y="8022"/>
                    <a:pt x="5879" y="8048"/>
                    <a:pt x="5886" y="8073"/>
                  </a:cubicBezTo>
                  <a:cubicBezTo>
                    <a:pt x="5899" y="8098"/>
                    <a:pt x="5911" y="8122"/>
                    <a:pt x="5924" y="8147"/>
                  </a:cubicBezTo>
                  <a:lnTo>
                    <a:pt x="5972" y="8216"/>
                  </a:lnTo>
                  <a:lnTo>
                    <a:pt x="6020" y="8282"/>
                  </a:lnTo>
                  <a:lnTo>
                    <a:pt x="6069" y="8343"/>
                  </a:lnTo>
                  <a:cubicBezTo>
                    <a:pt x="6092" y="8412"/>
                    <a:pt x="6115" y="8482"/>
                    <a:pt x="6138" y="8551"/>
                  </a:cubicBezTo>
                  <a:lnTo>
                    <a:pt x="6111" y="8572"/>
                  </a:lnTo>
                  <a:cubicBezTo>
                    <a:pt x="6097" y="8576"/>
                    <a:pt x="6083" y="8581"/>
                    <a:pt x="6069" y="8585"/>
                  </a:cubicBezTo>
                  <a:cubicBezTo>
                    <a:pt x="6056" y="8590"/>
                    <a:pt x="6044" y="8594"/>
                    <a:pt x="6031" y="8599"/>
                  </a:cubicBezTo>
                  <a:cubicBezTo>
                    <a:pt x="6020" y="8606"/>
                    <a:pt x="6010" y="8613"/>
                    <a:pt x="5999" y="8620"/>
                  </a:cubicBezTo>
                  <a:cubicBezTo>
                    <a:pt x="6022" y="8623"/>
                    <a:pt x="6046" y="8627"/>
                    <a:pt x="6069" y="8630"/>
                  </a:cubicBezTo>
                  <a:cubicBezTo>
                    <a:pt x="6085" y="8634"/>
                    <a:pt x="6101" y="8639"/>
                    <a:pt x="6117" y="8643"/>
                  </a:cubicBezTo>
                  <a:cubicBezTo>
                    <a:pt x="6131" y="8652"/>
                    <a:pt x="6146" y="8661"/>
                    <a:pt x="6160" y="8670"/>
                  </a:cubicBezTo>
                  <a:cubicBezTo>
                    <a:pt x="6153" y="8687"/>
                    <a:pt x="6145" y="8703"/>
                    <a:pt x="6138" y="8720"/>
                  </a:cubicBezTo>
                  <a:cubicBezTo>
                    <a:pt x="6140" y="8737"/>
                    <a:pt x="6142" y="8753"/>
                    <a:pt x="6144" y="8770"/>
                  </a:cubicBezTo>
                  <a:cubicBezTo>
                    <a:pt x="6156" y="8789"/>
                    <a:pt x="6169" y="8807"/>
                    <a:pt x="6181" y="8826"/>
                  </a:cubicBezTo>
                  <a:cubicBezTo>
                    <a:pt x="6199" y="8842"/>
                    <a:pt x="6217" y="8857"/>
                    <a:pt x="6235" y="8873"/>
                  </a:cubicBezTo>
                  <a:cubicBezTo>
                    <a:pt x="6253" y="8888"/>
                    <a:pt x="6270" y="8903"/>
                    <a:pt x="6288" y="8918"/>
                  </a:cubicBezTo>
                  <a:lnTo>
                    <a:pt x="6352" y="8952"/>
                  </a:lnTo>
                  <a:lnTo>
                    <a:pt x="6465" y="9005"/>
                  </a:lnTo>
                  <a:lnTo>
                    <a:pt x="6583" y="9063"/>
                  </a:lnTo>
                  <a:lnTo>
                    <a:pt x="6706" y="9116"/>
                  </a:lnTo>
                  <a:lnTo>
                    <a:pt x="6781" y="9140"/>
                  </a:lnTo>
                  <a:lnTo>
                    <a:pt x="6867" y="9161"/>
                  </a:lnTo>
                  <a:lnTo>
                    <a:pt x="6958" y="9179"/>
                  </a:lnTo>
                  <a:lnTo>
                    <a:pt x="7043" y="9200"/>
                  </a:lnTo>
                  <a:lnTo>
                    <a:pt x="7134" y="9224"/>
                  </a:lnTo>
                  <a:lnTo>
                    <a:pt x="7220" y="9248"/>
                  </a:lnTo>
                  <a:lnTo>
                    <a:pt x="7290" y="9279"/>
                  </a:lnTo>
                  <a:lnTo>
                    <a:pt x="7343" y="9314"/>
                  </a:lnTo>
                  <a:cubicBezTo>
                    <a:pt x="7357" y="9329"/>
                    <a:pt x="7372" y="9344"/>
                    <a:pt x="7386" y="9359"/>
                  </a:cubicBezTo>
                  <a:cubicBezTo>
                    <a:pt x="7393" y="9376"/>
                    <a:pt x="7401" y="9392"/>
                    <a:pt x="7408" y="9409"/>
                  </a:cubicBezTo>
                  <a:lnTo>
                    <a:pt x="7381" y="9433"/>
                  </a:lnTo>
                  <a:cubicBezTo>
                    <a:pt x="7374" y="9443"/>
                    <a:pt x="7366" y="9454"/>
                    <a:pt x="7359" y="9464"/>
                  </a:cubicBezTo>
                  <a:lnTo>
                    <a:pt x="7333" y="9493"/>
                  </a:lnTo>
                  <a:cubicBezTo>
                    <a:pt x="7317" y="9503"/>
                    <a:pt x="7300" y="9512"/>
                    <a:pt x="7284" y="9522"/>
                  </a:cubicBezTo>
                  <a:lnTo>
                    <a:pt x="7193" y="9546"/>
                  </a:lnTo>
                  <a:lnTo>
                    <a:pt x="7081" y="9559"/>
                  </a:lnTo>
                  <a:lnTo>
                    <a:pt x="6958" y="9562"/>
                  </a:lnTo>
                  <a:lnTo>
                    <a:pt x="6824" y="9559"/>
                  </a:lnTo>
                  <a:lnTo>
                    <a:pt x="6690" y="9551"/>
                  </a:lnTo>
                  <a:lnTo>
                    <a:pt x="6567" y="9546"/>
                  </a:lnTo>
                  <a:lnTo>
                    <a:pt x="6454" y="9538"/>
                  </a:lnTo>
                  <a:lnTo>
                    <a:pt x="6261" y="9525"/>
                  </a:lnTo>
                  <a:lnTo>
                    <a:pt x="6074" y="9493"/>
                  </a:lnTo>
                  <a:lnTo>
                    <a:pt x="5903" y="9454"/>
                  </a:lnTo>
                  <a:lnTo>
                    <a:pt x="5726" y="9401"/>
                  </a:lnTo>
                  <a:lnTo>
                    <a:pt x="5560" y="9351"/>
                  </a:lnTo>
                  <a:lnTo>
                    <a:pt x="5404" y="9295"/>
                  </a:lnTo>
                  <a:lnTo>
                    <a:pt x="5244" y="9245"/>
                  </a:lnTo>
                  <a:lnTo>
                    <a:pt x="5083" y="9250"/>
                  </a:lnTo>
                  <a:cubicBezTo>
                    <a:pt x="5062" y="9248"/>
                    <a:pt x="5040" y="9247"/>
                    <a:pt x="5019" y="9245"/>
                  </a:cubicBezTo>
                  <a:lnTo>
                    <a:pt x="4944" y="9227"/>
                  </a:lnTo>
                  <a:lnTo>
                    <a:pt x="4853" y="9211"/>
                  </a:lnTo>
                  <a:lnTo>
                    <a:pt x="4762" y="9187"/>
                  </a:lnTo>
                  <a:lnTo>
                    <a:pt x="4681" y="9163"/>
                  </a:lnTo>
                  <a:cubicBezTo>
                    <a:pt x="4660" y="9153"/>
                    <a:pt x="4638" y="9144"/>
                    <a:pt x="4617" y="9134"/>
                  </a:cubicBezTo>
                  <a:lnTo>
                    <a:pt x="4585" y="9105"/>
                  </a:lnTo>
                  <a:cubicBezTo>
                    <a:pt x="4581" y="9090"/>
                    <a:pt x="4578" y="9075"/>
                    <a:pt x="4574" y="9060"/>
                  </a:cubicBezTo>
                  <a:cubicBezTo>
                    <a:pt x="4578" y="9042"/>
                    <a:pt x="4581" y="9023"/>
                    <a:pt x="4585" y="9005"/>
                  </a:cubicBezTo>
                  <a:cubicBezTo>
                    <a:pt x="4592" y="8986"/>
                    <a:pt x="4599" y="8966"/>
                    <a:pt x="4606" y="8947"/>
                  </a:cubicBezTo>
                  <a:cubicBezTo>
                    <a:pt x="4617" y="8926"/>
                    <a:pt x="4627" y="8905"/>
                    <a:pt x="4638" y="8884"/>
                  </a:cubicBezTo>
                  <a:cubicBezTo>
                    <a:pt x="4652" y="8863"/>
                    <a:pt x="4667" y="8841"/>
                    <a:pt x="4681" y="8820"/>
                  </a:cubicBezTo>
                  <a:cubicBezTo>
                    <a:pt x="4695" y="8799"/>
                    <a:pt x="4710" y="8778"/>
                    <a:pt x="4724" y="8757"/>
                  </a:cubicBezTo>
                  <a:cubicBezTo>
                    <a:pt x="4735" y="8738"/>
                    <a:pt x="4745" y="8718"/>
                    <a:pt x="4756" y="8699"/>
                  </a:cubicBezTo>
                  <a:cubicBezTo>
                    <a:pt x="4765" y="8681"/>
                    <a:pt x="4774" y="8664"/>
                    <a:pt x="4783" y="8646"/>
                  </a:cubicBezTo>
                  <a:cubicBezTo>
                    <a:pt x="4788" y="8632"/>
                    <a:pt x="4794" y="8618"/>
                    <a:pt x="4799" y="8604"/>
                  </a:cubicBezTo>
                  <a:lnTo>
                    <a:pt x="4676" y="8572"/>
                  </a:lnTo>
                  <a:cubicBezTo>
                    <a:pt x="4647" y="8561"/>
                    <a:pt x="4619" y="8549"/>
                    <a:pt x="4590" y="8538"/>
                  </a:cubicBezTo>
                  <a:cubicBezTo>
                    <a:pt x="4572" y="8526"/>
                    <a:pt x="4555" y="8513"/>
                    <a:pt x="4537" y="8501"/>
                  </a:cubicBezTo>
                  <a:cubicBezTo>
                    <a:pt x="4524" y="8487"/>
                    <a:pt x="4512" y="8473"/>
                    <a:pt x="4499" y="8459"/>
                  </a:cubicBezTo>
                  <a:cubicBezTo>
                    <a:pt x="4495" y="8444"/>
                    <a:pt x="4492" y="8429"/>
                    <a:pt x="4488" y="8414"/>
                  </a:cubicBezTo>
                  <a:lnTo>
                    <a:pt x="4494" y="8366"/>
                  </a:lnTo>
                  <a:cubicBezTo>
                    <a:pt x="4499" y="8349"/>
                    <a:pt x="4505" y="8333"/>
                    <a:pt x="4510" y="8316"/>
                  </a:cubicBezTo>
                  <a:cubicBezTo>
                    <a:pt x="4519" y="8298"/>
                    <a:pt x="4528" y="8281"/>
                    <a:pt x="4537" y="8263"/>
                  </a:cubicBezTo>
                  <a:cubicBezTo>
                    <a:pt x="4546" y="8246"/>
                    <a:pt x="4554" y="8228"/>
                    <a:pt x="4563" y="8211"/>
                  </a:cubicBezTo>
                  <a:cubicBezTo>
                    <a:pt x="4570" y="8192"/>
                    <a:pt x="4578" y="8174"/>
                    <a:pt x="4585" y="8155"/>
                  </a:cubicBezTo>
                  <a:cubicBezTo>
                    <a:pt x="4592" y="8136"/>
                    <a:pt x="4599" y="8116"/>
                    <a:pt x="4606" y="8097"/>
                  </a:cubicBezTo>
                  <a:cubicBezTo>
                    <a:pt x="4608" y="8079"/>
                    <a:pt x="4610" y="8060"/>
                    <a:pt x="4612" y="8042"/>
                  </a:cubicBezTo>
                  <a:cubicBezTo>
                    <a:pt x="4610" y="8023"/>
                    <a:pt x="4608" y="8003"/>
                    <a:pt x="4606" y="7984"/>
                  </a:cubicBezTo>
                  <a:cubicBezTo>
                    <a:pt x="4601" y="7963"/>
                    <a:pt x="4595" y="7941"/>
                    <a:pt x="4590" y="7920"/>
                  </a:cubicBezTo>
                  <a:cubicBezTo>
                    <a:pt x="4588" y="7893"/>
                    <a:pt x="4587" y="7865"/>
                    <a:pt x="4585" y="7838"/>
                  </a:cubicBezTo>
                  <a:lnTo>
                    <a:pt x="4585" y="7746"/>
                  </a:lnTo>
                  <a:cubicBezTo>
                    <a:pt x="4587" y="7713"/>
                    <a:pt x="4588" y="7679"/>
                    <a:pt x="4590" y="7646"/>
                  </a:cubicBezTo>
                  <a:cubicBezTo>
                    <a:pt x="4595" y="7614"/>
                    <a:pt x="4601" y="7583"/>
                    <a:pt x="4606" y="7551"/>
                  </a:cubicBezTo>
                  <a:cubicBezTo>
                    <a:pt x="4613" y="7522"/>
                    <a:pt x="4621" y="7493"/>
                    <a:pt x="4628" y="7464"/>
                  </a:cubicBezTo>
                  <a:cubicBezTo>
                    <a:pt x="4633" y="7417"/>
                    <a:pt x="4639" y="7371"/>
                    <a:pt x="4644" y="7324"/>
                  </a:cubicBezTo>
                  <a:cubicBezTo>
                    <a:pt x="4649" y="7274"/>
                    <a:pt x="4655" y="7223"/>
                    <a:pt x="4660" y="7173"/>
                  </a:cubicBezTo>
                  <a:lnTo>
                    <a:pt x="4660" y="7018"/>
                  </a:lnTo>
                  <a:cubicBezTo>
                    <a:pt x="4658" y="6963"/>
                    <a:pt x="4657" y="6909"/>
                    <a:pt x="4655" y="6854"/>
                  </a:cubicBezTo>
                  <a:cubicBezTo>
                    <a:pt x="4649" y="6800"/>
                    <a:pt x="4644" y="6747"/>
                    <a:pt x="4638" y="6693"/>
                  </a:cubicBezTo>
                  <a:cubicBezTo>
                    <a:pt x="4636" y="6642"/>
                    <a:pt x="4635" y="6591"/>
                    <a:pt x="4633" y="6540"/>
                  </a:cubicBezTo>
                  <a:cubicBezTo>
                    <a:pt x="4631" y="6492"/>
                    <a:pt x="4630" y="6443"/>
                    <a:pt x="4628" y="6395"/>
                  </a:cubicBezTo>
                  <a:lnTo>
                    <a:pt x="4628" y="6310"/>
                  </a:lnTo>
                  <a:cubicBezTo>
                    <a:pt x="4630" y="6282"/>
                    <a:pt x="4631" y="6254"/>
                    <a:pt x="4633" y="6226"/>
                  </a:cubicBezTo>
                  <a:cubicBezTo>
                    <a:pt x="4637" y="6197"/>
                    <a:pt x="4640" y="6168"/>
                    <a:pt x="4644" y="6139"/>
                  </a:cubicBezTo>
                  <a:cubicBezTo>
                    <a:pt x="4649" y="6111"/>
                    <a:pt x="4655" y="6082"/>
                    <a:pt x="4660" y="6054"/>
                  </a:cubicBezTo>
                  <a:cubicBezTo>
                    <a:pt x="4665" y="6025"/>
                    <a:pt x="4671" y="5996"/>
                    <a:pt x="4676" y="5967"/>
                  </a:cubicBezTo>
                  <a:lnTo>
                    <a:pt x="4676" y="5891"/>
                  </a:lnTo>
                  <a:cubicBezTo>
                    <a:pt x="4672" y="5866"/>
                    <a:pt x="4669" y="5842"/>
                    <a:pt x="4665" y="5817"/>
                  </a:cubicBezTo>
                  <a:lnTo>
                    <a:pt x="4638" y="5751"/>
                  </a:lnTo>
                  <a:cubicBezTo>
                    <a:pt x="4620" y="5732"/>
                    <a:pt x="4603" y="5712"/>
                    <a:pt x="4585" y="5693"/>
                  </a:cubicBezTo>
                  <a:lnTo>
                    <a:pt x="4585" y="5709"/>
                  </a:lnTo>
                  <a:cubicBezTo>
                    <a:pt x="4572" y="5719"/>
                    <a:pt x="4560" y="5730"/>
                    <a:pt x="4547" y="5740"/>
                  </a:cubicBezTo>
                  <a:cubicBezTo>
                    <a:pt x="4535" y="5755"/>
                    <a:pt x="4522" y="5770"/>
                    <a:pt x="4510" y="5785"/>
                  </a:cubicBezTo>
                  <a:cubicBezTo>
                    <a:pt x="4503" y="5799"/>
                    <a:pt x="4495" y="5813"/>
                    <a:pt x="4488" y="5827"/>
                  </a:cubicBezTo>
                  <a:cubicBezTo>
                    <a:pt x="4485" y="5842"/>
                    <a:pt x="4481" y="5857"/>
                    <a:pt x="4478" y="5872"/>
                  </a:cubicBezTo>
                  <a:cubicBezTo>
                    <a:pt x="4467" y="5876"/>
                    <a:pt x="4457" y="5881"/>
                    <a:pt x="4446" y="5885"/>
                  </a:cubicBezTo>
                  <a:lnTo>
                    <a:pt x="4408" y="5914"/>
                  </a:lnTo>
                  <a:lnTo>
                    <a:pt x="4371" y="5954"/>
                  </a:lnTo>
                  <a:cubicBezTo>
                    <a:pt x="4357" y="5970"/>
                    <a:pt x="4342" y="5986"/>
                    <a:pt x="4328" y="6002"/>
                  </a:cubicBezTo>
                  <a:cubicBezTo>
                    <a:pt x="4312" y="6020"/>
                    <a:pt x="4296" y="6039"/>
                    <a:pt x="4280" y="6057"/>
                  </a:cubicBezTo>
                  <a:lnTo>
                    <a:pt x="4237" y="6112"/>
                  </a:lnTo>
                  <a:cubicBezTo>
                    <a:pt x="4226" y="6130"/>
                    <a:pt x="4216" y="6147"/>
                    <a:pt x="4205" y="6165"/>
                  </a:cubicBezTo>
                  <a:cubicBezTo>
                    <a:pt x="4191" y="6182"/>
                    <a:pt x="4176" y="6198"/>
                    <a:pt x="4162" y="6215"/>
                  </a:cubicBezTo>
                  <a:cubicBezTo>
                    <a:pt x="4123" y="6263"/>
                    <a:pt x="4083" y="6310"/>
                    <a:pt x="4044" y="6358"/>
                  </a:cubicBezTo>
                  <a:cubicBezTo>
                    <a:pt x="3999" y="6405"/>
                    <a:pt x="3955" y="6453"/>
                    <a:pt x="3910" y="6500"/>
                  </a:cubicBezTo>
                  <a:lnTo>
                    <a:pt x="3787" y="6646"/>
                  </a:lnTo>
                  <a:cubicBezTo>
                    <a:pt x="3751" y="6693"/>
                    <a:pt x="3716" y="6741"/>
                    <a:pt x="3680" y="6788"/>
                  </a:cubicBezTo>
                  <a:cubicBezTo>
                    <a:pt x="3653" y="6834"/>
                    <a:pt x="3626" y="6879"/>
                    <a:pt x="3599" y="6925"/>
                  </a:cubicBezTo>
                  <a:lnTo>
                    <a:pt x="3599" y="6928"/>
                  </a:lnTo>
                  <a:lnTo>
                    <a:pt x="3599" y="6931"/>
                  </a:lnTo>
                  <a:cubicBezTo>
                    <a:pt x="3601" y="6933"/>
                    <a:pt x="3603" y="6934"/>
                    <a:pt x="3605" y="6936"/>
                  </a:cubicBezTo>
                  <a:lnTo>
                    <a:pt x="3605" y="6941"/>
                  </a:lnTo>
                  <a:cubicBezTo>
                    <a:pt x="3610" y="6945"/>
                    <a:pt x="3616" y="6948"/>
                    <a:pt x="3621" y="6952"/>
                  </a:cubicBezTo>
                  <a:cubicBezTo>
                    <a:pt x="3601" y="6948"/>
                    <a:pt x="3582" y="6945"/>
                    <a:pt x="3562" y="6941"/>
                  </a:cubicBezTo>
                  <a:cubicBezTo>
                    <a:pt x="3553" y="6960"/>
                    <a:pt x="3544" y="6978"/>
                    <a:pt x="3535" y="6997"/>
                  </a:cubicBezTo>
                  <a:lnTo>
                    <a:pt x="3492" y="7052"/>
                  </a:lnTo>
                  <a:cubicBezTo>
                    <a:pt x="3480" y="7069"/>
                    <a:pt x="3467" y="7085"/>
                    <a:pt x="3455" y="7102"/>
                  </a:cubicBezTo>
                  <a:lnTo>
                    <a:pt x="3407" y="7150"/>
                  </a:lnTo>
                  <a:cubicBezTo>
                    <a:pt x="3394" y="7161"/>
                    <a:pt x="3382" y="7173"/>
                    <a:pt x="3369" y="7184"/>
                  </a:cubicBezTo>
                  <a:lnTo>
                    <a:pt x="3348" y="7226"/>
                  </a:lnTo>
                  <a:lnTo>
                    <a:pt x="3348" y="7266"/>
                  </a:lnTo>
                  <a:lnTo>
                    <a:pt x="3348" y="7308"/>
                  </a:lnTo>
                  <a:cubicBezTo>
                    <a:pt x="3351" y="7320"/>
                    <a:pt x="3355" y="7333"/>
                    <a:pt x="3358" y="7345"/>
                  </a:cubicBezTo>
                  <a:cubicBezTo>
                    <a:pt x="3355" y="7356"/>
                    <a:pt x="3351" y="7366"/>
                    <a:pt x="3348" y="7377"/>
                  </a:cubicBezTo>
                  <a:cubicBezTo>
                    <a:pt x="3330" y="7409"/>
                    <a:pt x="3312" y="7442"/>
                    <a:pt x="3294" y="7474"/>
                  </a:cubicBezTo>
                  <a:cubicBezTo>
                    <a:pt x="3271" y="7508"/>
                    <a:pt x="3247" y="7541"/>
                    <a:pt x="3224" y="7575"/>
                  </a:cubicBezTo>
                  <a:lnTo>
                    <a:pt x="3160" y="7672"/>
                  </a:lnTo>
                  <a:cubicBezTo>
                    <a:pt x="3142" y="7705"/>
                    <a:pt x="3125" y="7737"/>
                    <a:pt x="3107" y="7770"/>
                  </a:cubicBezTo>
                  <a:cubicBezTo>
                    <a:pt x="3093" y="7803"/>
                    <a:pt x="3078" y="7835"/>
                    <a:pt x="3064" y="7868"/>
                  </a:cubicBezTo>
                  <a:lnTo>
                    <a:pt x="3037" y="7970"/>
                  </a:lnTo>
                  <a:lnTo>
                    <a:pt x="3037" y="8076"/>
                  </a:lnTo>
                  <a:cubicBezTo>
                    <a:pt x="3048" y="8113"/>
                    <a:pt x="3058" y="8150"/>
                    <a:pt x="3069" y="8187"/>
                  </a:cubicBezTo>
                  <a:cubicBezTo>
                    <a:pt x="3073" y="8206"/>
                    <a:pt x="3076" y="8226"/>
                    <a:pt x="3080" y="8245"/>
                  </a:cubicBezTo>
                  <a:cubicBezTo>
                    <a:pt x="3075" y="8264"/>
                    <a:pt x="3069" y="8284"/>
                    <a:pt x="3064" y="8303"/>
                  </a:cubicBezTo>
                  <a:cubicBezTo>
                    <a:pt x="3053" y="8321"/>
                    <a:pt x="3043" y="8338"/>
                    <a:pt x="3032" y="8356"/>
                  </a:cubicBezTo>
                  <a:cubicBezTo>
                    <a:pt x="3018" y="8374"/>
                    <a:pt x="3003" y="8391"/>
                    <a:pt x="2989" y="8409"/>
                  </a:cubicBezTo>
                  <a:cubicBezTo>
                    <a:pt x="2980" y="8425"/>
                    <a:pt x="2971" y="8440"/>
                    <a:pt x="2962" y="8456"/>
                  </a:cubicBezTo>
                  <a:cubicBezTo>
                    <a:pt x="2955" y="8469"/>
                    <a:pt x="2948" y="8483"/>
                    <a:pt x="2941" y="8496"/>
                  </a:cubicBezTo>
                  <a:cubicBezTo>
                    <a:pt x="2943" y="8507"/>
                    <a:pt x="2944" y="8519"/>
                    <a:pt x="2946" y="8530"/>
                  </a:cubicBezTo>
                  <a:lnTo>
                    <a:pt x="3198" y="8767"/>
                  </a:lnTo>
                  <a:lnTo>
                    <a:pt x="3198" y="8836"/>
                  </a:lnTo>
                  <a:lnTo>
                    <a:pt x="3171" y="8884"/>
                  </a:lnTo>
                  <a:lnTo>
                    <a:pt x="3133" y="8934"/>
                  </a:lnTo>
                  <a:cubicBezTo>
                    <a:pt x="3119" y="8952"/>
                    <a:pt x="3105" y="8971"/>
                    <a:pt x="3091" y="8989"/>
                  </a:cubicBezTo>
                  <a:cubicBezTo>
                    <a:pt x="3078" y="9008"/>
                    <a:pt x="3066" y="9026"/>
                    <a:pt x="3053" y="9045"/>
                  </a:cubicBezTo>
                  <a:cubicBezTo>
                    <a:pt x="3041" y="9062"/>
                    <a:pt x="3028" y="9080"/>
                    <a:pt x="3016" y="9097"/>
                  </a:cubicBezTo>
                  <a:cubicBezTo>
                    <a:pt x="3009" y="9113"/>
                    <a:pt x="3001" y="9129"/>
                    <a:pt x="2994" y="9145"/>
                  </a:cubicBezTo>
                  <a:cubicBezTo>
                    <a:pt x="2996" y="9158"/>
                    <a:pt x="2997" y="9171"/>
                    <a:pt x="2999" y="9184"/>
                  </a:cubicBezTo>
                  <a:cubicBezTo>
                    <a:pt x="3013" y="9213"/>
                    <a:pt x="3028" y="9243"/>
                    <a:pt x="3042" y="9272"/>
                  </a:cubicBezTo>
                  <a:lnTo>
                    <a:pt x="3107" y="9364"/>
                  </a:lnTo>
                  <a:lnTo>
                    <a:pt x="3176" y="9454"/>
                  </a:lnTo>
                  <a:cubicBezTo>
                    <a:pt x="3197" y="9486"/>
                    <a:pt x="3219" y="9517"/>
                    <a:pt x="3240" y="9549"/>
                  </a:cubicBezTo>
                  <a:cubicBezTo>
                    <a:pt x="3256" y="9581"/>
                    <a:pt x="3273" y="9612"/>
                    <a:pt x="3289" y="9644"/>
                  </a:cubicBezTo>
                  <a:cubicBezTo>
                    <a:pt x="3300" y="9676"/>
                    <a:pt x="3310" y="9709"/>
                    <a:pt x="3321" y="9741"/>
                  </a:cubicBezTo>
                  <a:cubicBezTo>
                    <a:pt x="3323" y="9774"/>
                    <a:pt x="3324" y="9806"/>
                    <a:pt x="3326" y="9839"/>
                  </a:cubicBezTo>
                  <a:cubicBezTo>
                    <a:pt x="3317" y="9872"/>
                    <a:pt x="3308" y="9906"/>
                    <a:pt x="3299" y="9939"/>
                  </a:cubicBezTo>
                  <a:lnTo>
                    <a:pt x="3160" y="9974"/>
                  </a:lnTo>
                  <a:lnTo>
                    <a:pt x="3016" y="9992"/>
                  </a:lnTo>
                  <a:lnTo>
                    <a:pt x="2855" y="10000"/>
                  </a:lnTo>
                  <a:lnTo>
                    <a:pt x="2700" y="9997"/>
                  </a:lnTo>
                  <a:lnTo>
                    <a:pt x="2539" y="9979"/>
                  </a:lnTo>
                  <a:lnTo>
                    <a:pt x="2384" y="9955"/>
                  </a:lnTo>
                  <a:lnTo>
                    <a:pt x="2239" y="9921"/>
                  </a:lnTo>
                  <a:lnTo>
                    <a:pt x="2105" y="9881"/>
                  </a:lnTo>
                  <a:cubicBezTo>
                    <a:pt x="2066" y="9865"/>
                    <a:pt x="2026" y="9850"/>
                    <a:pt x="1987" y="9834"/>
                  </a:cubicBezTo>
                  <a:lnTo>
                    <a:pt x="1901" y="9781"/>
                  </a:lnTo>
                  <a:lnTo>
                    <a:pt x="1837" y="9723"/>
                  </a:lnTo>
                  <a:lnTo>
                    <a:pt x="1837" y="9514"/>
                  </a:lnTo>
                  <a:cubicBezTo>
                    <a:pt x="1828" y="9503"/>
                    <a:pt x="1819" y="9491"/>
                    <a:pt x="1810" y="9480"/>
                  </a:cubicBezTo>
                  <a:cubicBezTo>
                    <a:pt x="1798" y="9465"/>
                    <a:pt x="1785" y="9450"/>
                    <a:pt x="1773" y="9435"/>
                  </a:cubicBezTo>
                  <a:cubicBezTo>
                    <a:pt x="1764" y="9417"/>
                    <a:pt x="1755" y="9400"/>
                    <a:pt x="1746" y="9382"/>
                  </a:cubicBezTo>
                  <a:lnTo>
                    <a:pt x="1725" y="9316"/>
                  </a:lnTo>
                  <a:lnTo>
                    <a:pt x="1725" y="9248"/>
                  </a:lnTo>
                  <a:cubicBezTo>
                    <a:pt x="1732" y="9224"/>
                    <a:pt x="1739" y="9201"/>
                    <a:pt x="1746" y="9177"/>
                  </a:cubicBezTo>
                  <a:cubicBezTo>
                    <a:pt x="1751" y="9160"/>
                    <a:pt x="1757" y="9143"/>
                    <a:pt x="1762" y="9126"/>
                  </a:cubicBezTo>
                  <a:lnTo>
                    <a:pt x="1762" y="9071"/>
                  </a:lnTo>
                  <a:cubicBezTo>
                    <a:pt x="1755" y="9052"/>
                    <a:pt x="1748" y="9032"/>
                    <a:pt x="1741" y="9013"/>
                  </a:cubicBezTo>
                  <a:cubicBezTo>
                    <a:pt x="1736" y="8993"/>
                    <a:pt x="1730" y="8972"/>
                    <a:pt x="1725" y="8952"/>
                  </a:cubicBezTo>
                  <a:cubicBezTo>
                    <a:pt x="1721" y="8929"/>
                    <a:pt x="1718" y="8907"/>
                    <a:pt x="1714" y="8884"/>
                  </a:cubicBezTo>
                  <a:lnTo>
                    <a:pt x="1714" y="8810"/>
                  </a:lnTo>
                  <a:cubicBezTo>
                    <a:pt x="1721" y="8784"/>
                    <a:pt x="1728" y="8759"/>
                    <a:pt x="1735" y="8733"/>
                  </a:cubicBezTo>
                  <a:lnTo>
                    <a:pt x="1762" y="8667"/>
                  </a:lnTo>
                  <a:cubicBezTo>
                    <a:pt x="1775" y="8647"/>
                    <a:pt x="1787" y="8626"/>
                    <a:pt x="1800" y="8606"/>
                  </a:cubicBezTo>
                  <a:cubicBezTo>
                    <a:pt x="1812" y="8586"/>
                    <a:pt x="1825" y="8566"/>
                    <a:pt x="1837" y="8546"/>
                  </a:cubicBezTo>
                  <a:cubicBezTo>
                    <a:pt x="1848" y="8521"/>
                    <a:pt x="1858" y="8497"/>
                    <a:pt x="1869" y="8472"/>
                  </a:cubicBezTo>
                  <a:lnTo>
                    <a:pt x="1869" y="7820"/>
                  </a:lnTo>
                  <a:lnTo>
                    <a:pt x="1998" y="7020"/>
                  </a:lnTo>
                  <a:cubicBezTo>
                    <a:pt x="2085" y="6872"/>
                    <a:pt x="2173" y="6725"/>
                    <a:pt x="2260" y="6577"/>
                  </a:cubicBezTo>
                  <a:cubicBezTo>
                    <a:pt x="2265" y="6458"/>
                    <a:pt x="2271" y="6340"/>
                    <a:pt x="2276" y="6221"/>
                  </a:cubicBezTo>
                  <a:lnTo>
                    <a:pt x="2453" y="5735"/>
                  </a:lnTo>
                  <a:lnTo>
                    <a:pt x="2501" y="5606"/>
                  </a:lnTo>
                  <a:cubicBezTo>
                    <a:pt x="2514" y="5565"/>
                    <a:pt x="2526" y="5525"/>
                    <a:pt x="2539" y="5484"/>
                  </a:cubicBezTo>
                  <a:cubicBezTo>
                    <a:pt x="2546" y="5444"/>
                    <a:pt x="2553" y="5403"/>
                    <a:pt x="2560" y="5363"/>
                  </a:cubicBezTo>
                  <a:cubicBezTo>
                    <a:pt x="2571" y="5324"/>
                    <a:pt x="2581" y="5286"/>
                    <a:pt x="2592" y="5247"/>
                  </a:cubicBezTo>
                  <a:lnTo>
                    <a:pt x="2598" y="5202"/>
                  </a:lnTo>
                  <a:lnTo>
                    <a:pt x="2592" y="5154"/>
                  </a:lnTo>
                  <a:cubicBezTo>
                    <a:pt x="2590" y="5138"/>
                    <a:pt x="2589" y="5123"/>
                    <a:pt x="2587" y="5107"/>
                  </a:cubicBezTo>
                  <a:lnTo>
                    <a:pt x="2587" y="5059"/>
                  </a:lnTo>
                  <a:cubicBezTo>
                    <a:pt x="2596" y="5044"/>
                    <a:pt x="2605" y="5030"/>
                    <a:pt x="2614" y="5015"/>
                  </a:cubicBezTo>
                  <a:lnTo>
                    <a:pt x="2592" y="5015"/>
                  </a:lnTo>
                  <a:lnTo>
                    <a:pt x="2587" y="5015"/>
                  </a:lnTo>
                  <a:lnTo>
                    <a:pt x="2582" y="5015"/>
                  </a:lnTo>
                  <a:lnTo>
                    <a:pt x="2582" y="5020"/>
                  </a:lnTo>
                  <a:lnTo>
                    <a:pt x="2571" y="5020"/>
                  </a:lnTo>
                  <a:lnTo>
                    <a:pt x="2571" y="5015"/>
                  </a:lnTo>
                  <a:cubicBezTo>
                    <a:pt x="2569" y="5014"/>
                    <a:pt x="2568" y="5013"/>
                    <a:pt x="2566" y="5012"/>
                  </a:cubicBezTo>
                  <a:cubicBezTo>
                    <a:pt x="2564" y="5009"/>
                    <a:pt x="2562" y="5007"/>
                    <a:pt x="2560" y="5004"/>
                  </a:cubicBezTo>
                  <a:lnTo>
                    <a:pt x="2566" y="4980"/>
                  </a:lnTo>
                  <a:cubicBezTo>
                    <a:pt x="2559" y="4975"/>
                    <a:pt x="2551" y="4969"/>
                    <a:pt x="2544" y="4964"/>
                  </a:cubicBezTo>
                  <a:lnTo>
                    <a:pt x="2517" y="4946"/>
                  </a:lnTo>
                  <a:cubicBezTo>
                    <a:pt x="2503" y="4942"/>
                    <a:pt x="2489" y="4937"/>
                    <a:pt x="2475" y="4933"/>
                  </a:cubicBezTo>
                  <a:cubicBezTo>
                    <a:pt x="2464" y="4928"/>
                    <a:pt x="2453" y="4922"/>
                    <a:pt x="2442" y="4917"/>
                  </a:cubicBezTo>
                  <a:cubicBezTo>
                    <a:pt x="2435" y="4913"/>
                    <a:pt x="2428" y="4908"/>
                    <a:pt x="2421" y="4904"/>
                  </a:cubicBezTo>
                  <a:lnTo>
                    <a:pt x="2421" y="4605"/>
                  </a:lnTo>
                  <a:cubicBezTo>
                    <a:pt x="2425" y="4443"/>
                    <a:pt x="2428" y="4282"/>
                    <a:pt x="2432" y="4120"/>
                  </a:cubicBezTo>
                  <a:cubicBezTo>
                    <a:pt x="2439" y="4085"/>
                    <a:pt x="2446" y="4049"/>
                    <a:pt x="2453" y="4014"/>
                  </a:cubicBezTo>
                  <a:cubicBezTo>
                    <a:pt x="2451" y="3980"/>
                    <a:pt x="2450" y="3945"/>
                    <a:pt x="2448" y="3911"/>
                  </a:cubicBezTo>
                  <a:cubicBezTo>
                    <a:pt x="2443" y="3877"/>
                    <a:pt x="2437" y="3842"/>
                    <a:pt x="2432" y="3808"/>
                  </a:cubicBezTo>
                  <a:cubicBezTo>
                    <a:pt x="2425" y="3773"/>
                    <a:pt x="2417" y="3738"/>
                    <a:pt x="2410" y="3703"/>
                  </a:cubicBezTo>
                  <a:cubicBezTo>
                    <a:pt x="2414" y="3668"/>
                    <a:pt x="2417" y="3632"/>
                    <a:pt x="2421" y="3597"/>
                  </a:cubicBezTo>
                  <a:cubicBezTo>
                    <a:pt x="2425" y="3558"/>
                    <a:pt x="2428" y="3520"/>
                    <a:pt x="2432" y="3481"/>
                  </a:cubicBezTo>
                  <a:cubicBezTo>
                    <a:pt x="2437" y="3441"/>
                    <a:pt x="2443" y="3402"/>
                    <a:pt x="2448" y="3362"/>
                  </a:cubicBezTo>
                  <a:cubicBezTo>
                    <a:pt x="2450" y="3321"/>
                    <a:pt x="2451" y="3279"/>
                    <a:pt x="2453" y="3238"/>
                  </a:cubicBezTo>
                  <a:cubicBezTo>
                    <a:pt x="2451" y="3199"/>
                    <a:pt x="2450" y="3161"/>
                    <a:pt x="2448" y="3122"/>
                  </a:cubicBezTo>
                  <a:lnTo>
                    <a:pt x="2421" y="3017"/>
                  </a:lnTo>
                  <a:cubicBezTo>
                    <a:pt x="2401" y="2912"/>
                    <a:pt x="2382" y="2808"/>
                    <a:pt x="2362" y="2703"/>
                  </a:cubicBezTo>
                  <a:cubicBezTo>
                    <a:pt x="2358" y="2720"/>
                    <a:pt x="2355" y="2736"/>
                    <a:pt x="2351" y="2753"/>
                  </a:cubicBezTo>
                  <a:lnTo>
                    <a:pt x="2314" y="2790"/>
                  </a:lnTo>
                  <a:cubicBezTo>
                    <a:pt x="2303" y="2800"/>
                    <a:pt x="2293" y="2811"/>
                    <a:pt x="2282" y="2821"/>
                  </a:cubicBezTo>
                  <a:lnTo>
                    <a:pt x="2255" y="2848"/>
                  </a:lnTo>
                  <a:cubicBezTo>
                    <a:pt x="2250" y="2858"/>
                    <a:pt x="2244" y="2867"/>
                    <a:pt x="2239" y="2877"/>
                  </a:cubicBezTo>
                  <a:cubicBezTo>
                    <a:pt x="2238" y="2886"/>
                    <a:pt x="2237" y="2894"/>
                    <a:pt x="2236" y="2903"/>
                  </a:cubicBezTo>
                  <a:lnTo>
                    <a:pt x="2217" y="2922"/>
                  </a:lnTo>
                  <a:cubicBezTo>
                    <a:pt x="2206" y="2933"/>
                    <a:pt x="2196" y="2945"/>
                    <a:pt x="2185" y="2956"/>
                  </a:cubicBezTo>
                  <a:lnTo>
                    <a:pt x="2148" y="2996"/>
                  </a:lnTo>
                  <a:cubicBezTo>
                    <a:pt x="2141" y="3011"/>
                    <a:pt x="2133" y="3025"/>
                    <a:pt x="2126" y="3040"/>
                  </a:cubicBezTo>
                  <a:lnTo>
                    <a:pt x="2105" y="3088"/>
                  </a:lnTo>
                  <a:cubicBezTo>
                    <a:pt x="2101" y="3100"/>
                    <a:pt x="2098" y="3113"/>
                    <a:pt x="2094" y="3125"/>
                  </a:cubicBezTo>
                  <a:cubicBezTo>
                    <a:pt x="2092" y="3135"/>
                    <a:pt x="2091" y="3144"/>
                    <a:pt x="2089" y="3154"/>
                  </a:cubicBezTo>
                  <a:cubicBezTo>
                    <a:pt x="2085" y="3157"/>
                    <a:pt x="2082" y="3161"/>
                    <a:pt x="2078" y="3164"/>
                  </a:cubicBezTo>
                  <a:lnTo>
                    <a:pt x="1971" y="3215"/>
                  </a:lnTo>
                  <a:lnTo>
                    <a:pt x="1869" y="3257"/>
                  </a:lnTo>
                  <a:lnTo>
                    <a:pt x="1773" y="3296"/>
                  </a:lnTo>
                  <a:cubicBezTo>
                    <a:pt x="1741" y="3308"/>
                    <a:pt x="1708" y="3319"/>
                    <a:pt x="1676" y="3331"/>
                  </a:cubicBezTo>
                  <a:lnTo>
                    <a:pt x="1559" y="3362"/>
                  </a:lnTo>
                  <a:lnTo>
                    <a:pt x="1414" y="3389"/>
                  </a:lnTo>
                  <a:lnTo>
                    <a:pt x="1296" y="3399"/>
                  </a:lnTo>
                  <a:lnTo>
                    <a:pt x="1194" y="3391"/>
                  </a:lnTo>
                  <a:lnTo>
                    <a:pt x="1093" y="3376"/>
                  </a:lnTo>
                  <a:lnTo>
                    <a:pt x="1007" y="3344"/>
                  </a:lnTo>
                  <a:cubicBezTo>
                    <a:pt x="978" y="3333"/>
                    <a:pt x="950" y="3321"/>
                    <a:pt x="921" y="3310"/>
                  </a:cubicBezTo>
                  <a:cubicBezTo>
                    <a:pt x="896" y="3297"/>
                    <a:pt x="871" y="3283"/>
                    <a:pt x="846" y="3270"/>
                  </a:cubicBezTo>
                  <a:lnTo>
                    <a:pt x="777" y="3225"/>
                  </a:lnTo>
                  <a:cubicBezTo>
                    <a:pt x="757" y="3211"/>
                    <a:pt x="738" y="3197"/>
                    <a:pt x="718" y="3183"/>
                  </a:cubicBezTo>
                  <a:cubicBezTo>
                    <a:pt x="700" y="3171"/>
                    <a:pt x="682" y="3158"/>
                    <a:pt x="664" y="3146"/>
                  </a:cubicBezTo>
                  <a:cubicBezTo>
                    <a:pt x="650" y="3135"/>
                    <a:pt x="635" y="3125"/>
                    <a:pt x="621" y="3114"/>
                  </a:cubicBezTo>
                  <a:cubicBezTo>
                    <a:pt x="609" y="3108"/>
                    <a:pt x="596" y="3102"/>
                    <a:pt x="584" y="3096"/>
                  </a:cubicBezTo>
                  <a:cubicBezTo>
                    <a:pt x="548" y="3075"/>
                    <a:pt x="513" y="3053"/>
                    <a:pt x="477" y="3032"/>
                  </a:cubicBezTo>
                  <a:lnTo>
                    <a:pt x="386" y="2959"/>
                  </a:lnTo>
                  <a:lnTo>
                    <a:pt x="311" y="2869"/>
                  </a:lnTo>
                  <a:cubicBezTo>
                    <a:pt x="293" y="2837"/>
                    <a:pt x="275" y="2806"/>
                    <a:pt x="257" y="2774"/>
                  </a:cubicBezTo>
                  <a:cubicBezTo>
                    <a:pt x="243" y="2739"/>
                    <a:pt x="228" y="2703"/>
                    <a:pt x="214" y="2668"/>
                  </a:cubicBezTo>
                  <a:cubicBezTo>
                    <a:pt x="209" y="2631"/>
                    <a:pt x="203" y="2594"/>
                    <a:pt x="198" y="2557"/>
                  </a:cubicBezTo>
                  <a:lnTo>
                    <a:pt x="198" y="2449"/>
                  </a:lnTo>
                  <a:lnTo>
                    <a:pt x="225" y="2341"/>
                  </a:lnTo>
                  <a:cubicBezTo>
                    <a:pt x="230" y="2324"/>
                    <a:pt x="236" y="2308"/>
                    <a:pt x="241" y="2291"/>
                  </a:cubicBezTo>
                  <a:cubicBezTo>
                    <a:pt x="239" y="2275"/>
                    <a:pt x="238" y="2259"/>
                    <a:pt x="236" y="2243"/>
                  </a:cubicBezTo>
                  <a:lnTo>
                    <a:pt x="236" y="2196"/>
                  </a:lnTo>
                  <a:lnTo>
                    <a:pt x="236" y="2151"/>
                  </a:lnTo>
                  <a:cubicBezTo>
                    <a:pt x="239" y="2139"/>
                    <a:pt x="243" y="2126"/>
                    <a:pt x="246" y="2114"/>
                  </a:cubicBezTo>
                  <a:cubicBezTo>
                    <a:pt x="228" y="2087"/>
                    <a:pt x="211" y="2059"/>
                    <a:pt x="193" y="2032"/>
                  </a:cubicBezTo>
                  <a:cubicBezTo>
                    <a:pt x="172" y="2002"/>
                    <a:pt x="150" y="1972"/>
                    <a:pt x="129" y="1942"/>
                  </a:cubicBezTo>
                  <a:cubicBezTo>
                    <a:pt x="111" y="1911"/>
                    <a:pt x="93" y="1881"/>
                    <a:pt x="75" y="1850"/>
                  </a:cubicBezTo>
                  <a:lnTo>
                    <a:pt x="27" y="1760"/>
                  </a:lnTo>
                  <a:cubicBezTo>
                    <a:pt x="18" y="1730"/>
                    <a:pt x="9" y="1701"/>
                    <a:pt x="0" y="1671"/>
                  </a:cubicBezTo>
                  <a:lnTo>
                    <a:pt x="107" y="1618"/>
                  </a:lnTo>
                  <a:lnTo>
                    <a:pt x="257" y="1576"/>
                  </a:lnTo>
                  <a:lnTo>
                    <a:pt x="412" y="1541"/>
                  </a:lnTo>
                  <a:lnTo>
                    <a:pt x="595" y="1518"/>
                  </a:lnTo>
                  <a:lnTo>
                    <a:pt x="777" y="1507"/>
                  </a:lnTo>
                  <a:cubicBezTo>
                    <a:pt x="793" y="1512"/>
                    <a:pt x="809" y="1518"/>
                    <a:pt x="825" y="1523"/>
                  </a:cubicBezTo>
                  <a:cubicBezTo>
                    <a:pt x="843" y="1526"/>
                    <a:pt x="860" y="1530"/>
                    <a:pt x="878" y="1533"/>
                  </a:cubicBezTo>
                  <a:cubicBezTo>
                    <a:pt x="898" y="1536"/>
                    <a:pt x="917" y="1538"/>
                    <a:pt x="937" y="1541"/>
                  </a:cubicBezTo>
                  <a:cubicBezTo>
                    <a:pt x="955" y="1545"/>
                    <a:pt x="973" y="1550"/>
                    <a:pt x="991" y="1554"/>
                  </a:cubicBezTo>
                  <a:cubicBezTo>
                    <a:pt x="1007" y="1561"/>
                    <a:pt x="1023" y="1569"/>
                    <a:pt x="1039" y="1576"/>
                  </a:cubicBezTo>
                  <a:lnTo>
                    <a:pt x="1093" y="1615"/>
                  </a:lnTo>
                  <a:cubicBezTo>
                    <a:pt x="1105" y="1630"/>
                    <a:pt x="1118" y="1645"/>
                    <a:pt x="1130" y="1660"/>
                  </a:cubicBezTo>
                  <a:lnTo>
                    <a:pt x="1087" y="1694"/>
                  </a:lnTo>
                  <a:cubicBezTo>
                    <a:pt x="1082" y="1706"/>
                    <a:pt x="1076" y="1717"/>
                    <a:pt x="1071" y="1729"/>
                  </a:cubicBezTo>
                  <a:cubicBezTo>
                    <a:pt x="1076" y="1740"/>
                    <a:pt x="1082" y="1752"/>
                    <a:pt x="1087" y="1763"/>
                  </a:cubicBezTo>
                  <a:cubicBezTo>
                    <a:pt x="1092" y="1774"/>
                    <a:pt x="1098" y="1786"/>
                    <a:pt x="1103" y="1797"/>
                  </a:cubicBezTo>
                  <a:cubicBezTo>
                    <a:pt x="1107" y="1809"/>
                    <a:pt x="1110" y="1822"/>
                    <a:pt x="1114" y="1834"/>
                  </a:cubicBezTo>
                  <a:cubicBezTo>
                    <a:pt x="1112" y="1846"/>
                    <a:pt x="1111" y="1859"/>
                    <a:pt x="1109" y="1871"/>
                  </a:cubicBezTo>
                  <a:cubicBezTo>
                    <a:pt x="1096" y="1885"/>
                    <a:pt x="1084" y="1899"/>
                    <a:pt x="1071" y="1913"/>
                  </a:cubicBezTo>
                  <a:lnTo>
                    <a:pt x="900" y="1948"/>
                  </a:lnTo>
                  <a:lnTo>
                    <a:pt x="900" y="1985"/>
                  </a:lnTo>
                  <a:cubicBezTo>
                    <a:pt x="902" y="1997"/>
                    <a:pt x="903" y="2010"/>
                    <a:pt x="905" y="2022"/>
                  </a:cubicBezTo>
                  <a:cubicBezTo>
                    <a:pt x="909" y="2036"/>
                    <a:pt x="912" y="2050"/>
                    <a:pt x="916" y="2064"/>
                  </a:cubicBezTo>
                  <a:lnTo>
                    <a:pt x="916" y="2103"/>
                  </a:lnTo>
                  <a:cubicBezTo>
                    <a:pt x="912" y="2116"/>
                    <a:pt x="909" y="2130"/>
                    <a:pt x="905" y="2143"/>
                  </a:cubicBezTo>
                  <a:cubicBezTo>
                    <a:pt x="900" y="2154"/>
                    <a:pt x="894" y="2164"/>
                    <a:pt x="889" y="2175"/>
                  </a:cubicBezTo>
                  <a:cubicBezTo>
                    <a:pt x="875" y="2184"/>
                    <a:pt x="860" y="2192"/>
                    <a:pt x="846" y="2201"/>
                  </a:cubicBezTo>
                  <a:lnTo>
                    <a:pt x="889" y="2241"/>
                  </a:lnTo>
                  <a:cubicBezTo>
                    <a:pt x="905" y="2253"/>
                    <a:pt x="921" y="2266"/>
                    <a:pt x="937" y="2278"/>
                  </a:cubicBezTo>
                  <a:cubicBezTo>
                    <a:pt x="955" y="2289"/>
                    <a:pt x="973" y="2301"/>
                    <a:pt x="991" y="2312"/>
                  </a:cubicBezTo>
                  <a:lnTo>
                    <a:pt x="1044" y="2336"/>
                  </a:lnTo>
                  <a:cubicBezTo>
                    <a:pt x="1060" y="2339"/>
                    <a:pt x="1077" y="2343"/>
                    <a:pt x="1093" y="2346"/>
                  </a:cubicBezTo>
                  <a:cubicBezTo>
                    <a:pt x="1105" y="2337"/>
                    <a:pt x="1118" y="2329"/>
                    <a:pt x="1130" y="2320"/>
                  </a:cubicBezTo>
                  <a:lnTo>
                    <a:pt x="1157" y="2275"/>
                  </a:lnTo>
                  <a:cubicBezTo>
                    <a:pt x="1169" y="2257"/>
                    <a:pt x="1182" y="2238"/>
                    <a:pt x="1194" y="2220"/>
                  </a:cubicBezTo>
                  <a:cubicBezTo>
                    <a:pt x="1205" y="2199"/>
                    <a:pt x="1216" y="2177"/>
                    <a:pt x="1227" y="2156"/>
                  </a:cubicBezTo>
                  <a:cubicBezTo>
                    <a:pt x="1234" y="2133"/>
                    <a:pt x="1241" y="2111"/>
                    <a:pt x="1248" y="2088"/>
                  </a:cubicBezTo>
                  <a:lnTo>
                    <a:pt x="1275" y="2022"/>
                  </a:lnTo>
                  <a:cubicBezTo>
                    <a:pt x="1280" y="2002"/>
                    <a:pt x="1286" y="1981"/>
                    <a:pt x="1291" y="1961"/>
                  </a:cubicBezTo>
                  <a:cubicBezTo>
                    <a:pt x="1293" y="1945"/>
                    <a:pt x="1294" y="1929"/>
                    <a:pt x="1296" y="1913"/>
                  </a:cubicBezTo>
                  <a:cubicBezTo>
                    <a:pt x="1294" y="1902"/>
                    <a:pt x="1293" y="1890"/>
                    <a:pt x="1291" y="1879"/>
                  </a:cubicBezTo>
                  <a:lnTo>
                    <a:pt x="1318" y="1876"/>
                  </a:lnTo>
                  <a:cubicBezTo>
                    <a:pt x="1321" y="1874"/>
                    <a:pt x="1325" y="1873"/>
                    <a:pt x="1328" y="1871"/>
                  </a:cubicBezTo>
                  <a:cubicBezTo>
                    <a:pt x="1333" y="1869"/>
                    <a:pt x="1339" y="1868"/>
                    <a:pt x="1344" y="1866"/>
                  </a:cubicBezTo>
                  <a:cubicBezTo>
                    <a:pt x="1346" y="1864"/>
                    <a:pt x="1348" y="1863"/>
                    <a:pt x="1350" y="1861"/>
                  </a:cubicBezTo>
                  <a:cubicBezTo>
                    <a:pt x="1353" y="1859"/>
                    <a:pt x="1357" y="1857"/>
                    <a:pt x="1360" y="1855"/>
                  </a:cubicBezTo>
                  <a:cubicBezTo>
                    <a:pt x="1362" y="1852"/>
                    <a:pt x="1364" y="1850"/>
                    <a:pt x="1366" y="1847"/>
                  </a:cubicBezTo>
                  <a:cubicBezTo>
                    <a:pt x="1370" y="1843"/>
                    <a:pt x="1373" y="1838"/>
                    <a:pt x="1377" y="1834"/>
                  </a:cubicBezTo>
                  <a:cubicBezTo>
                    <a:pt x="1373" y="1823"/>
                    <a:pt x="1370" y="1811"/>
                    <a:pt x="1366" y="1800"/>
                  </a:cubicBezTo>
                  <a:cubicBezTo>
                    <a:pt x="1370" y="1784"/>
                    <a:pt x="1373" y="1768"/>
                    <a:pt x="1377" y="1752"/>
                  </a:cubicBezTo>
                  <a:cubicBezTo>
                    <a:pt x="1384" y="1735"/>
                    <a:pt x="1391" y="1719"/>
                    <a:pt x="1398" y="1702"/>
                  </a:cubicBezTo>
                  <a:cubicBezTo>
                    <a:pt x="1409" y="1685"/>
                    <a:pt x="1419" y="1669"/>
                    <a:pt x="1430" y="1652"/>
                  </a:cubicBezTo>
                  <a:cubicBezTo>
                    <a:pt x="1441" y="1639"/>
                    <a:pt x="1451" y="1626"/>
                    <a:pt x="1462" y="1613"/>
                  </a:cubicBezTo>
                  <a:cubicBezTo>
                    <a:pt x="1476" y="1602"/>
                    <a:pt x="1491" y="1592"/>
                    <a:pt x="1505" y="1581"/>
                  </a:cubicBezTo>
                  <a:lnTo>
                    <a:pt x="1575" y="1554"/>
                  </a:lnTo>
                  <a:lnTo>
                    <a:pt x="1666" y="1536"/>
                  </a:lnTo>
                  <a:cubicBezTo>
                    <a:pt x="1698" y="1533"/>
                    <a:pt x="1730" y="1531"/>
                    <a:pt x="1762" y="1528"/>
                  </a:cubicBezTo>
                  <a:lnTo>
                    <a:pt x="1864" y="1518"/>
                  </a:lnTo>
                  <a:lnTo>
                    <a:pt x="1971" y="1507"/>
                  </a:lnTo>
                  <a:lnTo>
                    <a:pt x="2067" y="1486"/>
                  </a:lnTo>
                  <a:lnTo>
                    <a:pt x="2266" y="1438"/>
                  </a:lnTo>
                  <a:lnTo>
                    <a:pt x="2480" y="1386"/>
                  </a:lnTo>
                  <a:lnTo>
                    <a:pt x="2700" y="1333"/>
                  </a:lnTo>
                  <a:lnTo>
                    <a:pt x="2892" y="1277"/>
                  </a:lnTo>
                  <a:cubicBezTo>
                    <a:pt x="2880" y="1272"/>
                    <a:pt x="2867" y="1267"/>
                    <a:pt x="2855" y="1262"/>
                  </a:cubicBezTo>
                  <a:cubicBezTo>
                    <a:pt x="2882" y="1257"/>
                    <a:pt x="2908" y="1251"/>
                    <a:pt x="2935" y="1246"/>
                  </a:cubicBezTo>
                  <a:lnTo>
                    <a:pt x="2994" y="1222"/>
                  </a:lnTo>
                  <a:lnTo>
                    <a:pt x="3053" y="1193"/>
                  </a:lnTo>
                  <a:cubicBezTo>
                    <a:pt x="3069" y="1182"/>
                    <a:pt x="3085" y="1172"/>
                    <a:pt x="3101" y="1161"/>
                  </a:cubicBezTo>
                  <a:cubicBezTo>
                    <a:pt x="3119" y="1151"/>
                    <a:pt x="3137" y="1140"/>
                    <a:pt x="3155" y="1130"/>
                  </a:cubicBezTo>
                  <a:lnTo>
                    <a:pt x="3208" y="1106"/>
                  </a:lnTo>
                  <a:cubicBezTo>
                    <a:pt x="3219" y="1125"/>
                    <a:pt x="3229" y="1145"/>
                    <a:pt x="3240" y="1164"/>
                  </a:cubicBezTo>
                  <a:cubicBezTo>
                    <a:pt x="3258" y="1182"/>
                    <a:pt x="3276" y="1201"/>
                    <a:pt x="3294" y="1219"/>
                  </a:cubicBezTo>
                  <a:cubicBezTo>
                    <a:pt x="3317" y="1236"/>
                    <a:pt x="3341" y="1252"/>
                    <a:pt x="3364" y="1269"/>
                  </a:cubicBezTo>
                  <a:lnTo>
                    <a:pt x="3433" y="1320"/>
                  </a:lnTo>
                  <a:lnTo>
                    <a:pt x="3492" y="1367"/>
                  </a:lnTo>
                  <a:lnTo>
                    <a:pt x="3610" y="1478"/>
                  </a:lnTo>
                  <a:cubicBezTo>
                    <a:pt x="3646" y="1518"/>
                    <a:pt x="3681" y="1559"/>
                    <a:pt x="3717" y="1599"/>
                  </a:cubicBezTo>
                  <a:cubicBezTo>
                    <a:pt x="3749" y="1640"/>
                    <a:pt x="3782" y="1680"/>
                    <a:pt x="3814" y="1721"/>
                  </a:cubicBezTo>
                  <a:lnTo>
                    <a:pt x="3937" y="1919"/>
                  </a:lnTo>
                  <a:cubicBezTo>
                    <a:pt x="3974" y="1988"/>
                    <a:pt x="4012" y="2056"/>
                    <a:pt x="4049" y="2125"/>
                  </a:cubicBezTo>
                  <a:cubicBezTo>
                    <a:pt x="4079" y="2193"/>
                    <a:pt x="4110" y="2262"/>
                    <a:pt x="4140" y="2330"/>
                  </a:cubicBezTo>
                  <a:cubicBezTo>
                    <a:pt x="4167" y="2401"/>
                    <a:pt x="4194" y="2471"/>
                    <a:pt x="4221" y="2542"/>
                  </a:cubicBezTo>
                  <a:cubicBezTo>
                    <a:pt x="4251" y="2615"/>
                    <a:pt x="4282" y="2688"/>
                    <a:pt x="4312" y="2761"/>
                  </a:cubicBezTo>
                  <a:cubicBezTo>
                    <a:pt x="4344" y="2835"/>
                    <a:pt x="4376" y="2908"/>
                    <a:pt x="4408" y="2982"/>
                  </a:cubicBezTo>
                  <a:cubicBezTo>
                    <a:pt x="4429" y="3026"/>
                    <a:pt x="4451" y="3070"/>
                    <a:pt x="4472" y="3114"/>
                  </a:cubicBezTo>
                  <a:cubicBezTo>
                    <a:pt x="4494" y="3159"/>
                    <a:pt x="4515" y="3204"/>
                    <a:pt x="4537" y="3249"/>
                  </a:cubicBezTo>
                  <a:cubicBezTo>
                    <a:pt x="4553" y="3295"/>
                    <a:pt x="4569" y="3340"/>
                    <a:pt x="4585" y="3386"/>
                  </a:cubicBezTo>
                  <a:cubicBezTo>
                    <a:pt x="4599" y="3433"/>
                    <a:pt x="4614" y="3479"/>
                    <a:pt x="4628" y="3526"/>
                  </a:cubicBezTo>
                  <a:cubicBezTo>
                    <a:pt x="4639" y="3576"/>
                    <a:pt x="4649" y="3626"/>
                    <a:pt x="4660" y="3676"/>
                  </a:cubicBezTo>
                  <a:cubicBezTo>
                    <a:pt x="4665" y="3728"/>
                    <a:pt x="4671" y="3780"/>
                    <a:pt x="4676" y="3832"/>
                  </a:cubicBezTo>
                  <a:lnTo>
                    <a:pt x="5083" y="3861"/>
                  </a:lnTo>
                  <a:cubicBezTo>
                    <a:pt x="5106" y="3858"/>
                    <a:pt x="5130" y="3854"/>
                    <a:pt x="5153" y="3851"/>
                  </a:cubicBezTo>
                  <a:cubicBezTo>
                    <a:pt x="5180" y="3846"/>
                    <a:pt x="5206" y="3842"/>
                    <a:pt x="5233" y="3837"/>
                  </a:cubicBezTo>
                  <a:cubicBezTo>
                    <a:pt x="5262" y="3835"/>
                    <a:pt x="5290" y="3832"/>
                    <a:pt x="5319" y="3830"/>
                  </a:cubicBezTo>
                  <a:lnTo>
                    <a:pt x="5404" y="3827"/>
                  </a:lnTo>
                  <a:cubicBezTo>
                    <a:pt x="5429" y="3830"/>
                    <a:pt x="5454" y="3834"/>
                    <a:pt x="5479" y="3837"/>
                  </a:cubicBezTo>
                  <a:lnTo>
                    <a:pt x="5554" y="3861"/>
                  </a:lnTo>
                  <a:lnTo>
                    <a:pt x="5624" y="3840"/>
                  </a:lnTo>
                  <a:cubicBezTo>
                    <a:pt x="5653" y="3837"/>
                    <a:pt x="5681" y="3833"/>
                    <a:pt x="5710" y="3830"/>
                  </a:cubicBezTo>
                  <a:lnTo>
                    <a:pt x="5790" y="3827"/>
                  </a:lnTo>
                  <a:cubicBezTo>
                    <a:pt x="5820" y="3824"/>
                    <a:pt x="5851" y="3822"/>
                    <a:pt x="5881" y="3819"/>
                  </a:cubicBezTo>
                  <a:cubicBezTo>
                    <a:pt x="5908" y="3815"/>
                    <a:pt x="5934" y="3810"/>
                    <a:pt x="5961" y="3806"/>
                  </a:cubicBezTo>
                  <a:lnTo>
                    <a:pt x="6149" y="3758"/>
                  </a:lnTo>
                  <a:lnTo>
                    <a:pt x="6347" y="3703"/>
                  </a:lnTo>
                  <a:lnTo>
                    <a:pt x="6545" y="3653"/>
                  </a:lnTo>
                  <a:cubicBezTo>
                    <a:pt x="6542" y="3622"/>
                    <a:pt x="6538" y="3591"/>
                    <a:pt x="6535" y="3560"/>
                  </a:cubicBezTo>
                  <a:cubicBezTo>
                    <a:pt x="6522" y="3530"/>
                    <a:pt x="6510" y="3501"/>
                    <a:pt x="6497" y="3471"/>
                  </a:cubicBezTo>
                  <a:cubicBezTo>
                    <a:pt x="6477" y="3440"/>
                    <a:pt x="6458" y="3409"/>
                    <a:pt x="6438" y="3378"/>
                  </a:cubicBezTo>
                  <a:cubicBezTo>
                    <a:pt x="6411" y="3348"/>
                    <a:pt x="6385" y="3318"/>
                    <a:pt x="6358" y="3288"/>
                  </a:cubicBezTo>
                  <a:lnTo>
                    <a:pt x="6277" y="3204"/>
                  </a:lnTo>
                  <a:cubicBezTo>
                    <a:pt x="6249" y="3176"/>
                    <a:pt x="6220" y="3148"/>
                    <a:pt x="6192" y="3120"/>
                  </a:cubicBezTo>
                  <a:cubicBezTo>
                    <a:pt x="6169" y="3094"/>
                    <a:pt x="6145" y="3069"/>
                    <a:pt x="6122" y="3043"/>
                  </a:cubicBezTo>
                  <a:lnTo>
                    <a:pt x="5908" y="2784"/>
                  </a:lnTo>
                  <a:lnTo>
                    <a:pt x="5710" y="2531"/>
                  </a:lnTo>
                  <a:lnTo>
                    <a:pt x="5522" y="2267"/>
                  </a:lnTo>
                  <a:lnTo>
                    <a:pt x="5201" y="1705"/>
                  </a:lnTo>
                  <a:lnTo>
                    <a:pt x="5104" y="1602"/>
                  </a:lnTo>
                  <a:lnTo>
                    <a:pt x="4992" y="1496"/>
                  </a:lnTo>
                  <a:lnTo>
                    <a:pt x="4879" y="1394"/>
                  </a:lnTo>
                  <a:lnTo>
                    <a:pt x="4778" y="1298"/>
                  </a:lnTo>
                  <a:cubicBezTo>
                    <a:pt x="4749" y="1248"/>
                    <a:pt x="4721" y="1198"/>
                    <a:pt x="4692" y="1148"/>
                  </a:cubicBezTo>
                  <a:lnTo>
                    <a:pt x="4746" y="1130"/>
                  </a:lnTo>
                  <a:cubicBezTo>
                    <a:pt x="4758" y="1138"/>
                    <a:pt x="4771" y="1145"/>
                    <a:pt x="4783" y="1153"/>
                  </a:cubicBezTo>
                  <a:lnTo>
                    <a:pt x="4847" y="1174"/>
                  </a:lnTo>
                  <a:cubicBezTo>
                    <a:pt x="4865" y="1180"/>
                    <a:pt x="4883" y="1187"/>
                    <a:pt x="4901" y="1193"/>
                  </a:cubicBezTo>
                  <a:cubicBezTo>
                    <a:pt x="4921" y="1198"/>
                    <a:pt x="4940" y="1204"/>
                    <a:pt x="4960" y="1209"/>
                  </a:cubicBezTo>
                  <a:cubicBezTo>
                    <a:pt x="4953" y="1218"/>
                    <a:pt x="4945" y="1226"/>
                    <a:pt x="4938" y="1235"/>
                  </a:cubicBezTo>
                  <a:lnTo>
                    <a:pt x="5099" y="1288"/>
                  </a:lnTo>
                  <a:lnTo>
                    <a:pt x="5206" y="1288"/>
                  </a:lnTo>
                  <a:lnTo>
                    <a:pt x="5345" y="1285"/>
                  </a:lnTo>
                  <a:lnTo>
                    <a:pt x="5506" y="1280"/>
                  </a:lnTo>
                  <a:lnTo>
                    <a:pt x="5672" y="1280"/>
                  </a:lnTo>
                  <a:lnTo>
                    <a:pt x="5838" y="1280"/>
                  </a:lnTo>
                  <a:lnTo>
                    <a:pt x="5994" y="1280"/>
                  </a:lnTo>
                  <a:lnTo>
                    <a:pt x="6133" y="1288"/>
                  </a:lnTo>
                  <a:lnTo>
                    <a:pt x="6240" y="1293"/>
                  </a:lnTo>
                  <a:cubicBezTo>
                    <a:pt x="6265" y="1297"/>
                    <a:pt x="6290" y="1300"/>
                    <a:pt x="6315" y="1304"/>
                  </a:cubicBezTo>
                  <a:lnTo>
                    <a:pt x="6395" y="1328"/>
                  </a:lnTo>
                  <a:cubicBezTo>
                    <a:pt x="6411" y="1338"/>
                    <a:pt x="6427" y="1347"/>
                    <a:pt x="6443" y="1357"/>
                  </a:cubicBezTo>
                  <a:cubicBezTo>
                    <a:pt x="6452" y="1365"/>
                    <a:pt x="6461" y="1372"/>
                    <a:pt x="6470" y="1380"/>
                  </a:cubicBezTo>
                  <a:cubicBezTo>
                    <a:pt x="6477" y="1390"/>
                    <a:pt x="6485" y="1399"/>
                    <a:pt x="6492" y="1409"/>
                  </a:cubicBezTo>
                  <a:lnTo>
                    <a:pt x="6518" y="1441"/>
                  </a:lnTo>
                  <a:lnTo>
                    <a:pt x="6561" y="1478"/>
                  </a:lnTo>
                  <a:cubicBezTo>
                    <a:pt x="6572" y="1483"/>
                    <a:pt x="6582" y="1489"/>
                    <a:pt x="6593" y="1494"/>
                  </a:cubicBezTo>
                  <a:cubicBezTo>
                    <a:pt x="6607" y="1496"/>
                    <a:pt x="6622" y="1497"/>
                    <a:pt x="6636" y="1499"/>
                  </a:cubicBezTo>
                  <a:lnTo>
                    <a:pt x="6685" y="1502"/>
                  </a:lnTo>
                  <a:cubicBezTo>
                    <a:pt x="6703" y="1504"/>
                    <a:pt x="6720" y="1505"/>
                    <a:pt x="6738" y="1507"/>
                  </a:cubicBezTo>
                  <a:cubicBezTo>
                    <a:pt x="6756" y="1509"/>
                    <a:pt x="6774" y="1510"/>
                    <a:pt x="6792" y="1512"/>
                  </a:cubicBezTo>
                  <a:lnTo>
                    <a:pt x="6845" y="1565"/>
                  </a:lnTo>
                  <a:cubicBezTo>
                    <a:pt x="6856" y="1567"/>
                    <a:pt x="6866" y="1568"/>
                    <a:pt x="6877" y="1570"/>
                  </a:cubicBezTo>
                  <a:lnTo>
                    <a:pt x="6947" y="1570"/>
                  </a:lnTo>
                  <a:lnTo>
                    <a:pt x="7038" y="1576"/>
                  </a:lnTo>
                  <a:lnTo>
                    <a:pt x="7134" y="1576"/>
                  </a:lnTo>
                  <a:cubicBezTo>
                    <a:pt x="7164" y="1577"/>
                    <a:pt x="7195" y="1577"/>
                    <a:pt x="7225" y="1578"/>
                  </a:cubicBezTo>
                  <a:lnTo>
                    <a:pt x="7300" y="1581"/>
                  </a:lnTo>
                  <a:cubicBezTo>
                    <a:pt x="7331" y="1585"/>
                    <a:pt x="7361" y="1590"/>
                    <a:pt x="7392" y="1594"/>
                  </a:cubicBezTo>
                  <a:lnTo>
                    <a:pt x="7504" y="1610"/>
                  </a:lnTo>
                  <a:lnTo>
                    <a:pt x="7616" y="1623"/>
                  </a:lnTo>
                  <a:lnTo>
                    <a:pt x="7724" y="1636"/>
                  </a:lnTo>
                  <a:cubicBezTo>
                    <a:pt x="7754" y="1639"/>
                    <a:pt x="7785" y="1641"/>
                    <a:pt x="7815" y="1644"/>
                  </a:cubicBezTo>
                  <a:lnTo>
                    <a:pt x="7922" y="1647"/>
                  </a:lnTo>
                  <a:lnTo>
                    <a:pt x="8040" y="1647"/>
                  </a:lnTo>
                  <a:lnTo>
                    <a:pt x="8163" y="1644"/>
                  </a:lnTo>
                  <a:lnTo>
                    <a:pt x="8275" y="1644"/>
                  </a:lnTo>
                  <a:lnTo>
                    <a:pt x="8377" y="1652"/>
                  </a:lnTo>
                  <a:cubicBezTo>
                    <a:pt x="8386" y="1642"/>
                    <a:pt x="8395" y="1633"/>
                    <a:pt x="8404" y="1623"/>
                  </a:cubicBezTo>
                  <a:cubicBezTo>
                    <a:pt x="8418" y="1616"/>
                    <a:pt x="8433" y="1609"/>
                    <a:pt x="8447" y="1602"/>
                  </a:cubicBezTo>
                  <a:cubicBezTo>
                    <a:pt x="8461" y="1594"/>
                    <a:pt x="8476" y="1586"/>
                    <a:pt x="8490" y="1578"/>
                  </a:cubicBezTo>
                  <a:cubicBezTo>
                    <a:pt x="8499" y="1571"/>
                    <a:pt x="8507" y="1564"/>
                    <a:pt x="8516" y="1557"/>
                  </a:cubicBezTo>
                  <a:cubicBezTo>
                    <a:pt x="8525" y="1547"/>
                    <a:pt x="8534" y="1538"/>
                    <a:pt x="8543" y="1528"/>
                  </a:cubicBezTo>
                  <a:cubicBezTo>
                    <a:pt x="8545" y="1518"/>
                    <a:pt x="8546" y="1509"/>
                    <a:pt x="8548" y="1499"/>
                  </a:cubicBezTo>
                  <a:cubicBezTo>
                    <a:pt x="8546" y="1492"/>
                    <a:pt x="8545" y="1485"/>
                    <a:pt x="8543" y="1478"/>
                  </a:cubicBezTo>
                  <a:lnTo>
                    <a:pt x="8543" y="1454"/>
                  </a:lnTo>
                  <a:cubicBezTo>
                    <a:pt x="8545" y="1444"/>
                    <a:pt x="8546" y="1435"/>
                    <a:pt x="8548" y="1425"/>
                  </a:cubicBezTo>
                  <a:cubicBezTo>
                    <a:pt x="8555" y="1411"/>
                    <a:pt x="8563" y="1397"/>
                    <a:pt x="8570" y="1383"/>
                  </a:cubicBezTo>
                  <a:cubicBezTo>
                    <a:pt x="8590" y="1362"/>
                    <a:pt x="8609" y="1341"/>
                    <a:pt x="8629" y="1320"/>
                  </a:cubicBezTo>
                  <a:cubicBezTo>
                    <a:pt x="8652" y="1299"/>
                    <a:pt x="8675" y="1277"/>
                    <a:pt x="8698" y="1256"/>
                  </a:cubicBezTo>
                  <a:cubicBezTo>
                    <a:pt x="8714" y="1235"/>
                    <a:pt x="8731" y="1214"/>
                    <a:pt x="8747" y="1193"/>
                  </a:cubicBezTo>
                  <a:lnTo>
                    <a:pt x="8768" y="1148"/>
                  </a:lnTo>
                  <a:cubicBezTo>
                    <a:pt x="8775" y="1130"/>
                    <a:pt x="8783" y="1111"/>
                    <a:pt x="8790" y="1093"/>
                  </a:cubicBezTo>
                  <a:cubicBezTo>
                    <a:pt x="8793" y="1074"/>
                    <a:pt x="8797" y="1056"/>
                    <a:pt x="8800" y="1037"/>
                  </a:cubicBezTo>
                  <a:cubicBezTo>
                    <a:pt x="8807" y="1019"/>
                    <a:pt x="8815" y="1002"/>
                    <a:pt x="8822" y="984"/>
                  </a:cubicBezTo>
                  <a:cubicBezTo>
                    <a:pt x="8829" y="968"/>
                    <a:pt x="8836" y="953"/>
                    <a:pt x="8843" y="937"/>
                  </a:cubicBezTo>
                  <a:cubicBezTo>
                    <a:pt x="8852" y="924"/>
                    <a:pt x="8861" y="910"/>
                    <a:pt x="8870" y="897"/>
                  </a:cubicBezTo>
                  <a:cubicBezTo>
                    <a:pt x="8884" y="887"/>
                    <a:pt x="8899" y="878"/>
                    <a:pt x="8913" y="868"/>
                  </a:cubicBezTo>
                  <a:cubicBezTo>
                    <a:pt x="8929" y="858"/>
                    <a:pt x="8945" y="847"/>
                    <a:pt x="8961" y="837"/>
                  </a:cubicBezTo>
                  <a:lnTo>
                    <a:pt x="8993" y="802"/>
                  </a:lnTo>
                  <a:lnTo>
                    <a:pt x="9014" y="757"/>
                  </a:lnTo>
                  <a:lnTo>
                    <a:pt x="9014" y="723"/>
                  </a:lnTo>
                  <a:lnTo>
                    <a:pt x="9014" y="694"/>
                  </a:lnTo>
                  <a:cubicBezTo>
                    <a:pt x="9012" y="683"/>
                    <a:pt x="9011" y="673"/>
                    <a:pt x="9009" y="662"/>
                  </a:cubicBezTo>
                  <a:cubicBezTo>
                    <a:pt x="9007" y="652"/>
                    <a:pt x="9006" y="641"/>
                    <a:pt x="9004" y="631"/>
                  </a:cubicBezTo>
                  <a:cubicBezTo>
                    <a:pt x="9007" y="619"/>
                    <a:pt x="9011" y="606"/>
                    <a:pt x="9014" y="594"/>
                  </a:cubicBezTo>
                  <a:lnTo>
                    <a:pt x="8886" y="538"/>
                  </a:lnTo>
                  <a:lnTo>
                    <a:pt x="8757" y="478"/>
                  </a:lnTo>
                  <a:lnTo>
                    <a:pt x="8650" y="412"/>
                  </a:lnTo>
                  <a:cubicBezTo>
                    <a:pt x="8620" y="387"/>
                    <a:pt x="8589" y="363"/>
                    <a:pt x="8559" y="338"/>
                  </a:cubicBezTo>
                  <a:cubicBezTo>
                    <a:pt x="8534" y="310"/>
                    <a:pt x="8509" y="281"/>
                    <a:pt x="8484" y="253"/>
                  </a:cubicBezTo>
                  <a:cubicBezTo>
                    <a:pt x="8456" y="207"/>
                    <a:pt x="8427" y="162"/>
                    <a:pt x="8399" y="116"/>
                  </a:cubicBezTo>
                  <a:lnTo>
                    <a:pt x="8468" y="92"/>
                  </a:lnTo>
                  <a:cubicBezTo>
                    <a:pt x="8495" y="89"/>
                    <a:pt x="8521" y="85"/>
                    <a:pt x="8548" y="82"/>
                  </a:cubicBezTo>
                  <a:lnTo>
                    <a:pt x="8640" y="61"/>
                  </a:lnTo>
                  <a:lnTo>
                    <a:pt x="8698" y="3"/>
                  </a:lnTo>
                  <a:lnTo>
                    <a:pt x="87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14" name="Freeform 19"/>
            <p:cNvSpPr/>
            <p:nvPr/>
          </p:nvSpPr>
          <p:spPr bwMode="auto">
            <a:xfrm>
              <a:off x="7165651" y="3984449"/>
              <a:ext cx="218606" cy="293226"/>
            </a:xfrm>
            <a:custGeom>
              <a:avLst/>
              <a:gdLst>
                <a:gd name="T0" fmla="*/ 273 w 417"/>
                <a:gd name="T1" fmla="*/ 17 h 560"/>
                <a:gd name="T2" fmla="*/ 290 w 417"/>
                <a:gd name="T3" fmla="*/ 37 h 560"/>
                <a:gd name="T4" fmla="*/ 301 w 417"/>
                <a:gd name="T5" fmla="*/ 61 h 560"/>
                <a:gd name="T6" fmla="*/ 339 w 417"/>
                <a:gd name="T7" fmla="*/ 92 h 560"/>
                <a:gd name="T8" fmla="*/ 364 w 417"/>
                <a:gd name="T9" fmla="*/ 121 h 560"/>
                <a:gd name="T10" fmla="*/ 385 w 417"/>
                <a:gd name="T11" fmla="*/ 160 h 560"/>
                <a:gd name="T12" fmla="*/ 393 w 417"/>
                <a:gd name="T13" fmla="*/ 224 h 560"/>
                <a:gd name="T14" fmla="*/ 402 w 417"/>
                <a:gd name="T15" fmla="*/ 251 h 560"/>
                <a:gd name="T16" fmla="*/ 411 w 417"/>
                <a:gd name="T17" fmla="*/ 272 h 560"/>
                <a:gd name="T18" fmla="*/ 417 w 417"/>
                <a:gd name="T19" fmla="*/ 292 h 560"/>
                <a:gd name="T20" fmla="*/ 416 w 417"/>
                <a:gd name="T21" fmla="*/ 321 h 560"/>
                <a:gd name="T22" fmla="*/ 408 w 417"/>
                <a:gd name="T23" fmla="*/ 365 h 560"/>
                <a:gd name="T24" fmla="*/ 408 w 417"/>
                <a:gd name="T25" fmla="*/ 400 h 560"/>
                <a:gd name="T26" fmla="*/ 409 w 417"/>
                <a:gd name="T27" fmla="*/ 426 h 560"/>
                <a:gd name="T28" fmla="*/ 402 w 417"/>
                <a:gd name="T29" fmla="*/ 448 h 560"/>
                <a:gd name="T30" fmla="*/ 372 w 417"/>
                <a:gd name="T31" fmla="*/ 474 h 560"/>
                <a:gd name="T32" fmla="*/ 380 w 417"/>
                <a:gd name="T33" fmla="*/ 510 h 560"/>
                <a:gd name="T34" fmla="*/ 382 w 417"/>
                <a:gd name="T35" fmla="*/ 521 h 560"/>
                <a:gd name="T36" fmla="*/ 374 w 417"/>
                <a:gd name="T37" fmla="*/ 539 h 560"/>
                <a:gd name="T38" fmla="*/ 361 w 417"/>
                <a:gd name="T39" fmla="*/ 554 h 560"/>
                <a:gd name="T40" fmla="*/ 336 w 417"/>
                <a:gd name="T41" fmla="*/ 552 h 560"/>
                <a:gd name="T42" fmla="*/ 288 w 417"/>
                <a:gd name="T43" fmla="*/ 539 h 560"/>
                <a:gd name="T44" fmla="*/ 232 w 417"/>
                <a:gd name="T45" fmla="*/ 526 h 560"/>
                <a:gd name="T46" fmla="*/ 179 w 417"/>
                <a:gd name="T47" fmla="*/ 512 h 560"/>
                <a:gd name="T48" fmla="*/ 141 w 417"/>
                <a:gd name="T49" fmla="*/ 494 h 560"/>
                <a:gd name="T50" fmla="*/ 130 w 417"/>
                <a:gd name="T51" fmla="*/ 474 h 560"/>
                <a:gd name="T52" fmla="*/ 130 w 417"/>
                <a:gd name="T53" fmla="*/ 457 h 560"/>
                <a:gd name="T54" fmla="*/ 115 w 417"/>
                <a:gd name="T55" fmla="*/ 431 h 560"/>
                <a:gd name="T56" fmla="*/ 75 w 417"/>
                <a:gd name="T57" fmla="*/ 390 h 560"/>
                <a:gd name="T58" fmla="*/ 36 w 417"/>
                <a:gd name="T59" fmla="*/ 352 h 560"/>
                <a:gd name="T60" fmla="*/ 12 w 417"/>
                <a:gd name="T61" fmla="*/ 307 h 560"/>
                <a:gd name="T62" fmla="*/ 0 w 417"/>
                <a:gd name="T63" fmla="*/ 248 h 560"/>
                <a:gd name="T64" fmla="*/ 4 w 417"/>
                <a:gd name="T65" fmla="*/ 187 h 560"/>
                <a:gd name="T66" fmla="*/ 20 w 417"/>
                <a:gd name="T67" fmla="*/ 135 h 560"/>
                <a:gd name="T68" fmla="*/ 26 w 417"/>
                <a:gd name="T69" fmla="*/ 105 h 560"/>
                <a:gd name="T70" fmla="*/ 39 w 417"/>
                <a:gd name="T71" fmla="*/ 101 h 560"/>
                <a:gd name="T72" fmla="*/ 51 w 417"/>
                <a:gd name="T73" fmla="*/ 84 h 560"/>
                <a:gd name="T74" fmla="*/ 62 w 417"/>
                <a:gd name="T75" fmla="*/ 70 h 560"/>
                <a:gd name="T76" fmla="*/ 104 w 417"/>
                <a:gd name="T77" fmla="*/ 51 h 560"/>
                <a:gd name="T78" fmla="*/ 128 w 417"/>
                <a:gd name="T79" fmla="*/ 40 h 560"/>
                <a:gd name="T80" fmla="*/ 141 w 417"/>
                <a:gd name="T81" fmla="*/ 25 h 560"/>
                <a:gd name="T82" fmla="*/ 154 w 417"/>
                <a:gd name="T83" fmla="*/ 27 h 560"/>
                <a:gd name="T84" fmla="*/ 163 w 417"/>
                <a:gd name="T85" fmla="*/ 25 h 560"/>
                <a:gd name="T86" fmla="*/ 166 w 417"/>
                <a:gd name="T87" fmla="*/ 18 h 560"/>
                <a:gd name="T88" fmla="*/ 171 w 417"/>
                <a:gd name="T89" fmla="*/ 16 h 560"/>
                <a:gd name="T90" fmla="*/ 181 w 417"/>
                <a:gd name="T91" fmla="*/ 13 h 560"/>
                <a:gd name="T92" fmla="*/ 207 w 417"/>
                <a:gd name="T93" fmla="*/ 5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17" h="560">
                  <a:moveTo>
                    <a:pt x="220" y="0"/>
                  </a:moveTo>
                  <a:lnTo>
                    <a:pt x="273" y="17"/>
                  </a:lnTo>
                  <a:lnTo>
                    <a:pt x="284" y="25"/>
                  </a:lnTo>
                  <a:lnTo>
                    <a:pt x="290" y="37"/>
                  </a:lnTo>
                  <a:lnTo>
                    <a:pt x="295" y="48"/>
                  </a:lnTo>
                  <a:lnTo>
                    <a:pt x="301" y="61"/>
                  </a:lnTo>
                  <a:lnTo>
                    <a:pt x="306" y="73"/>
                  </a:lnTo>
                  <a:lnTo>
                    <a:pt x="339" y="92"/>
                  </a:lnTo>
                  <a:lnTo>
                    <a:pt x="351" y="104"/>
                  </a:lnTo>
                  <a:lnTo>
                    <a:pt x="364" y="121"/>
                  </a:lnTo>
                  <a:lnTo>
                    <a:pt x="376" y="140"/>
                  </a:lnTo>
                  <a:lnTo>
                    <a:pt x="385" y="160"/>
                  </a:lnTo>
                  <a:lnTo>
                    <a:pt x="393" y="175"/>
                  </a:lnTo>
                  <a:lnTo>
                    <a:pt x="393" y="224"/>
                  </a:lnTo>
                  <a:lnTo>
                    <a:pt x="396" y="240"/>
                  </a:lnTo>
                  <a:lnTo>
                    <a:pt x="402" y="251"/>
                  </a:lnTo>
                  <a:lnTo>
                    <a:pt x="407" y="262"/>
                  </a:lnTo>
                  <a:lnTo>
                    <a:pt x="411" y="272"/>
                  </a:lnTo>
                  <a:lnTo>
                    <a:pt x="415" y="281"/>
                  </a:lnTo>
                  <a:lnTo>
                    <a:pt x="417" y="292"/>
                  </a:lnTo>
                  <a:lnTo>
                    <a:pt x="417" y="305"/>
                  </a:lnTo>
                  <a:lnTo>
                    <a:pt x="416" y="321"/>
                  </a:lnTo>
                  <a:lnTo>
                    <a:pt x="412" y="343"/>
                  </a:lnTo>
                  <a:lnTo>
                    <a:pt x="408" y="365"/>
                  </a:lnTo>
                  <a:lnTo>
                    <a:pt x="408" y="385"/>
                  </a:lnTo>
                  <a:lnTo>
                    <a:pt x="408" y="400"/>
                  </a:lnTo>
                  <a:lnTo>
                    <a:pt x="409" y="413"/>
                  </a:lnTo>
                  <a:lnTo>
                    <a:pt x="409" y="426"/>
                  </a:lnTo>
                  <a:lnTo>
                    <a:pt x="407" y="437"/>
                  </a:lnTo>
                  <a:lnTo>
                    <a:pt x="402" y="448"/>
                  </a:lnTo>
                  <a:lnTo>
                    <a:pt x="390" y="460"/>
                  </a:lnTo>
                  <a:lnTo>
                    <a:pt x="372" y="474"/>
                  </a:lnTo>
                  <a:lnTo>
                    <a:pt x="372" y="508"/>
                  </a:lnTo>
                  <a:lnTo>
                    <a:pt x="380" y="510"/>
                  </a:lnTo>
                  <a:lnTo>
                    <a:pt x="382" y="514"/>
                  </a:lnTo>
                  <a:lnTo>
                    <a:pt x="382" y="521"/>
                  </a:lnTo>
                  <a:lnTo>
                    <a:pt x="382" y="530"/>
                  </a:lnTo>
                  <a:lnTo>
                    <a:pt x="374" y="539"/>
                  </a:lnTo>
                  <a:lnTo>
                    <a:pt x="369" y="547"/>
                  </a:lnTo>
                  <a:lnTo>
                    <a:pt x="361" y="554"/>
                  </a:lnTo>
                  <a:lnTo>
                    <a:pt x="352" y="560"/>
                  </a:lnTo>
                  <a:lnTo>
                    <a:pt x="336" y="552"/>
                  </a:lnTo>
                  <a:lnTo>
                    <a:pt x="314" y="545"/>
                  </a:lnTo>
                  <a:lnTo>
                    <a:pt x="288" y="539"/>
                  </a:lnTo>
                  <a:lnTo>
                    <a:pt x="260" y="532"/>
                  </a:lnTo>
                  <a:lnTo>
                    <a:pt x="232" y="526"/>
                  </a:lnTo>
                  <a:lnTo>
                    <a:pt x="205" y="519"/>
                  </a:lnTo>
                  <a:lnTo>
                    <a:pt x="179" y="512"/>
                  </a:lnTo>
                  <a:lnTo>
                    <a:pt x="158" y="503"/>
                  </a:lnTo>
                  <a:lnTo>
                    <a:pt x="141" y="494"/>
                  </a:lnTo>
                  <a:lnTo>
                    <a:pt x="132" y="481"/>
                  </a:lnTo>
                  <a:lnTo>
                    <a:pt x="130" y="474"/>
                  </a:lnTo>
                  <a:lnTo>
                    <a:pt x="130" y="465"/>
                  </a:lnTo>
                  <a:lnTo>
                    <a:pt x="130" y="457"/>
                  </a:lnTo>
                  <a:lnTo>
                    <a:pt x="128" y="451"/>
                  </a:lnTo>
                  <a:lnTo>
                    <a:pt x="115" y="431"/>
                  </a:lnTo>
                  <a:lnTo>
                    <a:pt x="96" y="411"/>
                  </a:lnTo>
                  <a:lnTo>
                    <a:pt x="75" y="390"/>
                  </a:lnTo>
                  <a:lnTo>
                    <a:pt x="53" y="371"/>
                  </a:lnTo>
                  <a:lnTo>
                    <a:pt x="36" y="352"/>
                  </a:lnTo>
                  <a:lnTo>
                    <a:pt x="22" y="332"/>
                  </a:lnTo>
                  <a:lnTo>
                    <a:pt x="12" y="307"/>
                  </a:lnTo>
                  <a:lnTo>
                    <a:pt x="4" y="279"/>
                  </a:lnTo>
                  <a:lnTo>
                    <a:pt x="0" y="248"/>
                  </a:lnTo>
                  <a:lnTo>
                    <a:pt x="0" y="216"/>
                  </a:lnTo>
                  <a:lnTo>
                    <a:pt x="4" y="187"/>
                  </a:lnTo>
                  <a:lnTo>
                    <a:pt x="11" y="158"/>
                  </a:lnTo>
                  <a:lnTo>
                    <a:pt x="20" y="135"/>
                  </a:lnTo>
                  <a:lnTo>
                    <a:pt x="33" y="116"/>
                  </a:lnTo>
                  <a:lnTo>
                    <a:pt x="26" y="105"/>
                  </a:lnTo>
                  <a:lnTo>
                    <a:pt x="30" y="105"/>
                  </a:lnTo>
                  <a:lnTo>
                    <a:pt x="39" y="101"/>
                  </a:lnTo>
                  <a:lnTo>
                    <a:pt x="45" y="93"/>
                  </a:lnTo>
                  <a:lnTo>
                    <a:pt x="51" y="84"/>
                  </a:lnTo>
                  <a:lnTo>
                    <a:pt x="56" y="77"/>
                  </a:lnTo>
                  <a:lnTo>
                    <a:pt x="62" y="70"/>
                  </a:lnTo>
                  <a:lnTo>
                    <a:pt x="83" y="59"/>
                  </a:lnTo>
                  <a:lnTo>
                    <a:pt x="104" y="51"/>
                  </a:lnTo>
                  <a:lnTo>
                    <a:pt x="126" y="40"/>
                  </a:lnTo>
                  <a:lnTo>
                    <a:pt x="128" y="40"/>
                  </a:lnTo>
                  <a:lnTo>
                    <a:pt x="132" y="24"/>
                  </a:lnTo>
                  <a:lnTo>
                    <a:pt x="141" y="25"/>
                  </a:lnTo>
                  <a:lnTo>
                    <a:pt x="148" y="26"/>
                  </a:lnTo>
                  <a:lnTo>
                    <a:pt x="154" y="27"/>
                  </a:lnTo>
                  <a:lnTo>
                    <a:pt x="162" y="30"/>
                  </a:lnTo>
                  <a:lnTo>
                    <a:pt x="163" y="25"/>
                  </a:lnTo>
                  <a:lnTo>
                    <a:pt x="165" y="21"/>
                  </a:lnTo>
                  <a:lnTo>
                    <a:pt x="166" y="18"/>
                  </a:lnTo>
                  <a:lnTo>
                    <a:pt x="168" y="17"/>
                  </a:lnTo>
                  <a:lnTo>
                    <a:pt x="171" y="16"/>
                  </a:lnTo>
                  <a:lnTo>
                    <a:pt x="175" y="15"/>
                  </a:lnTo>
                  <a:lnTo>
                    <a:pt x="181" y="13"/>
                  </a:lnTo>
                  <a:lnTo>
                    <a:pt x="194" y="9"/>
                  </a:lnTo>
                  <a:lnTo>
                    <a:pt x="207" y="5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5" name="Freeform 28"/>
            <p:cNvSpPr/>
            <p:nvPr/>
          </p:nvSpPr>
          <p:spPr bwMode="auto">
            <a:xfrm>
              <a:off x="7314631" y="4281430"/>
              <a:ext cx="177045" cy="522339"/>
            </a:xfrm>
            <a:custGeom>
              <a:avLst/>
              <a:gdLst>
                <a:gd name="T0" fmla="*/ 83 w 323"/>
                <a:gd name="T1" fmla="*/ 8 h 952"/>
                <a:gd name="T2" fmla="*/ 95 w 323"/>
                <a:gd name="T3" fmla="*/ 19 h 952"/>
                <a:gd name="T4" fmla="*/ 91 w 323"/>
                <a:gd name="T5" fmla="*/ 37 h 952"/>
                <a:gd name="T6" fmla="*/ 88 w 323"/>
                <a:gd name="T7" fmla="*/ 55 h 952"/>
                <a:gd name="T8" fmla="*/ 88 w 323"/>
                <a:gd name="T9" fmla="*/ 60 h 952"/>
                <a:gd name="T10" fmla="*/ 96 w 323"/>
                <a:gd name="T11" fmla="*/ 90 h 952"/>
                <a:gd name="T12" fmla="*/ 110 w 323"/>
                <a:gd name="T13" fmla="*/ 113 h 952"/>
                <a:gd name="T14" fmla="*/ 118 w 323"/>
                <a:gd name="T15" fmla="*/ 122 h 952"/>
                <a:gd name="T16" fmla="*/ 141 w 323"/>
                <a:gd name="T17" fmla="*/ 148 h 952"/>
                <a:gd name="T18" fmla="*/ 148 w 323"/>
                <a:gd name="T19" fmla="*/ 158 h 952"/>
                <a:gd name="T20" fmla="*/ 174 w 323"/>
                <a:gd name="T21" fmla="*/ 215 h 952"/>
                <a:gd name="T22" fmla="*/ 198 w 323"/>
                <a:gd name="T23" fmla="*/ 275 h 952"/>
                <a:gd name="T24" fmla="*/ 219 w 323"/>
                <a:gd name="T25" fmla="*/ 333 h 952"/>
                <a:gd name="T26" fmla="*/ 236 w 323"/>
                <a:gd name="T27" fmla="*/ 382 h 952"/>
                <a:gd name="T28" fmla="*/ 246 w 323"/>
                <a:gd name="T29" fmla="*/ 416 h 952"/>
                <a:gd name="T30" fmla="*/ 250 w 323"/>
                <a:gd name="T31" fmla="*/ 429 h 952"/>
                <a:gd name="T32" fmla="*/ 264 w 323"/>
                <a:gd name="T33" fmla="*/ 481 h 952"/>
                <a:gd name="T34" fmla="*/ 279 w 323"/>
                <a:gd name="T35" fmla="*/ 548 h 952"/>
                <a:gd name="T36" fmla="*/ 292 w 323"/>
                <a:gd name="T37" fmla="*/ 623 h 952"/>
                <a:gd name="T38" fmla="*/ 302 w 323"/>
                <a:gd name="T39" fmla="*/ 698 h 952"/>
                <a:gd name="T40" fmla="*/ 312 w 323"/>
                <a:gd name="T41" fmla="*/ 767 h 952"/>
                <a:gd name="T42" fmla="*/ 319 w 323"/>
                <a:gd name="T43" fmla="*/ 820 h 952"/>
                <a:gd name="T44" fmla="*/ 323 w 323"/>
                <a:gd name="T45" fmla="*/ 850 h 952"/>
                <a:gd name="T46" fmla="*/ 273 w 323"/>
                <a:gd name="T47" fmla="*/ 952 h 952"/>
                <a:gd name="T48" fmla="*/ 178 w 323"/>
                <a:gd name="T49" fmla="*/ 860 h 952"/>
                <a:gd name="T50" fmla="*/ 165 w 323"/>
                <a:gd name="T51" fmla="*/ 709 h 952"/>
                <a:gd name="T52" fmla="*/ 158 w 323"/>
                <a:gd name="T53" fmla="*/ 630 h 952"/>
                <a:gd name="T54" fmla="*/ 152 w 323"/>
                <a:gd name="T55" fmla="*/ 565 h 952"/>
                <a:gd name="T56" fmla="*/ 147 w 323"/>
                <a:gd name="T57" fmla="*/ 521 h 952"/>
                <a:gd name="T58" fmla="*/ 145 w 323"/>
                <a:gd name="T59" fmla="*/ 504 h 952"/>
                <a:gd name="T60" fmla="*/ 137 w 323"/>
                <a:gd name="T61" fmla="*/ 461 h 952"/>
                <a:gd name="T62" fmla="*/ 127 w 323"/>
                <a:gd name="T63" fmla="*/ 420 h 952"/>
                <a:gd name="T64" fmla="*/ 118 w 323"/>
                <a:gd name="T65" fmla="*/ 389 h 952"/>
                <a:gd name="T66" fmla="*/ 115 w 323"/>
                <a:gd name="T67" fmla="*/ 376 h 952"/>
                <a:gd name="T68" fmla="*/ 58 w 323"/>
                <a:gd name="T69" fmla="*/ 209 h 952"/>
                <a:gd name="T70" fmla="*/ 48 w 323"/>
                <a:gd name="T71" fmla="*/ 169 h 952"/>
                <a:gd name="T72" fmla="*/ 46 w 323"/>
                <a:gd name="T73" fmla="*/ 129 h 952"/>
                <a:gd name="T74" fmla="*/ 48 w 323"/>
                <a:gd name="T75" fmla="*/ 96 h 952"/>
                <a:gd name="T76" fmla="*/ 49 w 323"/>
                <a:gd name="T77" fmla="*/ 83 h 952"/>
                <a:gd name="T78" fmla="*/ 26 w 323"/>
                <a:gd name="T79" fmla="*/ 63 h 952"/>
                <a:gd name="T80" fmla="*/ 8 w 323"/>
                <a:gd name="T81" fmla="*/ 45 h 952"/>
                <a:gd name="T82" fmla="*/ 0 w 323"/>
                <a:gd name="T83" fmla="*/ 37 h 952"/>
                <a:gd name="T84" fmla="*/ 17 w 323"/>
                <a:gd name="T85" fmla="*/ 13 h 952"/>
                <a:gd name="T86" fmla="*/ 24 w 323"/>
                <a:gd name="T87" fmla="*/ 7 h 952"/>
                <a:gd name="T88" fmla="*/ 53 w 323"/>
                <a:gd name="T89" fmla="*/ 7 h 952"/>
                <a:gd name="T90" fmla="*/ 66 w 323"/>
                <a:gd name="T91" fmla="*/ 3 h 952"/>
                <a:gd name="T92" fmla="*/ 69 w 323"/>
                <a:gd name="T93" fmla="*/ 0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3" h="952">
                  <a:moveTo>
                    <a:pt x="69" y="0"/>
                  </a:moveTo>
                  <a:lnTo>
                    <a:pt x="83" y="8"/>
                  </a:lnTo>
                  <a:lnTo>
                    <a:pt x="91" y="15"/>
                  </a:lnTo>
                  <a:lnTo>
                    <a:pt x="95" y="19"/>
                  </a:lnTo>
                  <a:lnTo>
                    <a:pt x="95" y="21"/>
                  </a:lnTo>
                  <a:lnTo>
                    <a:pt x="91" y="37"/>
                  </a:lnTo>
                  <a:lnTo>
                    <a:pt x="90" y="48"/>
                  </a:lnTo>
                  <a:lnTo>
                    <a:pt x="88" y="55"/>
                  </a:lnTo>
                  <a:lnTo>
                    <a:pt x="88" y="59"/>
                  </a:lnTo>
                  <a:lnTo>
                    <a:pt x="88" y="60"/>
                  </a:lnTo>
                  <a:lnTo>
                    <a:pt x="92" y="73"/>
                  </a:lnTo>
                  <a:lnTo>
                    <a:pt x="96" y="90"/>
                  </a:lnTo>
                  <a:lnTo>
                    <a:pt x="104" y="103"/>
                  </a:lnTo>
                  <a:lnTo>
                    <a:pt x="110" y="113"/>
                  </a:lnTo>
                  <a:lnTo>
                    <a:pt x="115" y="121"/>
                  </a:lnTo>
                  <a:lnTo>
                    <a:pt x="118" y="122"/>
                  </a:lnTo>
                  <a:lnTo>
                    <a:pt x="132" y="138"/>
                  </a:lnTo>
                  <a:lnTo>
                    <a:pt x="141" y="148"/>
                  </a:lnTo>
                  <a:lnTo>
                    <a:pt x="147" y="156"/>
                  </a:lnTo>
                  <a:lnTo>
                    <a:pt x="148" y="158"/>
                  </a:lnTo>
                  <a:lnTo>
                    <a:pt x="161" y="186"/>
                  </a:lnTo>
                  <a:lnTo>
                    <a:pt x="174" y="215"/>
                  </a:lnTo>
                  <a:lnTo>
                    <a:pt x="187" y="245"/>
                  </a:lnTo>
                  <a:lnTo>
                    <a:pt x="198" y="275"/>
                  </a:lnTo>
                  <a:lnTo>
                    <a:pt x="209" y="305"/>
                  </a:lnTo>
                  <a:lnTo>
                    <a:pt x="219" y="333"/>
                  </a:lnTo>
                  <a:lnTo>
                    <a:pt x="228" y="359"/>
                  </a:lnTo>
                  <a:lnTo>
                    <a:pt x="236" y="382"/>
                  </a:lnTo>
                  <a:lnTo>
                    <a:pt x="241" y="402"/>
                  </a:lnTo>
                  <a:lnTo>
                    <a:pt x="246" y="416"/>
                  </a:lnTo>
                  <a:lnTo>
                    <a:pt x="249" y="425"/>
                  </a:lnTo>
                  <a:lnTo>
                    <a:pt x="250" y="429"/>
                  </a:lnTo>
                  <a:lnTo>
                    <a:pt x="258" y="452"/>
                  </a:lnTo>
                  <a:lnTo>
                    <a:pt x="264" y="481"/>
                  </a:lnTo>
                  <a:lnTo>
                    <a:pt x="272" y="513"/>
                  </a:lnTo>
                  <a:lnTo>
                    <a:pt x="279" y="548"/>
                  </a:lnTo>
                  <a:lnTo>
                    <a:pt x="285" y="586"/>
                  </a:lnTo>
                  <a:lnTo>
                    <a:pt x="292" y="623"/>
                  </a:lnTo>
                  <a:lnTo>
                    <a:pt x="297" y="662"/>
                  </a:lnTo>
                  <a:lnTo>
                    <a:pt x="302" y="698"/>
                  </a:lnTo>
                  <a:lnTo>
                    <a:pt x="307" y="735"/>
                  </a:lnTo>
                  <a:lnTo>
                    <a:pt x="312" y="767"/>
                  </a:lnTo>
                  <a:lnTo>
                    <a:pt x="315" y="795"/>
                  </a:lnTo>
                  <a:lnTo>
                    <a:pt x="319" y="820"/>
                  </a:lnTo>
                  <a:lnTo>
                    <a:pt x="320" y="838"/>
                  </a:lnTo>
                  <a:lnTo>
                    <a:pt x="323" y="850"/>
                  </a:lnTo>
                  <a:lnTo>
                    <a:pt x="323" y="854"/>
                  </a:lnTo>
                  <a:lnTo>
                    <a:pt x="273" y="952"/>
                  </a:lnTo>
                  <a:lnTo>
                    <a:pt x="182" y="879"/>
                  </a:lnTo>
                  <a:lnTo>
                    <a:pt x="178" y="860"/>
                  </a:lnTo>
                  <a:lnTo>
                    <a:pt x="171" y="798"/>
                  </a:lnTo>
                  <a:lnTo>
                    <a:pt x="165" y="709"/>
                  </a:lnTo>
                  <a:lnTo>
                    <a:pt x="162" y="668"/>
                  </a:lnTo>
                  <a:lnTo>
                    <a:pt x="158" y="630"/>
                  </a:lnTo>
                  <a:lnTo>
                    <a:pt x="156" y="596"/>
                  </a:lnTo>
                  <a:lnTo>
                    <a:pt x="152" y="565"/>
                  </a:lnTo>
                  <a:lnTo>
                    <a:pt x="149" y="540"/>
                  </a:lnTo>
                  <a:lnTo>
                    <a:pt x="147" y="521"/>
                  </a:lnTo>
                  <a:lnTo>
                    <a:pt x="145" y="509"/>
                  </a:lnTo>
                  <a:lnTo>
                    <a:pt x="145" y="504"/>
                  </a:lnTo>
                  <a:lnTo>
                    <a:pt x="141" y="483"/>
                  </a:lnTo>
                  <a:lnTo>
                    <a:pt x="137" y="461"/>
                  </a:lnTo>
                  <a:lnTo>
                    <a:pt x="132" y="439"/>
                  </a:lnTo>
                  <a:lnTo>
                    <a:pt x="127" y="420"/>
                  </a:lnTo>
                  <a:lnTo>
                    <a:pt x="122" y="402"/>
                  </a:lnTo>
                  <a:lnTo>
                    <a:pt x="118" y="389"/>
                  </a:lnTo>
                  <a:lnTo>
                    <a:pt x="115" y="380"/>
                  </a:lnTo>
                  <a:lnTo>
                    <a:pt x="115" y="376"/>
                  </a:lnTo>
                  <a:lnTo>
                    <a:pt x="86" y="288"/>
                  </a:lnTo>
                  <a:lnTo>
                    <a:pt x="58" y="209"/>
                  </a:lnTo>
                  <a:lnTo>
                    <a:pt x="52" y="190"/>
                  </a:lnTo>
                  <a:lnTo>
                    <a:pt x="48" y="169"/>
                  </a:lnTo>
                  <a:lnTo>
                    <a:pt x="47" y="148"/>
                  </a:lnTo>
                  <a:lnTo>
                    <a:pt x="46" y="129"/>
                  </a:lnTo>
                  <a:lnTo>
                    <a:pt x="47" y="111"/>
                  </a:lnTo>
                  <a:lnTo>
                    <a:pt x="48" y="96"/>
                  </a:lnTo>
                  <a:lnTo>
                    <a:pt x="48" y="87"/>
                  </a:lnTo>
                  <a:lnTo>
                    <a:pt x="49" y="83"/>
                  </a:lnTo>
                  <a:lnTo>
                    <a:pt x="38" y="73"/>
                  </a:lnTo>
                  <a:lnTo>
                    <a:pt x="26" y="63"/>
                  </a:lnTo>
                  <a:lnTo>
                    <a:pt x="16" y="52"/>
                  </a:lnTo>
                  <a:lnTo>
                    <a:pt x="8" y="45"/>
                  </a:lnTo>
                  <a:lnTo>
                    <a:pt x="2" y="39"/>
                  </a:lnTo>
                  <a:lnTo>
                    <a:pt x="0" y="37"/>
                  </a:lnTo>
                  <a:lnTo>
                    <a:pt x="9" y="24"/>
                  </a:lnTo>
                  <a:lnTo>
                    <a:pt x="17" y="13"/>
                  </a:lnTo>
                  <a:lnTo>
                    <a:pt x="21" y="10"/>
                  </a:lnTo>
                  <a:lnTo>
                    <a:pt x="24" y="7"/>
                  </a:lnTo>
                  <a:lnTo>
                    <a:pt x="40" y="8"/>
                  </a:lnTo>
                  <a:lnTo>
                    <a:pt x="53" y="7"/>
                  </a:lnTo>
                  <a:lnTo>
                    <a:pt x="61" y="6"/>
                  </a:lnTo>
                  <a:lnTo>
                    <a:pt x="66" y="3"/>
                  </a:lnTo>
                  <a:lnTo>
                    <a:pt x="69" y="2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6" name="Freeform 46"/>
            <p:cNvSpPr/>
            <p:nvPr/>
          </p:nvSpPr>
          <p:spPr bwMode="auto">
            <a:xfrm>
              <a:off x="6949560" y="4470600"/>
              <a:ext cx="72885" cy="102039"/>
            </a:xfrm>
            <a:custGeom>
              <a:avLst/>
              <a:gdLst>
                <a:gd name="T0" fmla="*/ 115 w 149"/>
                <a:gd name="T1" fmla="*/ 0 h 209"/>
                <a:gd name="T2" fmla="*/ 128 w 149"/>
                <a:gd name="T3" fmla="*/ 19 h 209"/>
                <a:gd name="T4" fmla="*/ 137 w 149"/>
                <a:gd name="T5" fmla="*/ 39 h 209"/>
                <a:gd name="T6" fmla="*/ 142 w 149"/>
                <a:gd name="T7" fmla="*/ 55 h 209"/>
                <a:gd name="T8" fmla="*/ 146 w 149"/>
                <a:gd name="T9" fmla="*/ 70 h 209"/>
                <a:gd name="T10" fmla="*/ 147 w 149"/>
                <a:gd name="T11" fmla="*/ 79 h 209"/>
                <a:gd name="T12" fmla="*/ 149 w 149"/>
                <a:gd name="T13" fmla="*/ 83 h 209"/>
                <a:gd name="T14" fmla="*/ 146 w 149"/>
                <a:gd name="T15" fmla="*/ 99 h 209"/>
                <a:gd name="T16" fmla="*/ 142 w 149"/>
                <a:gd name="T17" fmla="*/ 117 h 209"/>
                <a:gd name="T18" fmla="*/ 138 w 149"/>
                <a:gd name="T19" fmla="*/ 133 h 209"/>
                <a:gd name="T20" fmla="*/ 133 w 149"/>
                <a:gd name="T21" fmla="*/ 146 h 209"/>
                <a:gd name="T22" fmla="*/ 131 w 149"/>
                <a:gd name="T23" fmla="*/ 155 h 209"/>
                <a:gd name="T24" fmla="*/ 129 w 149"/>
                <a:gd name="T25" fmla="*/ 158 h 209"/>
                <a:gd name="T26" fmla="*/ 118 w 149"/>
                <a:gd name="T27" fmla="*/ 178 h 209"/>
                <a:gd name="T28" fmla="*/ 107 w 149"/>
                <a:gd name="T29" fmla="*/ 193 h 209"/>
                <a:gd name="T30" fmla="*/ 97 w 149"/>
                <a:gd name="T31" fmla="*/ 202 h 209"/>
                <a:gd name="T32" fmla="*/ 88 w 149"/>
                <a:gd name="T33" fmla="*/ 207 h 209"/>
                <a:gd name="T34" fmla="*/ 79 w 149"/>
                <a:gd name="T35" fmla="*/ 209 h 209"/>
                <a:gd name="T36" fmla="*/ 72 w 149"/>
                <a:gd name="T37" fmla="*/ 209 h 209"/>
                <a:gd name="T38" fmla="*/ 67 w 149"/>
                <a:gd name="T39" fmla="*/ 208 h 209"/>
                <a:gd name="T40" fmla="*/ 66 w 149"/>
                <a:gd name="T41" fmla="*/ 207 h 209"/>
                <a:gd name="T42" fmla="*/ 42 w 149"/>
                <a:gd name="T43" fmla="*/ 185 h 209"/>
                <a:gd name="T44" fmla="*/ 26 w 149"/>
                <a:gd name="T45" fmla="*/ 163 h 209"/>
                <a:gd name="T46" fmla="*/ 14 w 149"/>
                <a:gd name="T47" fmla="*/ 139 h 209"/>
                <a:gd name="T48" fmla="*/ 8 w 149"/>
                <a:gd name="T49" fmla="*/ 119 h 209"/>
                <a:gd name="T50" fmla="*/ 4 w 149"/>
                <a:gd name="T51" fmla="*/ 101 h 209"/>
                <a:gd name="T52" fmla="*/ 4 w 149"/>
                <a:gd name="T53" fmla="*/ 85 h 209"/>
                <a:gd name="T54" fmla="*/ 4 w 149"/>
                <a:gd name="T55" fmla="*/ 76 h 209"/>
                <a:gd name="T56" fmla="*/ 4 w 149"/>
                <a:gd name="T57" fmla="*/ 72 h 209"/>
                <a:gd name="T58" fmla="*/ 0 w 149"/>
                <a:gd name="T59" fmla="*/ 6 h 209"/>
                <a:gd name="T60" fmla="*/ 6 w 149"/>
                <a:gd name="T61" fmla="*/ 32 h 209"/>
                <a:gd name="T62" fmla="*/ 13 w 149"/>
                <a:gd name="T63" fmla="*/ 50 h 209"/>
                <a:gd name="T64" fmla="*/ 19 w 149"/>
                <a:gd name="T65" fmla="*/ 63 h 209"/>
                <a:gd name="T66" fmla="*/ 26 w 149"/>
                <a:gd name="T67" fmla="*/ 70 h 209"/>
                <a:gd name="T68" fmla="*/ 31 w 149"/>
                <a:gd name="T69" fmla="*/ 73 h 209"/>
                <a:gd name="T70" fmla="*/ 35 w 149"/>
                <a:gd name="T71" fmla="*/ 76 h 209"/>
                <a:gd name="T72" fmla="*/ 36 w 149"/>
                <a:gd name="T73" fmla="*/ 76 h 209"/>
                <a:gd name="T74" fmla="*/ 36 w 149"/>
                <a:gd name="T75" fmla="*/ 85 h 209"/>
                <a:gd name="T76" fmla="*/ 42 w 149"/>
                <a:gd name="T77" fmla="*/ 88 h 209"/>
                <a:gd name="T78" fmla="*/ 52 w 149"/>
                <a:gd name="T79" fmla="*/ 89 h 209"/>
                <a:gd name="T80" fmla="*/ 62 w 149"/>
                <a:gd name="T81" fmla="*/ 89 h 209"/>
                <a:gd name="T82" fmla="*/ 70 w 149"/>
                <a:gd name="T83" fmla="*/ 89 h 209"/>
                <a:gd name="T84" fmla="*/ 72 w 149"/>
                <a:gd name="T85" fmla="*/ 89 h 209"/>
                <a:gd name="T86" fmla="*/ 88 w 149"/>
                <a:gd name="T87" fmla="*/ 86 h 209"/>
                <a:gd name="T88" fmla="*/ 98 w 149"/>
                <a:gd name="T89" fmla="*/ 80 h 209"/>
                <a:gd name="T90" fmla="*/ 107 w 149"/>
                <a:gd name="T91" fmla="*/ 70 h 209"/>
                <a:gd name="T92" fmla="*/ 112 w 149"/>
                <a:gd name="T93" fmla="*/ 57 h 209"/>
                <a:gd name="T94" fmla="*/ 115 w 149"/>
                <a:gd name="T95" fmla="*/ 44 h 209"/>
                <a:gd name="T96" fmla="*/ 116 w 149"/>
                <a:gd name="T97" fmla="*/ 31 h 209"/>
                <a:gd name="T98" fmla="*/ 116 w 149"/>
                <a:gd name="T99" fmla="*/ 19 h 209"/>
                <a:gd name="T100" fmla="*/ 116 w 149"/>
                <a:gd name="T101" fmla="*/ 9 h 209"/>
                <a:gd name="T102" fmla="*/ 116 w 149"/>
                <a:gd name="T103" fmla="*/ 2 h 209"/>
                <a:gd name="T104" fmla="*/ 115 w 149"/>
                <a:gd name="T105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" h="209">
                  <a:moveTo>
                    <a:pt x="115" y="0"/>
                  </a:moveTo>
                  <a:lnTo>
                    <a:pt x="128" y="19"/>
                  </a:lnTo>
                  <a:lnTo>
                    <a:pt x="137" y="39"/>
                  </a:lnTo>
                  <a:lnTo>
                    <a:pt x="142" y="55"/>
                  </a:lnTo>
                  <a:lnTo>
                    <a:pt x="146" y="70"/>
                  </a:lnTo>
                  <a:lnTo>
                    <a:pt x="147" y="79"/>
                  </a:lnTo>
                  <a:lnTo>
                    <a:pt x="149" y="83"/>
                  </a:lnTo>
                  <a:lnTo>
                    <a:pt x="146" y="99"/>
                  </a:lnTo>
                  <a:lnTo>
                    <a:pt x="142" y="117"/>
                  </a:lnTo>
                  <a:lnTo>
                    <a:pt x="138" y="133"/>
                  </a:lnTo>
                  <a:lnTo>
                    <a:pt x="133" y="146"/>
                  </a:lnTo>
                  <a:lnTo>
                    <a:pt x="131" y="155"/>
                  </a:lnTo>
                  <a:lnTo>
                    <a:pt x="129" y="158"/>
                  </a:lnTo>
                  <a:lnTo>
                    <a:pt x="118" y="178"/>
                  </a:lnTo>
                  <a:lnTo>
                    <a:pt x="107" y="193"/>
                  </a:lnTo>
                  <a:lnTo>
                    <a:pt x="97" y="202"/>
                  </a:lnTo>
                  <a:lnTo>
                    <a:pt x="88" y="207"/>
                  </a:lnTo>
                  <a:lnTo>
                    <a:pt x="79" y="209"/>
                  </a:lnTo>
                  <a:lnTo>
                    <a:pt x="72" y="209"/>
                  </a:lnTo>
                  <a:lnTo>
                    <a:pt x="67" y="208"/>
                  </a:lnTo>
                  <a:lnTo>
                    <a:pt x="66" y="207"/>
                  </a:lnTo>
                  <a:lnTo>
                    <a:pt x="42" y="185"/>
                  </a:lnTo>
                  <a:lnTo>
                    <a:pt x="26" y="163"/>
                  </a:lnTo>
                  <a:lnTo>
                    <a:pt x="14" y="139"/>
                  </a:lnTo>
                  <a:lnTo>
                    <a:pt x="8" y="119"/>
                  </a:lnTo>
                  <a:lnTo>
                    <a:pt x="4" y="101"/>
                  </a:lnTo>
                  <a:lnTo>
                    <a:pt x="4" y="85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0" y="6"/>
                  </a:lnTo>
                  <a:lnTo>
                    <a:pt x="6" y="32"/>
                  </a:lnTo>
                  <a:lnTo>
                    <a:pt x="13" y="50"/>
                  </a:lnTo>
                  <a:lnTo>
                    <a:pt x="19" y="63"/>
                  </a:lnTo>
                  <a:lnTo>
                    <a:pt x="26" y="70"/>
                  </a:lnTo>
                  <a:lnTo>
                    <a:pt x="31" y="73"/>
                  </a:lnTo>
                  <a:lnTo>
                    <a:pt x="35" y="76"/>
                  </a:lnTo>
                  <a:lnTo>
                    <a:pt x="36" y="76"/>
                  </a:lnTo>
                  <a:lnTo>
                    <a:pt x="36" y="85"/>
                  </a:lnTo>
                  <a:lnTo>
                    <a:pt x="42" y="88"/>
                  </a:lnTo>
                  <a:lnTo>
                    <a:pt x="52" y="89"/>
                  </a:lnTo>
                  <a:lnTo>
                    <a:pt x="62" y="89"/>
                  </a:lnTo>
                  <a:lnTo>
                    <a:pt x="70" y="89"/>
                  </a:lnTo>
                  <a:lnTo>
                    <a:pt x="72" y="89"/>
                  </a:lnTo>
                  <a:lnTo>
                    <a:pt x="88" y="86"/>
                  </a:lnTo>
                  <a:lnTo>
                    <a:pt x="98" y="80"/>
                  </a:lnTo>
                  <a:lnTo>
                    <a:pt x="107" y="70"/>
                  </a:lnTo>
                  <a:lnTo>
                    <a:pt x="112" y="57"/>
                  </a:lnTo>
                  <a:lnTo>
                    <a:pt x="115" y="44"/>
                  </a:lnTo>
                  <a:lnTo>
                    <a:pt x="116" y="31"/>
                  </a:lnTo>
                  <a:lnTo>
                    <a:pt x="116" y="19"/>
                  </a:lnTo>
                  <a:lnTo>
                    <a:pt x="116" y="9"/>
                  </a:lnTo>
                  <a:lnTo>
                    <a:pt x="116" y="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7778679" y="4174535"/>
              <a:ext cx="80240" cy="73645"/>
            </a:xfrm>
            <a:custGeom>
              <a:avLst/>
              <a:gdLst>
                <a:gd name="T0" fmla="*/ 11 w 145"/>
                <a:gd name="T1" fmla="*/ 0 h 134"/>
                <a:gd name="T2" fmla="*/ 30 w 145"/>
                <a:gd name="T3" fmla="*/ 14 h 134"/>
                <a:gd name="T4" fmla="*/ 51 w 145"/>
                <a:gd name="T5" fmla="*/ 24 h 134"/>
                <a:gd name="T6" fmla="*/ 71 w 145"/>
                <a:gd name="T7" fmla="*/ 29 h 134"/>
                <a:gd name="T8" fmla="*/ 92 w 145"/>
                <a:gd name="T9" fmla="*/ 32 h 134"/>
                <a:gd name="T10" fmla="*/ 110 w 145"/>
                <a:gd name="T11" fmla="*/ 32 h 134"/>
                <a:gd name="T12" fmla="*/ 126 w 145"/>
                <a:gd name="T13" fmla="*/ 31 h 134"/>
                <a:gd name="T14" fmla="*/ 135 w 145"/>
                <a:gd name="T15" fmla="*/ 29 h 134"/>
                <a:gd name="T16" fmla="*/ 139 w 145"/>
                <a:gd name="T17" fmla="*/ 29 h 134"/>
                <a:gd name="T18" fmla="*/ 138 w 145"/>
                <a:gd name="T19" fmla="*/ 58 h 134"/>
                <a:gd name="T20" fmla="*/ 139 w 145"/>
                <a:gd name="T21" fmla="*/ 82 h 134"/>
                <a:gd name="T22" fmla="*/ 141 w 145"/>
                <a:gd name="T23" fmla="*/ 104 h 134"/>
                <a:gd name="T24" fmla="*/ 143 w 145"/>
                <a:gd name="T25" fmla="*/ 120 h 134"/>
                <a:gd name="T26" fmla="*/ 145 w 145"/>
                <a:gd name="T27" fmla="*/ 130 h 134"/>
                <a:gd name="T28" fmla="*/ 145 w 145"/>
                <a:gd name="T29" fmla="*/ 134 h 134"/>
                <a:gd name="T30" fmla="*/ 106 w 145"/>
                <a:gd name="T31" fmla="*/ 125 h 134"/>
                <a:gd name="T32" fmla="*/ 75 w 145"/>
                <a:gd name="T33" fmla="*/ 115 h 134"/>
                <a:gd name="T34" fmla="*/ 51 w 145"/>
                <a:gd name="T35" fmla="*/ 103 h 134"/>
                <a:gd name="T36" fmla="*/ 33 w 145"/>
                <a:gd name="T37" fmla="*/ 91 h 134"/>
                <a:gd name="T38" fmla="*/ 20 w 145"/>
                <a:gd name="T39" fmla="*/ 81 h 134"/>
                <a:gd name="T40" fmla="*/ 11 w 145"/>
                <a:gd name="T41" fmla="*/ 72 h 134"/>
                <a:gd name="T42" fmla="*/ 4 w 145"/>
                <a:gd name="T43" fmla="*/ 66 h 134"/>
                <a:gd name="T44" fmla="*/ 2 w 145"/>
                <a:gd name="T45" fmla="*/ 60 h 134"/>
                <a:gd name="T46" fmla="*/ 0 w 145"/>
                <a:gd name="T47" fmla="*/ 58 h 134"/>
                <a:gd name="T48" fmla="*/ 11 w 145"/>
                <a:gd name="T4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5" h="134">
                  <a:moveTo>
                    <a:pt x="11" y="0"/>
                  </a:moveTo>
                  <a:lnTo>
                    <a:pt x="30" y="14"/>
                  </a:lnTo>
                  <a:lnTo>
                    <a:pt x="51" y="24"/>
                  </a:lnTo>
                  <a:lnTo>
                    <a:pt x="71" y="29"/>
                  </a:lnTo>
                  <a:lnTo>
                    <a:pt x="92" y="32"/>
                  </a:lnTo>
                  <a:lnTo>
                    <a:pt x="110" y="32"/>
                  </a:lnTo>
                  <a:lnTo>
                    <a:pt x="126" y="31"/>
                  </a:lnTo>
                  <a:lnTo>
                    <a:pt x="135" y="29"/>
                  </a:lnTo>
                  <a:lnTo>
                    <a:pt x="139" y="29"/>
                  </a:lnTo>
                  <a:lnTo>
                    <a:pt x="138" y="58"/>
                  </a:lnTo>
                  <a:lnTo>
                    <a:pt x="139" y="82"/>
                  </a:lnTo>
                  <a:lnTo>
                    <a:pt x="141" y="104"/>
                  </a:lnTo>
                  <a:lnTo>
                    <a:pt x="143" y="120"/>
                  </a:lnTo>
                  <a:lnTo>
                    <a:pt x="145" y="130"/>
                  </a:lnTo>
                  <a:lnTo>
                    <a:pt x="145" y="134"/>
                  </a:lnTo>
                  <a:lnTo>
                    <a:pt x="106" y="125"/>
                  </a:lnTo>
                  <a:lnTo>
                    <a:pt x="75" y="115"/>
                  </a:lnTo>
                  <a:lnTo>
                    <a:pt x="51" y="103"/>
                  </a:lnTo>
                  <a:lnTo>
                    <a:pt x="33" y="91"/>
                  </a:lnTo>
                  <a:lnTo>
                    <a:pt x="20" y="81"/>
                  </a:lnTo>
                  <a:lnTo>
                    <a:pt x="11" y="72"/>
                  </a:lnTo>
                  <a:lnTo>
                    <a:pt x="4" y="66"/>
                  </a:lnTo>
                  <a:lnTo>
                    <a:pt x="2" y="60"/>
                  </a:lnTo>
                  <a:lnTo>
                    <a:pt x="0" y="58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9169" y="1486126"/>
            <a:ext cx="5891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en-US" altLang="ko-KR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169" y="553218"/>
            <a:ext cx="5214511" cy="861774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800" dirty="0">
                <a:solidFill>
                  <a:schemeClr val="accent2"/>
                </a:solidFill>
              </a:rPr>
              <a:t>We Create Quality </a:t>
            </a:r>
            <a:endParaRPr lang="en-US" altLang="ko-KR" sz="2800" dirty="0">
              <a:solidFill>
                <a:schemeClr val="accent2"/>
              </a:solidFill>
            </a:endParaRPr>
          </a:p>
          <a:p>
            <a:r>
              <a:rPr lang="en-US" altLang="ko-KR" sz="2800" dirty="0">
                <a:solidFill>
                  <a:schemeClr val="accent2"/>
                </a:solidFill>
              </a:rPr>
              <a:t>Professional PPT Presentation</a:t>
            </a: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5669" y="5044776"/>
            <a:ext cx="382520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400" b="1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AWESOME</a:t>
            </a:r>
            <a:endParaRPr lang="en-US" altLang="ko-KR" sz="4400" b="1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45669" y="5703108"/>
            <a:ext cx="38252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3600" dirty="0">
                <a:solidFill>
                  <a:schemeClr val="bg1"/>
                </a:solidFill>
                <a:cs typeface="Arial" panose="020B0604020202020204" pitchFamily="34" charset="0"/>
              </a:rPr>
              <a:t>PRESENTATION</a:t>
            </a:r>
            <a:endParaRPr lang="ko-KR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5589241"/>
            <a:ext cx="12192000" cy="126875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5"/>
          <p:cNvSpPr/>
          <p:nvPr/>
        </p:nvSpPr>
        <p:spPr>
          <a:xfrm flipH="1">
            <a:off x="748643" y="1835012"/>
            <a:ext cx="8508720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ight Arrow 54"/>
          <p:cNvSpPr/>
          <p:nvPr/>
        </p:nvSpPr>
        <p:spPr>
          <a:xfrm flipH="1">
            <a:off x="1524796" y="2685122"/>
            <a:ext cx="7732566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ight Arrow 55"/>
          <p:cNvSpPr/>
          <p:nvPr/>
        </p:nvSpPr>
        <p:spPr>
          <a:xfrm flipH="1">
            <a:off x="2295696" y="3535232"/>
            <a:ext cx="6961666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ight Arrow 56"/>
          <p:cNvSpPr/>
          <p:nvPr/>
        </p:nvSpPr>
        <p:spPr>
          <a:xfrm flipH="1">
            <a:off x="3059393" y="4385342"/>
            <a:ext cx="6197968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" name="Group 7"/>
          <p:cNvGrpSpPr/>
          <p:nvPr/>
        </p:nvGrpSpPr>
        <p:grpSpPr>
          <a:xfrm>
            <a:off x="8033229" y="1658410"/>
            <a:ext cx="3295663" cy="3488970"/>
            <a:chOff x="5304777" y="1737360"/>
            <a:chExt cx="3295663" cy="3488970"/>
          </a:xfrm>
        </p:grpSpPr>
        <p:pic>
          <p:nvPicPr>
            <p:cNvPr id="9" name="Picture 2" descr="E:\002-KIMS BUSINESS\007-02-MaxPPT-Contents\151119-com-Computer Desk\png\노트북.pn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748174">
              <a:off x="5081275" y="2280629"/>
              <a:ext cx="3169203" cy="2722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Freeform 2"/>
            <p:cNvSpPr/>
            <p:nvPr/>
          </p:nvSpPr>
          <p:spPr>
            <a:xfrm>
              <a:off x="6344920" y="1737360"/>
              <a:ext cx="2255520" cy="2438400"/>
            </a:xfrm>
            <a:custGeom>
              <a:avLst/>
              <a:gdLst>
                <a:gd name="connsiteX0" fmla="*/ 223520 w 2255520"/>
                <a:gd name="connsiteY0" fmla="*/ 0 h 2438400"/>
                <a:gd name="connsiteX1" fmla="*/ 2255520 w 2255520"/>
                <a:gd name="connsiteY1" fmla="*/ 2052320 h 2438400"/>
                <a:gd name="connsiteX2" fmla="*/ 1696720 w 2255520"/>
                <a:gd name="connsiteY2" fmla="*/ 2438400 h 2438400"/>
                <a:gd name="connsiteX3" fmla="*/ 0 w 2255520"/>
                <a:gd name="connsiteY3" fmla="*/ 716280 h 2438400"/>
                <a:gd name="connsiteX4" fmla="*/ 223520 w 2255520"/>
                <a:gd name="connsiteY4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20" h="2438400">
                  <a:moveTo>
                    <a:pt x="223520" y="0"/>
                  </a:moveTo>
                  <a:lnTo>
                    <a:pt x="2255520" y="2052320"/>
                  </a:lnTo>
                  <a:lnTo>
                    <a:pt x="1696720" y="2438400"/>
                  </a:lnTo>
                  <a:lnTo>
                    <a:pt x="0" y="71628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chemeClr val="tx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559907" y="2068920"/>
            <a:ext cx="4969080" cy="467124"/>
            <a:chOff x="4965552" y="1811177"/>
            <a:chExt cx="3484978" cy="467124"/>
          </a:xfrm>
        </p:grpSpPr>
        <p:sp>
          <p:nvSpPr>
            <p:cNvPr id="12" name="TextBox 11"/>
            <p:cNvSpPr txBox="1"/>
            <p:nvPr/>
          </p:nvSpPr>
          <p:spPr>
            <a:xfrm>
              <a:off x="4965552" y="2001302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anose="020B0604020202020204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336442" y="2915712"/>
            <a:ext cx="4969080" cy="467124"/>
            <a:chOff x="4965552" y="1811177"/>
            <a:chExt cx="3484978" cy="467124"/>
          </a:xfrm>
        </p:grpSpPr>
        <p:sp>
          <p:nvSpPr>
            <p:cNvPr id="15" name="TextBox 14"/>
            <p:cNvSpPr txBox="1"/>
            <p:nvPr/>
          </p:nvSpPr>
          <p:spPr>
            <a:xfrm>
              <a:off x="4965552" y="2001302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anose="020B0604020202020204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117874" y="3762504"/>
            <a:ext cx="4969080" cy="467124"/>
            <a:chOff x="4965552" y="1811177"/>
            <a:chExt cx="3484978" cy="467124"/>
          </a:xfrm>
        </p:grpSpPr>
        <p:sp>
          <p:nvSpPr>
            <p:cNvPr id="18" name="TextBox 17"/>
            <p:cNvSpPr txBox="1"/>
            <p:nvPr/>
          </p:nvSpPr>
          <p:spPr>
            <a:xfrm>
              <a:off x="4965552" y="2001302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anose="020B0604020202020204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873571" y="4618821"/>
            <a:ext cx="4969080" cy="467124"/>
            <a:chOff x="4965552" y="1811177"/>
            <a:chExt cx="3484978" cy="467124"/>
          </a:xfrm>
        </p:grpSpPr>
        <p:sp>
          <p:nvSpPr>
            <p:cNvPr id="21" name="TextBox 20"/>
            <p:cNvSpPr txBox="1"/>
            <p:nvPr/>
          </p:nvSpPr>
          <p:spPr>
            <a:xfrm>
              <a:off x="4965552" y="2001302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HY견명조" pitchFamily="18" charset="-127"/>
                  <a:cs typeface="Arial" panose="020B0604020202020204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65552" y="1811177"/>
              <a:ext cx="34849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Contents Title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54580" y="5873894"/>
            <a:ext cx="10482842" cy="699453"/>
            <a:chOff x="-780300" y="1563935"/>
            <a:chExt cx="8467032" cy="706448"/>
          </a:xfrm>
        </p:grpSpPr>
        <p:sp>
          <p:nvSpPr>
            <p:cNvPr id="24" name="TextBox 23"/>
            <p:cNvSpPr txBox="1"/>
            <p:nvPr/>
          </p:nvSpPr>
          <p:spPr>
            <a:xfrm>
              <a:off x="-780298" y="1804101"/>
              <a:ext cx="8467027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-780300" y="1563935"/>
              <a:ext cx="8467032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Add Contents Title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6" name="Rounded Rectangle 27"/>
          <p:cNvSpPr/>
          <p:nvPr/>
        </p:nvSpPr>
        <p:spPr>
          <a:xfrm>
            <a:off x="1945070" y="2998110"/>
            <a:ext cx="350627" cy="26932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7" name="Rounded Rectangle 7"/>
          <p:cNvSpPr/>
          <p:nvPr/>
        </p:nvSpPr>
        <p:spPr>
          <a:xfrm>
            <a:off x="1138200" y="2101907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8" name="Rectangle 16"/>
          <p:cNvSpPr/>
          <p:nvPr/>
        </p:nvSpPr>
        <p:spPr>
          <a:xfrm rot="2700000">
            <a:off x="3535283" y="4646524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Rectangle 9"/>
          <p:cNvSpPr/>
          <p:nvPr/>
        </p:nvSpPr>
        <p:spPr>
          <a:xfrm>
            <a:off x="2720247" y="3834336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2820527" y="-1846226"/>
            <a:ext cx="6595468" cy="10304980"/>
            <a:chOff x="2684326" y="1335958"/>
            <a:chExt cx="6131677" cy="7857277"/>
          </a:xfrm>
          <a:solidFill>
            <a:schemeClr val="bg1">
              <a:lumMod val="75000"/>
            </a:schemeClr>
          </a:solidFill>
        </p:grpSpPr>
        <p:sp>
          <p:nvSpPr>
            <p:cNvPr id="4" name="Rectangle 3"/>
            <p:cNvSpPr/>
            <p:nvPr/>
          </p:nvSpPr>
          <p:spPr>
            <a:xfrm>
              <a:off x="5029736" y="1335958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"/>
            <p:cNvSpPr/>
            <p:nvPr/>
          </p:nvSpPr>
          <p:spPr>
            <a:xfrm rot="16200000">
              <a:off x="4399736" y="1971474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769736" y="2601474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6"/>
            <p:cNvSpPr/>
            <p:nvPr/>
          </p:nvSpPr>
          <p:spPr>
            <a:xfrm rot="16200000">
              <a:off x="4759735" y="2871990"/>
              <a:ext cx="180000" cy="21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46906" y="3892180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Rectangle 8"/>
            <p:cNvSpPr/>
            <p:nvPr/>
          </p:nvSpPr>
          <p:spPr>
            <a:xfrm rot="16200000">
              <a:off x="5116907" y="4530659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9103" y="5183776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10"/>
            <p:cNvSpPr/>
            <p:nvPr/>
          </p:nvSpPr>
          <p:spPr>
            <a:xfrm rot="16200000">
              <a:off x="5476906" y="5453777"/>
              <a:ext cx="180000" cy="21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63397" y="6463630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Rectangle 12"/>
            <p:cNvSpPr/>
            <p:nvPr/>
          </p:nvSpPr>
          <p:spPr>
            <a:xfrm rot="16200000">
              <a:off x="5833398" y="7100116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206227" y="7753232"/>
              <a:ext cx="180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" name="Rectangle 14"/>
            <p:cNvSpPr/>
            <p:nvPr/>
          </p:nvSpPr>
          <p:spPr>
            <a:xfrm rot="16200000">
              <a:off x="6919700" y="7296932"/>
              <a:ext cx="180000" cy="36126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6" name="Rectangle 15"/>
            <p:cNvSpPr/>
            <p:nvPr/>
          </p:nvSpPr>
          <p:spPr>
            <a:xfrm rot="16200000">
              <a:off x="3849907" y="170379"/>
              <a:ext cx="180000" cy="25111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3049442" y="4233736"/>
            <a:ext cx="108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Rectangle 17"/>
          <p:cNvSpPr/>
          <p:nvPr/>
        </p:nvSpPr>
        <p:spPr>
          <a:xfrm>
            <a:off x="1365641" y="4234947"/>
            <a:ext cx="1080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Rectangle 18"/>
          <p:cNvSpPr/>
          <p:nvPr/>
        </p:nvSpPr>
        <p:spPr>
          <a:xfrm>
            <a:off x="6417044" y="3450437"/>
            <a:ext cx="1080000" cy="90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Rectangle 19"/>
          <p:cNvSpPr/>
          <p:nvPr/>
        </p:nvSpPr>
        <p:spPr>
          <a:xfrm>
            <a:off x="4733243" y="3450437"/>
            <a:ext cx="1080000" cy="9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 20"/>
          <p:cNvSpPr/>
          <p:nvPr/>
        </p:nvSpPr>
        <p:spPr>
          <a:xfrm>
            <a:off x="9784646" y="2682569"/>
            <a:ext cx="1080000" cy="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2" name="Rectangle 21"/>
          <p:cNvSpPr/>
          <p:nvPr/>
        </p:nvSpPr>
        <p:spPr>
          <a:xfrm>
            <a:off x="8100845" y="2682569"/>
            <a:ext cx="1080000" cy="90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Rectangle 22"/>
          <p:cNvSpPr/>
          <p:nvPr/>
        </p:nvSpPr>
        <p:spPr>
          <a:xfrm>
            <a:off x="1375887" y="3267238"/>
            <a:ext cx="540000" cy="54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Rectangle 23"/>
          <p:cNvSpPr/>
          <p:nvPr/>
        </p:nvSpPr>
        <p:spPr>
          <a:xfrm>
            <a:off x="3590305" y="5567335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Rectangle 24"/>
          <p:cNvSpPr/>
          <p:nvPr/>
        </p:nvSpPr>
        <p:spPr>
          <a:xfrm>
            <a:off x="4721666" y="2440659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6" name="Rectangle 25"/>
          <p:cNvSpPr/>
          <p:nvPr/>
        </p:nvSpPr>
        <p:spPr>
          <a:xfrm>
            <a:off x="8636082" y="1699037"/>
            <a:ext cx="540000" cy="5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Rectangle 26"/>
          <p:cNvSpPr/>
          <p:nvPr/>
        </p:nvSpPr>
        <p:spPr>
          <a:xfrm>
            <a:off x="10078052" y="4066960"/>
            <a:ext cx="540000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8" name="Rectangle 27"/>
          <p:cNvSpPr/>
          <p:nvPr/>
        </p:nvSpPr>
        <p:spPr>
          <a:xfrm>
            <a:off x="6946706" y="4919865"/>
            <a:ext cx="54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TextBox 28"/>
          <p:cNvSpPr txBox="1"/>
          <p:nvPr/>
        </p:nvSpPr>
        <p:spPr>
          <a:xfrm>
            <a:off x="1441586" y="3306408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6004" y="5606504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12405" y="4959034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143752" y="4106129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87366" y="2479829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01781" y="1738206"/>
            <a:ext cx="40860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5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013819" y="2919940"/>
            <a:ext cx="1888591" cy="904116"/>
            <a:chOff x="395535" y="3737445"/>
            <a:chExt cx="1519240" cy="904116"/>
          </a:xfrm>
        </p:grpSpPr>
        <p:sp>
          <p:nvSpPr>
            <p:cNvPr id="36" name="TextBox 35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54305" y="2140847"/>
            <a:ext cx="1888591" cy="904116"/>
            <a:chOff x="395535" y="3737445"/>
            <a:chExt cx="1519240" cy="904116"/>
          </a:xfrm>
        </p:grpSpPr>
        <p:sp>
          <p:nvSpPr>
            <p:cNvPr id="39" name="TextBox 38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9263850" y="1427632"/>
            <a:ext cx="1810971" cy="904116"/>
            <a:chOff x="395535" y="3737445"/>
            <a:chExt cx="1519240" cy="904116"/>
          </a:xfrm>
        </p:grpSpPr>
        <p:sp>
          <p:nvSpPr>
            <p:cNvPr id="42" name="TextBox 41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224051" y="5473037"/>
            <a:ext cx="1888591" cy="904116"/>
            <a:chOff x="395535" y="3737445"/>
            <a:chExt cx="1519240" cy="904116"/>
          </a:xfrm>
        </p:grpSpPr>
        <p:sp>
          <p:nvSpPr>
            <p:cNvPr id="45" name="TextBox 44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580450" y="4864713"/>
            <a:ext cx="1888591" cy="904116"/>
            <a:chOff x="395535" y="3737445"/>
            <a:chExt cx="1519240" cy="904116"/>
          </a:xfrm>
        </p:grpSpPr>
        <p:sp>
          <p:nvSpPr>
            <p:cNvPr id="48" name="TextBox 47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547336" y="4690054"/>
            <a:ext cx="1888591" cy="904116"/>
            <a:chOff x="395535" y="3737445"/>
            <a:chExt cx="1519240" cy="904116"/>
          </a:xfrm>
        </p:grpSpPr>
        <p:sp>
          <p:nvSpPr>
            <p:cNvPr id="51" name="TextBox 50"/>
            <p:cNvSpPr txBox="1"/>
            <p:nvPr/>
          </p:nvSpPr>
          <p:spPr>
            <a:xfrm>
              <a:off x="395535" y="3737445"/>
              <a:ext cx="151923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5537" y="3995230"/>
              <a:ext cx="151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3" name="Rectangle 16"/>
          <p:cNvSpPr/>
          <p:nvPr/>
        </p:nvSpPr>
        <p:spPr>
          <a:xfrm rot="2700000">
            <a:off x="3457344" y="4435040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4" name="Rectangle 9"/>
          <p:cNvSpPr/>
          <p:nvPr/>
        </p:nvSpPr>
        <p:spPr>
          <a:xfrm>
            <a:off x="1751156" y="4528011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Rectangle 9"/>
          <p:cNvSpPr/>
          <p:nvPr/>
        </p:nvSpPr>
        <p:spPr>
          <a:xfrm>
            <a:off x="10132384" y="2947722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Rectangle 36"/>
          <p:cNvSpPr/>
          <p:nvPr/>
        </p:nvSpPr>
        <p:spPr>
          <a:xfrm>
            <a:off x="5065878" y="3728740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ound Same Side Corner Rectangle 36"/>
          <p:cNvSpPr>
            <a:spLocks noChangeAspect="1"/>
          </p:cNvSpPr>
          <p:nvPr/>
        </p:nvSpPr>
        <p:spPr>
          <a:xfrm>
            <a:off x="8443505" y="2972149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8" name="Oval 21"/>
          <p:cNvSpPr>
            <a:spLocks noChangeAspect="1"/>
          </p:cNvSpPr>
          <p:nvPr/>
        </p:nvSpPr>
        <p:spPr>
          <a:xfrm>
            <a:off x="6752971" y="3709838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7" name="Chevron 2"/>
          <p:cNvSpPr/>
          <p:nvPr/>
        </p:nvSpPr>
        <p:spPr>
          <a:xfrm rot="5400000">
            <a:off x="802919" y="2349618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" name="Chevron 2"/>
          <p:cNvSpPr/>
          <p:nvPr/>
        </p:nvSpPr>
        <p:spPr>
          <a:xfrm rot="5400000">
            <a:off x="802919" y="2947952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" name="Chevron 2"/>
          <p:cNvSpPr/>
          <p:nvPr/>
        </p:nvSpPr>
        <p:spPr>
          <a:xfrm rot="5400000">
            <a:off x="802919" y="3546286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" name="Chevron 2"/>
          <p:cNvSpPr/>
          <p:nvPr/>
        </p:nvSpPr>
        <p:spPr>
          <a:xfrm rot="5400000">
            <a:off x="802919" y="4144618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7168" y="2383400"/>
            <a:ext cx="47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7168" y="2981734"/>
            <a:ext cx="47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7168" y="3580068"/>
            <a:ext cx="47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7168" y="4178401"/>
            <a:ext cx="47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5" name="Oval 11"/>
          <p:cNvSpPr/>
          <p:nvPr/>
        </p:nvSpPr>
        <p:spPr>
          <a:xfrm>
            <a:off x="1583499" y="5329477"/>
            <a:ext cx="633828" cy="633828"/>
          </a:xfrm>
          <a:prstGeom prst="rect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Oval 12"/>
          <p:cNvSpPr/>
          <p:nvPr/>
        </p:nvSpPr>
        <p:spPr>
          <a:xfrm>
            <a:off x="3725739" y="5329477"/>
            <a:ext cx="633828" cy="633828"/>
          </a:xfrm>
          <a:prstGeom prst="rect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Oval 13"/>
          <p:cNvSpPr/>
          <p:nvPr/>
        </p:nvSpPr>
        <p:spPr>
          <a:xfrm>
            <a:off x="5867980" y="5329477"/>
            <a:ext cx="633828" cy="633828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Oval 14"/>
          <p:cNvSpPr/>
          <p:nvPr/>
        </p:nvSpPr>
        <p:spPr>
          <a:xfrm>
            <a:off x="8053347" y="5329477"/>
            <a:ext cx="633828" cy="633828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Oval 15"/>
          <p:cNvSpPr/>
          <p:nvPr/>
        </p:nvSpPr>
        <p:spPr>
          <a:xfrm>
            <a:off x="10195587" y="5329477"/>
            <a:ext cx="633828" cy="633828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TextBox 19"/>
          <p:cNvSpPr txBox="1"/>
          <p:nvPr/>
        </p:nvSpPr>
        <p:spPr>
          <a:xfrm>
            <a:off x="1173253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13724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97321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37792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78261" y="6142333"/>
            <a:ext cx="145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Content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Rectangle 16"/>
          <p:cNvSpPr/>
          <p:nvPr/>
        </p:nvSpPr>
        <p:spPr>
          <a:xfrm rot="2700000">
            <a:off x="3918770" y="5417813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ectangle 9"/>
          <p:cNvSpPr/>
          <p:nvPr/>
        </p:nvSpPr>
        <p:spPr>
          <a:xfrm>
            <a:off x="1751156" y="5481840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ectangle 36"/>
          <p:cNvSpPr/>
          <p:nvPr/>
        </p:nvSpPr>
        <p:spPr>
          <a:xfrm>
            <a:off x="6004634" y="5481840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 Same Side Corner Rectangle 36"/>
          <p:cNvSpPr>
            <a:spLocks noChangeAspect="1"/>
          </p:cNvSpPr>
          <p:nvPr/>
        </p:nvSpPr>
        <p:spPr>
          <a:xfrm>
            <a:off x="10314501" y="5494238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Oval 21"/>
          <p:cNvSpPr>
            <a:spLocks noChangeAspect="1"/>
          </p:cNvSpPr>
          <p:nvPr/>
        </p:nvSpPr>
        <p:spPr>
          <a:xfrm>
            <a:off x="8159974" y="5475178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idx="15"/>
          </p:nvPr>
        </p:nvSpPr>
        <p:spPr/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91513" y="1816573"/>
            <a:ext cx="2376264" cy="42925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0119" y="1816572"/>
            <a:ext cx="2376264" cy="118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78777" y="1816572"/>
            <a:ext cx="2376264" cy="2376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66314" y="4516415"/>
            <a:ext cx="2376264" cy="15926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70119" y="3292572"/>
            <a:ext cx="2376264" cy="281652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152923" y="2398627"/>
            <a:ext cx="747760" cy="4846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845990" y="2398627"/>
            <a:ext cx="747760" cy="4846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5617301" y="5390672"/>
            <a:ext cx="747760" cy="48463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 rot="10800000">
            <a:off x="2946399" y="5390673"/>
            <a:ext cx="747760" cy="48463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1777" y="1805939"/>
            <a:ext cx="2376000" cy="4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70383" y="1805939"/>
            <a:ext cx="237600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79041" y="1796905"/>
            <a:ext cx="2376000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6578" y="4516413"/>
            <a:ext cx="2376000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70119" y="3283868"/>
            <a:ext cx="2376000" cy="4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518" y="1793618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9372" y="1797009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5125" y="1789767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77211" y="4504113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74370" y="3273237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3266" y="1885039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65334" y="2397247"/>
            <a:ext cx="18286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  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3940" y="2323911"/>
            <a:ext cx="182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43940" y="3844779"/>
            <a:ext cx="18286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52730" y="2397247"/>
            <a:ext cx="18286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97662" y="5112539"/>
            <a:ext cx="182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9895" y="1874406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25648" y="1863773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29895" y="3361369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25648" y="4596444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 5"/>
          <p:cNvSpPr/>
          <p:nvPr/>
        </p:nvSpPr>
        <p:spPr>
          <a:xfrm>
            <a:off x="8927537" y="1805940"/>
            <a:ext cx="2376264" cy="430468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5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Rectangle 14"/>
          <p:cNvSpPr/>
          <p:nvPr/>
        </p:nvSpPr>
        <p:spPr>
          <a:xfrm>
            <a:off x="8927801" y="1811737"/>
            <a:ext cx="2376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38434" y="1796906"/>
            <a:ext cx="67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86871" y="1889238"/>
            <a:ext cx="1634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anose="020B0604020202020204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01358" y="2397247"/>
            <a:ext cx="18286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  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7" name="Right Arrow 8"/>
          <p:cNvSpPr/>
          <p:nvPr/>
        </p:nvSpPr>
        <p:spPr>
          <a:xfrm>
            <a:off x="8539058" y="2402205"/>
            <a:ext cx="747760" cy="4846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8" name="Right Arrow 15"/>
          <p:cNvSpPr/>
          <p:nvPr/>
        </p:nvSpPr>
        <p:spPr>
          <a:xfrm flipH="1">
            <a:off x="8314706" y="5390673"/>
            <a:ext cx="747760" cy="48463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181165" y="1801421"/>
            <a:ext cx="1685515" cy="4334795"/>
            <a:chOff x="3736544" y="1720397"/>
            <a:chExt cx="1579250" cy="4061504"/>
          </a:xfrm>
        </p:grpSpPr>
        <p:grpSp>
          <p:nvGrpSpPr>
            <p:cNvPr id="4" name="Group 3"/>
            <p:cNvGrpSpPr/>
            <p:nvPr/>
          </p:nvGrpSpPr>
          <p:grpSpPr>
            <a:xfrm>
              <a:off x="3736544" y="2724048"/>
              <a:ext cx="1579250" cy="1050552"/>
              <a:chOff x="3040927" y="2691643"/>
              <a:chExt cx="2345158" cy="1560051"/>
            </a:xfrm>
          </p:grpSpPr>
          <p:sp>
            <p:nvSpPr>
              <p:cNvPr id="20" name="Flowchart: Decision 19"/>
              <p:cNvSpPr/>
              <p:nvPr/>
            </p:nvSpPr>
            <p:spPr>
              <a:xfrm rot="2011191">
                <a:off x="3040927" y="2708397"/>
                <a:ext cx="1228464" cy="823071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Flowchart: Decision 20"/>
              <p:cNvSpPr/>
              <p:nvPr/>
            </p:nvSpPr>
            <p:spPr>
              <a:xfrm rot="2011191">
                <a:off x="3351518" y="3428623"/>
                <a:ext cx="1228464" cy="823071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2" name="Flowchart: Decision 21"/>
              <p:cNvSpPr/>
              <p:nvPr/>
            </p:nvSpPr>
            <p:spPr>
              <a:xfrm rot="2011191">
                <a:off x="3831275" y="2691643"/>
                <a:ext cx="1228464" cy="823071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" name="Flowchart: Decision 22"/>
              <p:cNvSpPr/>
              <p:nvPr/>
            </p:nvSpPr>
            <p:spPr>
              <a:xfrm rot="2011191">
                <a:off x="4157621" y="3417440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 flipH="1">
              <a:off x="3736544" y="1720397"/>
              <a:ext cx="1564483" cy="1043162"/>
              <a:chOff x="4572358" y="1979116"/>
              <a:chExt cx="2323229" cy="1549077"/>
            </a:xfrm>
          </p:grpSpPr>
          <p:sp>
            <p:nvSpPr>
              <p:cNvPr id="16" name="Flowchart: Decision 15"/>
              <p:cNvSpPr/>
              <p:nvPr/>
            </p:nvSpPr>
            <p:spPr>
              <a:xfrm rot="2011191">
                <a:off x="4572358" y="1984896"/>
                <a:ext cx="1228464" cy="823071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Flowchart: Decision 16"/>
              <p:cNvSpPr/>
              <p:nvPr/>
            </p:nvSpPr>
            <p:spPr>
              <a:xfrm rot="2011191">
                <a:off x="4875117" y="2705122"/>
                <a:ext cx="1228464" cy="823071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8" name="Flowchart: Decision 17"/>
              <p:cNvSpPr/>
              <p:nvPr/>
            </p:nvSpPr>
            <p:spPr>
              <a:xfrm rot="2011191">
                <a:off x="5359815" y="1979116"/>
                <a:ext cx="1228464" cy="823071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Flowchart: Decision 18"/>
              <p:cNvSpPr/>
              <p:nvPr/>
            </p:nvSpPr>
            <p:spPr>
              <a:xfrm rot="2011191">
                <a:off x="5667123" y="2705120"/>
                <a:ext cx="1228464" cy="823071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 flipH="1">
              <a:off x="3736544" y="3735089"/>
              <a:ext cx="1564483" cy="1043162"/>
              <a:chOff x="4572358" y="1979116"/>
              <a:chExt cx="2323229" cy="1549077"/>
            </a:xfrm>
          </p:grpSpPr>
          <p:sp>
            <p:nvSpPr>
              <p:cNvPr id="12" name="Flowchart: Decision 11"/>
              <p:cNvSpPr/>
              <p:nvPr/>
            </p:nvSpPr>
            <p:spPr>
              <a:xfrm rot="2011191">
                <a:off x="4572358" y="1984896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Flowchart: Decision 12"/>
              <p:cNvSpPr/>
              <p:nvPr/>
            </p:nvSpPr>
            <p:spPr>
              <a:xfrm rot="2011191">
                <a:off x="4875117" y="2705122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Flowchart: Decision 13"/>
              <p:cNvSpPr/>
              <p:nvPr/>
            </p:nvSpPr>
            <p:spPr>
              <a:xfrm rot="2011191">
                <a:off x="5359815" y="1979116"/>
                <a:ext cx="1228464" cy="823071"/>
              </a:xfrm>
              <a:prstGeom prst="flowChartDecisi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5" name="Flowchart: Decision 14"/>
              <p:cNvSpPr/>
              <p:nvPr/>
            </p:nvSpPr>
            <p:spPr>
              <a:xfrm rot="2011191">
                <a:off x="5667123" y="2705120"/>
                <a:ext cx="1228464" cy="823071"/>
              </a:xfrm>
              <a:prstGeom prst="flowChartDecisi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736544" y="4738739"/>
              <a:ext cx="1564483" cy="1043162"/>
              <a:chOff x="4572358" y="1979116"/>
              <a:chExt cx="2323229" cy="1549077"/>
            </a:xfrm>
          </p:grpSpPr>
          <p:sp>
            <p:nvSpPr>
              <p:cNvPr id="8" name="Flowchart: Decision 7"/>
              <p:cNvSpPr/>
              <p:nvPr/>
            </p:nvSpPr>
            <p:spPr>
              <a:xfrm rot="2011191">
                <a:off x="4572358" y="1984896"/>
                <a:ext cx="1228464" cy="823071"/>
              </a:xfrm>
              <a:prstGeom prst="flowChartDecision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" name="Flowchart: Decision 8"/>
              <p:cNvSpPr/>
              <p:nvPr/>
            </p:nvSpPr>
            <p:spPr>
              <a:xfrm rot="2011191">
                <a:off x="4875117" y="2705122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" name="Flowchart: Decision 9"/>
              <p:cNvSpPr/>
              <p:nvPr/>
            </p:nvSpPr>
            <p:spPr>
              <a:xfrm rot="2011191">
                <a:off x="5359815" y="1979116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" name="Flowchart: Decision 10"/>
              <p:cNvSpPr/>
              <p:nvPr/>
            </p:nvSpPr>
            <p:spPr>
              <a:xfrm rot="2011191">
                <a:off x="5667123" y="2705120"/>
                <a:ext cx="1228464" cy="823071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7185104" y="1925760"/>
            <a:ext cx="4121771" cy="923330"/>
            <a:chOff x="3017859" y="4283314"/>
            <a:chExt cx="1886852" cy="923330"/>
          </a:xfrm>
        </p:grpSpPr>
        <p:sp>
          <p:nvSpPr>
            <p:cNvPr id="25" name="TextBox 24"/>
            <p:cNvSpPr txBox="1"/>
            <p:nvPr/>
          </p:nvSpPr>
          <p:spPr>
            <a:xfrm>
              <a:off x="3017859" y="4560313"/>
              <a:ext cx="1886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63838" y="4086000"/>
            <a:ext cx="4121771" cy="923330"/>
            <a:chOff x="3017859" y="4283314"/>
            <a:chExt cx="1886852" cy="923330"/>
          </a:xfrm>
        </p:grpSpPr>
        <p:sp>
          <p:nvSpPr>
            <p:cNvPr id="28" name="TextBox 27"/>
            <p:cNvSpPr txBox="1"/>
            <p:nvPr/>
          </p:nvSpPr>
          <p:spPr>
            <a:xfrm>
              <a:off x="3017859" y="4560313"/>
              <a:ext cx="1886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21735" y="3005880"/>
            <a:ext cx="4175329" cy="923330"/>
            <a:chOff x="3017859" y="4283314"/>
            <a:chExt cx="1890849" cy="923330"/>
          </a:xfrm>
        </p:grpSpPr>
        <p:sp>
          <p:nvSpPr>
            <p:cNvPr id="31" name="TextBox 30"/>
            <p:cNvSpPr txBox="1"/>
            <p:nvPr/>
          </p:nvSpPr>
          <p:spPr>
            <a:xfrm>
              <a:off x="3021856" y="4560313"/>
              <a:ext cx="1886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53634" y="5166120"/>
            <a:ext cx="4175329" cy="923330"/>
            <a:chOff x="3017859" y="4283314"/>
            <a:chExt cx="1890849" cy="923330"/>
          </a:xfrm>
        </p:grpSpPr>
        <p:sp>
          <p:nvSpPr>
            <p:cNvPr id="34" name="TextBox 33"/>
            <p:cNvSpPr txBox="1"/>
            <p:nvPr/>
          </p:nvSpPr>
          <p:spPr>
            <a:xfrm>
              <a:off x="3021856" y="4560313"/>
              <a:ext cx="1886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 . Easy to change colors, photos and Text.   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cs typeface="Arial" panose="020B0604020202020204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6" name="Donut 8"/>
          <p:cNvSpPr/>
          <p:nvPr/>
        </p:nvSpPr>
        <p:spPr>
          <a:xfrm>
            <a:off x="4377964" y="4247456"/>
            <a:ext cx="433022" cy="517600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Donut 24"/>
          <p:cNvSpPr/>
          <p:nvPr/>
        </p:nvSpPr>
        <p:spPr>
          <a:xfrm>
            <a:off x="4344121" y="2097200"/>
            <a:ext cx="501263" cy="505343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Block Arc 25"/>
          <p:cNvSpPr>
            <a:spLocks noChangeAspect="1"/>
          </p:cNvSpPr>
          <p:nvPr/>
        </p:nvSpPr>
        <p:spPr>
          <a:xfrm>
            <a:off x="7269913" y="3069056"/>
            <a:ext cx="359923" cy="51998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자유형 151"/>
          <p:cNvSpPr/>
          <p:nvPr/>
        </p:nvSpPr>
        <p:spPr>
          <a:xfrm>
            <a:off x="7161707" y="5282154"/>
            <a:ext cx="468128" cy="491333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7249" y="449176"/>
            <a:ext cx="6985096" cy="123110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+mj-lt"/>
              </a:rPr>
              <a:t>We Create Quality </a:t>
            </a:r>
            <a:endParaRPr lang="en-US" altLang="ko-KR" sz="4000" dirty="0">
              <a:solidFill>
                <a:schemeClr val="bg1"/>
              </a:solidFill>
              <a:latin typeface="+mj-lt"/>
            </a:endParaRPr>
          </a:p>
          <a:p>
            <a:r>
              <a:rPr lang="en-US" altLang="ko-KR" sz="4000" dirty="0">
                <a:solidFill>
                  <a:schemeClr val="accent1"/>
                </a:solidFill>
                <a:latin typeface="+mj-lt"/>
              </a:rPr>
              <a:t>Professional PPT</a:t>
            </a:r>
            <a:r>
              <a:rPr lang="en-US" altLang="ko-KR" sz="4000" dirty="0">
                <a:solidFill>
                  <a:schemeClr val="bg1"/>
                </a:solidFill>
                <a:latin typeface="+mj-lt"/>
              </a:rPr>
              <a:t> Presentation</a:t>
            </a:r>
            <a:endParaRPr lang="ko-KR" alt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Freeform: Shape 3"/>
          <p:cNvSpPr/>
          <p:nvPr/>
        </p:nvSpPr>
        <p:spPr>
          <a:xfrm>
            <a:off x="8296523" y="4268866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96523" y="4806273"/>
            <a:ext cx="2927477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We Create Quality 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Professional PPT Presentation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6" name="직사각형 1"/>
          <p:cNvSpPr/>
          <p:nvPr/>
        </p:nvSpPr>
        <p:spPr>
          <a:xfrm>
            <a:off x="7362324" y="2318379"/>
            <a:ext cx="3566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Get a modern PowerPoint  Presentation that is beautifully designed. Easy to change colors, photos and Text. I hope and I believe that this Template will your Time, Money and Reputation. Easy to change colors, photos and Text.    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Freeform: Shape 6"/>
          <p:cNvSpPr/>
          <p:nvPr/>
        </p:nvSpPr>
        <p:spPr>
          <a:xfrm rot="10800000">
            <a:off x="10503406" y="5825500"/>
            <a:ext cx="425726" cy="393733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11987" y="1657878"/>
            <a:ext cx="5158677" cy="3027467"/>
            <a:chOff x="2687161" y="3731096"/>
            <a:chExt cx="5158677" cy="3027467"/>
          </a:xfrm>
        </p:grpSpPr>
        <p:sp>
          <p:nvSpPr>
            <p:cNvPr id="4" name="Freeform: Shape 3"/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/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/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/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/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/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/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/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/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/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/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/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/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/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/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/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/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/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/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/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/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/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/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/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/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/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/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/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/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/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/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/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/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/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/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/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/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/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/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/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/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/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/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/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no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/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/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/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/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/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/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/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/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/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/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/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/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/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/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/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/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/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/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/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16" name="Elbow Connector 39"/>
          <p:cNvCxnSpPr>
            <a:endCxn id="144" idx="3"/>
          </p:cNvCxnSpPr>
          <p:nvPr/>
        </p:nvCxnSpPr>
        <p:spPr>
          <a:xfrm rot="10800000">
            <a:off x="3085726" y="2410042"/>
            <a:ext cx="1284285" cy="286476"/>
          </a:xfrm>
          <a:prstGeom prst="bentConnector3">
            <a:avLst>
              <a:gd name="adj1" fmla="val 69854"/>
            </a:avLst>
          </a:prstGeom>
          <a:ln w="19050">
            <a:solidFill>
              <a:schemeClr val="accent2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54"/>
          <p:cNvCxnSpPr>
            <a:endCxn id="147" idx="3"/>
          </p:cNvCxnSpPr>
          <p:nvPr/>
        </p:nvCxnSpPr>
        <p:spPr>
          <a:xfrm rot="10800000" flipV="1">
            <a:off x="3085726" y="3735957"/>
            <a:ext cx="2104203" cy="34725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58"/>
          <p:cNvCxnSpPr/>
          <p:nvPr/>
        </p:nvCxnSpPr>
        <p:spPr>
          <a:xfrm>
            <a:off x="6276711" y="3499228"/>
            <a:ext cx="2668377" cy="572884"/>
          </a:xfrm>
          <a:prstGeom prst="bentConnector3">
            <a:avLst>
              <a:gd name="adj1" fmla="val 76031"/>
            </a:avLst>
          </a:prstGeom>
          <a:ln w="19050">
            <a:solidFill>
              <a:schemeClr val="accent3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62"/>
          <p:cNvCxnSpPr/>
          <p:nvPr/>
        </p:nvCxnSpPr>
        <p:spPr>
          <a:xfrm flipV="1">
            <a:off x="7365119" y="2217543"/>
            <a:ext cx="1594439" cy="24008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12828" y="4723384"/>
            <a:ext cx="2700000" cy="15841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3406743" y="4723384"/>
            <a:ext cx="2700000" cy="1584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6100658" y="4723384"/>
            <a:ext cx="2700000" cy="15841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8794574" y="4723384"/>
            <a:ext cx="2700000" cy="15841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906749" y="4769599"/>
            <a:ext cx="2312159" cy="1461838"/>
            <a:chOff x="611560" y="4786266"/>
            <a:chExt cx="1851930" cy="1461838"/>
          </a:xfrm>
        </p:grpSpPr>
        <p:sp>
          <p:nvSpPr>
            <p:cNvPr id="125" name="TextBox 124"/>
            <p:cNvSpPr txBox="1"/>
            <p:nvPr/>
          </p:nvSpPr>
          <p:spPr>
            <a:xfrm>
              <a:off x="611560" y="4786266"/>
              <a:ext cx="18519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45</a:t>
              </a:r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%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11560" y="5417107"/>
              <a:ext cx="18519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 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3600664" y="4769599"/>
            <a:ext cx="2312159" cy="1461838"/>
            <a:chOff x="611560" y="4786266"/>
            <a:chExt cx="1851930" cy="1461838"/>
          </a:xfrm>
        </p:grpSpPr>
        <p:sp>
          <p:nvSpPr>
            <p:cNvPr id="128" name="TextBox 127"/>
            <p:cNvSpPr txBox="1"/>
            <p:nvPr/>
          </p:nvSpPr>
          <p:spPr>
            <a:xfrm>
              <a:off x="611560" y="4786266"/>
              <a:ext cx="18519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54</a:t>
              </a:r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%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11560" y="5417107"/>
              <a:ext cx="18519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6294579" y="4769599"/>
            <a:ext cx="2312159" cy="1461838"/>
            <a:chOff x="611560" y="4786266"/>
            <a:chExt cx="1851930" cy="1461838"/>
          </a:xfrm>
        </p:grpSpPr>
        <p:sp>
          <p:nvSpPr>
            <p:cNvPr id="131" name="TextBox 130"/>
            <p:cNvSpPr txBox="1"/>
            <p:nvPr/>
          </p:nvSpPr>
          <p:spPr>
            <a:xfrm>
              <a:off x="611560" y="4786266"/>
              <a:ext cx="18519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66</a:t>
              </a:r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%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11560" y="5417107"/>
              <a:ext cx="18519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 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8988495" y="4769599"/>
            <a:ext cx="2312159" cy="1461838"/>
            <a:chOff x="611560" y="4786266"/>
            <a:chExt cx="1851930" cy="1461838"/>
          </a:xfrm>
        </p:grpSpPr>
        <p:sp>
          <p:nvSpPr>
            <p:cNvPr id="134" name="TextBox 133"/>
            <p:cNvSpPr txBox="1"/>
            <p:nvPr/>
          </p:nvSpPr>
          <p:spPr>
            <a:xfrm>
              <a:off x="611560" y="4786266"/>
              <a:ext cx="18519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96</a:t>
              </a:r>
              <a:r>
                <a:rPr lang="en-US" altLang="ko-KR" sz="2800" b="1" dirty="0">
                  <a:solidFill>
                    <a:schemeClr val="bg1"/>
                  </a:solidFill>
                  <a:cs typeface="Arial" panose="020B0604020202020204" pitchFamily="34" charset="0"/>
                </a:rPr>
                <a:t>%</a:t>
              </a:r>
              <a:endParaRPr lang="ko-KR" altLang="en-US" sz="28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11560" y="5417107"/>
              <a:ext cx="18519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 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6" name="Group 48"/>
          <p:cNvGrpSpPr/>
          <p:nvPr/>
        </p:nvGrpSpPr>
        <p:grpSpPr>
          <a:xfrm>
            <a:off x="9139594" y="1770904"/>
            <a:ext cx="2340000" cy="962303"/>
            <a:chOff x="302738" y="4473675"/>
            <a:chExt cx="1802225" cy="962303"/>
          </a:xfrm>
        </p:grpSpPr>
        <p:sp>
          <p:nvSpPr>
            <p:cNvPr id="137" name="TextBox 136"/>
            <p:cNvSpPr txBox="1"/>
            <p:nvPr/>
          </p:nvSpPr>
          <p:spPr>
            <a:xfrm>
              <a:off x="302738" y="4473675"/>
              <a:ext cx="1802225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accent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02738" y="4789647"/>
              <a:ext cx="1802225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9" name="Group 48"/>
          <p:cNvGrpSpPr/>
          <p:nvPr/>
        </p:nvGrpSpPr>
        <p:grpSpPr>
          <a:xfrm>
            <a:off x="9139594" y="3444071"/>
            <a:ext cx="2340000" cy="962303"/>
            <a:chOff x="302738" y="4473675"/>
            <a:chExt cx="1802225" cy="962303"/>
          </a:xfrm>
        </p:grpSpPr>
        <p:sp>
          <p:nvSpPr>
            <p:cNvPr id="140" name="TextBox 139"/>
            <p:cNvSpPr txBox="1"/>
            <p:nvPr/>
          </p:nvSpPr>
          <p:spPr>
            <a:xfrm>
              <a:off x="302738" y="4473675"/>
              <a:ext cx="1802225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accent3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02738" y="4789647"/>
              <a:ext cx="1802225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2" name="Group 48"/>
          <p:cNvGrpSpPr/>
          <p:nvPr/>
        </p:nvGrpSpPr>
        <p:grpSpPr>
          <a:xfrm>
            <a:off x="745725" y="1770904"/>
            <a:ext cx="2340000" cy="962303"/>
            <a:chOff x="302738" y="4473675"/>
            <a:chExt cx="1802225" cy="962303"/>
          </a:xfrm>
        </p:grpSpPr>
        <p:sp>
          <p:nvSpPr>
            <p:cNvPr id="143" name="TextBox 142"/>
            <p:cNvSpPr txBox="1"/>
            <p:nvPr/>
          </p:nvSpPr>
          <p:spPr>
            <a:xfrm>
              <a:off x="302738" y="4473675"/>
              <a:ext cx="1802225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302738" y="4789647"/>
              <a:ext cx="1802225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5" name="Group 48"/>
          <p:cNvGrpSpPr/>
          <p:nvPr/>
        </p:nvGrpSpPr>
        <p:grpSpPr>
          <a:xfrm>
            <a:off x="745725" y="3444071"/>
            <a:ext cx="2340000" cy="962303"/>
            <a:chOff x="302738" y="4473675"/>
            <a:chExt cx="1802225" cy="962303"/>
          </a:xfrm>
        </p:grpSpPr>
        <p:sp>
          <p:nvSpPr>
            <p:cNvPr id="146" name="TextBox 145"/>
            <p:cNvSpPr txBox="1"/>
            <p:nvPr/>
          </p:nvSpPr>
          <p:spPr>
            <a:xfrm>
              <a:off x="302738" y="4473675"/>
              <a:ext cx="1802225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02738" y="4789647"/>
              <a:ext cx="1802225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618753" y="1794327"/>
            <a:ext cx="972000" cy="9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3"/>
          <p:cNvSpPr/>
          <p:nvPr/>
        </p:nvSpPr>
        <p:spPr>
          <a:xfrm>
            <a:off x="903622" y="5031013"/>
            <a:ext cx="972000" cy="9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/>
          <p:cNvSpPr/>
          <p:nvPr/>
        </p:nvSpPr>
        <p:spPr>
          <a:xfrm>
            <a:off x="1965358" y="5031013"/>
            <a:ext cx="8268434" cy="9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/>
          <p:cNvSpPr/>
          <p:nvPr/>
        </p:nvSpPr>
        <p:spPr>
          <a:xfrm>
            <a:off x="10313338" y="5031013"/>
            <a:ext cx="972000" cy="9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/>
          <p:cNvSpPr/>
          <p:nvPr/>
        </p:nvSpPr>
        <p:spPr>
          <a:xfrm>
            <a:off x="1065359" y="5255405"/>
            <a:ext cx="638175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ko-KR" altLang="en-US" sz="2800" dirty="0">
              <a:cs typeface="Arial" panose="020B0604020202020204" pitchFamily="34" charset="0"/>
            </a:endParaRPr>
          </a:p>
        </p:txBody>
      </p:sp>
      <p:grpSp>
        <p:nvGrpSpPr>
          <p:cNvPr id="8" name="그룹 10"/>
          <p:cNvGrpSpPr/>
          <p:nvPr/>
        </p:nvGrpSpPr>
        <p:grpSpPr>
          <a:xfrm>
            <a:off x="2547991" y="5161564"/>
            <a:ext cx="7103168" cy="710904"/>
            <a:chOff x="2547991" y="5161561"/>
            <a:chExt cx="7103168" cy="710904"/>
          </a:xfrm>
        </p:grpSpPr>
        <p:sp>
          <p:nvSpPr>
            <p:cNvPr id="9" name="TextBox 8"/>
            <p:cNvSpPr txBox="1"/>
            <p:nvPr/>
          </p:nvSpPr>
          <p:spPr>
            <a:xfrm>
              <a:off x="2547991" y="5410800"/>
              <a:ext cx="7103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47991" y="5161561"/>
              <a:ext cx="7103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875971" y="3952117"/>
            <a:ext cx="972000" cy="9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Rectangle 11"/>
          <p:cNvSpPr/>
          <p:nvPr/>
        </p:nvSpPr>
        <p:spPr>
          <a:xfrm>
            <a:off x="2937707" y="3952117"/>
            <a:ext cx="6323736" cy="9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12"/>
          <p:cNvSpPr/>
          <p:nvPr/>
        </p:nvSpPr>
        <p:spPr>
          <a:xfrm>
            <a:off x="9340988" y="3952117"/>
            <a:ext cx="972000" cy="9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Rectangle 13"/>
          <p:cNvSpPr/>
          <p:nvPr/>
        </p:nvSpPr>
        <p:spPr>
          <a:xfrm>
            <a:off x="2037708" y="4176509"/>
            <a:ext cx="638175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ko-KR" altLang="en-US" sz="2800" dirty="0">
              <a:cs typeface="Arial" panose="020B0604020202020204" pitchFamily="34" charset="0"/>
            </a:endParaRPr>
          </a:p>
        </p:txBody>
      </p:sp>
      <p:grpSp>
        <p:nvGrpSpPr>
          <p:cNvPr id="15" name="그룹 6"/>
          <p:cNvGrpSpPr/>
          <p:nvPr/>
        </p:nvGrpSpPr>
        <p:grpSpPr>
          <a:xfrm>
            <a:off x="3431570" y="4082664"/>
            <a:ext cx="5336014" cy="710904"/>
            <a:chOff x="3431570" y="3972778"/>
            <a:chExt cx="5336014" cy="710904"/>
          </a:xfrm>
        </p:grpSpPr>
        <p:sp>
          <p:nvSpPr>
            <p:cNvPr id="16" name="TextBox 15"/>
            <p:cNvSpPr txBox="1"/>
            <p:nvPr/>
          </p:nvSpPr>
          <p:spPr>
            <a:xfrm>
              <a:off x="3431570" y="4222017"/>
              <a:ext cx="533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Easy to change colors, photos and Text.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31570" y="3972778"/>
              <a:ext cx="5336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865971" y="2873222"/>
            <a:ext cx="972000" cy="9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Rectangle 18"/>
          <p:cNvSpPr/>
          <p:nvPr/>
        </p:nvSpPr>
        <p:spPr>
          <a:xfrm>
            <a:off x="3939850" y="2873222"/>
            <a:ext cx="4319450" cy="9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Rectangle 19"/>
          <p:cNvSpPr/>
          <p:nvPr/>
        </p:nvSpPr>
        <p:spPr>
          <a:xfrm>
            <a:off x="8350988" y="2873222"/>
            <a:ext cx="972000" cy="9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 20"/>
          <p:cNvSpPr/>
          <p:nvPr/>
        </p:nvSpPr>
        <p:spPr>
          <a:xfrm>
            <a:off x="3027708" y="3097613"/>
            <a:ext cx="638175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ko-KR" altLang="en-US" sz="2800" dirty="0">
              <a:cs typeface="Arial" panose="020B0604020202020204" pitchFamily="34" charset="0"/>
            </a:endParaRPr>
          </a:p>
        </p:txBody>
      </p:sp>
      <p:grpSp>
        <p:nvGrpSpPr>
          <p:cNvPr id="22" name="그룹 5"/>
          <p:cNvGrpSpPr/>
          <p:nvPr/>
        </p:nvGrpSpPr>
        <p:grpSpPr>
          <a:xfrm>
            <a:off x="4284325" y="3003770"/>
            <a:ext cx="3630504" cy="710904"/>
            <a:chOff x="4284325" y="2935254"/>
            <a:chExt cx="3630504" cy="710904"/>
          </a:xfrm>
        </p:grpSpPr>
        <p:sp>
          <p:nvSpPr>
            <p:cNvPr id="23" name="TextBox 22"/>
            <p:cNvSpPr txBox="1"/>
            <p:nvPr/>
          </p:nvSpPr>
          <p:spPr>
            <a:xfrm>
              <a:off x="4284325" y="3184493"/>
              <a:ext cx="36305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84325" y="2935254"/>
              <a:ext cx="36305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cxnSp>
        <p:nvCxnSpPr>
          <p:cNvPr id="25" name="Elbow Connector 61"/>
          <p:cNvCxnSpPr/>
          <p:nvPr/>
        </p:nvCxnSpPr>
        <p:spPr>
          <a:xfrm flipV="1">
            <a:off x="1359269" y="4508176"/>
            <a:ext cx="468000" cy="468000"/>
          </a:xfrm>
          <a:prstGeom prst="bentConnector3">
            <a:avLst>
              <a:gd name="adj1" fmla="val -2917"/>
            </a:avLst>
          </a:prstGeom>
          <a:ln w="28575">
            <a:solidFill>
              <a:schemeClr val="accent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62"/>
          <p:cNvCxnSpPr/>
          <p:nvPr/>
        </p:nvCxnSpPr>
        <p:spPr>
          <a:xfrm flipV="1">
            <a:off x="2360584" y="3432744"/>
            <a:ext cx="468000" cy="468000"/>
          </a:xfrm>
          <a:prstGeom prst="bentConnector3">
            <a:avLst>
              <a:gd name="adj1" fmla="val -2917"/>
            </a:avLst>
          </a:prstGeom>
          <a:ln w="28575">
            <a:solidFill>
              <a:schemeClr val="accent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63"/>
          <p:cNvCxnSpPr/>
          <p:nvPr/>
        </p:nvCxnSpPr>
        <p:spPr>
          <a:xfrm rot="5400000" flipH="1" flipV="1">
            <a:off x="4141065" y="1456400"/>
            <a:ext cx="612000" cy="2160000"/>
          </a:xfrm>
          <a:prstGeom prst="bentConnector2">
            <a:avLst/>
          </a:prstGeom>
          <a:ln w="28575">
            <a:solidFill>
              <a:schemeClr val="accent3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64"/>
          <p:cNvCxnSpPr/>
          <p:nvPr/>
        </p:nvCxnSpPr>
        <p:spPr>
          <a:xfrm flipH="1" flipV="1">
            <a:off x="10352261" y="4508176"/>
            <a:ext cx="468000" cy="468000"/>
          </a:xfrm>
          <a:prstGeom prst="bentConnector3">
            <a:avLst>
              <a:gd name="adj1" fmla="val -2917"/>
            </a:avLst>
          </a:prstGeom>
          <a:ln w="28575">
            <a:solidFill>
              <a:schemeClr val="accent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65"/>
          <p:cNvCxnSpPr/>
          <p:nvPr/>
        </p:nvCxnSpPr>
        <p:spPr>
          <a:xfrm flipH="1" flipV="1">
            <a:off x="9334624" y="3432744"/>
            <a:ext cx="468000" cy="468000"/>
          </a:xfrm>
          <a:prstGeom prst="bentConnector3">
            <a:avLst>
              <a:gd name="adj1" fmla="val -2917"/>
            </a:avLst>
          </a:prstGeom>
          <a:ln w="28575">
            <a:solidFill>
              <a:schemeClr val="accent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66"/>
          <p:cNvCxnSpPr/>
          <p:nvPr/>
        </p:nvCxnSpPr>
        <p:spPr>
          <a:xfrm rot="16200000" flipV="1">
            <a:off x="7438936" y="1456400"/>
            <a:ext cx="612000" cy="2160000"/>
          </a:xfrm>
          <a:prstGeom prst="bentConnector2">
            <a:avLst/>
          </a:prstGeom>
          <a:ln w="28575">
            <a:solidFill>
              <a:schemeClr val="accent3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6"/>
          <p:cNvSpPr/>
          <p:nvPr/>
        </p:nvSpPr>
        <p:spPr>
          <a:xfrm rot="2700000">
            <a:off x="8674110" y="3094092"/>
            <a:ext cx="294439" cy="52787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ectangle 9"/>
          <p:cNvSpPr/>
          <p:nvPr/>
        </p:nvSpPr>
        <p:spPr>
          <a:xfrm>
            <a:off x="5931269" y="2097835"/>
            <a:ext cx="364797" cy="34148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ectangle 36"/>
          <p:cNvSpPr/>
          <p:nvPr/>
        </p:nvSpPr>
        <p:spPr>
          <a:xfrm>
            <a:off x="9622860" y="4242860"/>
            <a:ext cx="431129" cy="360389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ectangle 16"/>
          <p:cNvSpPr/>
          <p:nvPr/>
        </p:nvSpPr>
        <p:spPr>
          <a:xfrm>
            <a:off x="10598232" y="5380289"/>
            <a:ext cx="436386" cy="273449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712178" y="2999080"/>
            <a:ext cx="2040076" cy="10772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bg1"/>
                </a:solidFill>
              </a:rPr>
              <a:t>Portfolio Designed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355" y="4008191"/>
            <a:ext cx="3890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ea typeface="HY견명조" pitchFamily="18" charset="-127"/>
                <a:cs typeface="Arial" panose="020B0604020202020204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00355" y="3186177"/>
            <a:ext cx="3890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anose="020B0604020202020204" pitchFamily="34" charset="0"/>
              </a:rPr>
              <a:t>Get a modern PowerPoint  Presentation that is beautifully designed. </a:t>
            </a:r>
            <a:endParaRPr lang="ko-KR" alt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0355" y="1078030"/>
            <a:ext cx="34563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Simple Portfolio</a:t>
            </a:r>
            <a:endParaRPr lang="en-US" altLang="ko-KR" sz="32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Presentation Designed</a:t>
            </a:r>
            <a:endParaRPr lang="en-US" altLang="ko-KR" sz="32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</p:spPr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aphicFrame>
        <p:nvGraphicFramePr>
          <p:cNvPr id="3" name="Chart 2"/>
          <p:cNvGraphicFramePr/>
          <p:nvPr/>
        </p:nvGraphicFramePr>
        <p:xfrm>
          <a:off x="5256746" y="2044452"/>
          <a:ext cx="6023786" cy="242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Rectangle 3"/>
          <p:cNvSpPr/>
          <p:nvPr/>
        </p:nvSpPr>
        <p:spPr>
          <a:xfrm>
            <a:off x="911470" y="3922119"/>
            <a:ext cx="3853962" cy="2079273"/>
          </a:xfrm>
          <a:prstGeom prst="rect">
            <a:avLst/>
          </a:prstGeom>
          <a:solidFill>
            <a:schemeClr val="accent1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ectangle 4"/>
          <p:cNvSpPr/>
          <p:nvPr/>
        </p:nvSpPr>
        <p:spPr>
          <a:xfrm>
            <a:off x="911470" y="1848832"/>
            <a:ext cx="3853962" cy="2079273"/>
          </a:xfrm>
          <a:prstGeom prst="rect">
            <a:avLst/>
          </a:prstGeom>
          <a:solidFill>
            <a:schemeClr val="accent2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6" name="Group 5"/>
          <p:cNvGrpSpPr/>
          <p:nvPr/>
        </p:nvGrpSpPr>
        <p:grpSpPr>
          <a:xfrm>
            <a:off x="1190893" y="2157054"/>
            <a:ext cx="3239091" cy="1462828"/>
            <a:chOff x="706428" y="2094277"/>
            <a:chExt cx="2592288" cy="1462828"/>
          </a:xfrm>
        </p:grpSpPr>
        <p:sp>
          <p:nvSpPr>
            <p:cNvPr id="7" name="TextBox 6"/>
            <p:cNvSpPr txBox="1"/>
            <p:nvPr/>
          </p:nvSpPr>
          <p:spPr>
            <a:xfrm>
              <a:off x="706428" y="2094277"/>
              <a:ext cx="25922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6430" y="2356776"/>
              <a:ext cx="25922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hope and I believe that this Template will your Time, Money and Reputation. 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190893" y="4230342"/>
            <a:ext cx="3239091" cy="1462828"/>
            <a:chOff x="691188" y="4141377"/>
            <a:chExt cx="2592288" cy="1462828"/>
          </a:xfrm>
        </p:grpSpPr>
        <p:sp>
          <p:nvSpPr>
            <p:cNvPr id="10" name="TextBox 9"/>
            <p:cNvSpPr txBox="1"/>
            <p:nvPr/>
          </p:nvSpPr>
          <p:spPr>
            <a:xfrm>
              <a:off x="691188" y="4141377"/>
              <a:ext cx="25922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1190" y="4403876"/>
              <a:ext cx="25922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Get a modern PowerPoint  Presentation that is beautifully designed. hope and I believe that this Template will your Time, Money and Reputation. 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256747" y="4837699"/>
            <a:ext cx="6023785" cy="11541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" name="Oval 12"/>
          <p:cNvSpPr/>
          <p:nvPr/>
        </p:nvSpPr>
        <p:spPr>
          <a:xfrm>
            <a:off x="5607874" y="5105094"/>
            <a:ext cx="612000" cy="61200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4" name="TextBox 13"/>
          <p:cNvSpPr txBox="1"/>
          <p:nvPr/>
        </p:nvSpPr>
        <p:spPr>
          <a:xfrm>
            <a:off x="6381738" y="5056613"/>
            <a:ext cx="1757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Get a modern PowerPoint  Presentation that is beautifully designed.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511657" y="5111742"/>
            <a:ext cx="612000" cy="612000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6" name="TextBox 15"/>
          <p:cNvSpPr txBox="1"/>
          <p:nvPr/>
        </p:nvSpPr>
        <p:spPr>
          <a:xfrm>
            <a:off x="9285522" y="5063261"/>
            <a:ext cx="1757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Get a modern PowerPoint  Presentation that is beautifully designed.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7" name="Parallelogram 30"/>
          <p:cNvSpPr/>
          <p:nvPr/>
        </p:nvSpPr>
        <p:spPr>
          <a:xfrm flipH="1">
            <a:off x="8687736" y="5295928"/>
            <a:ext cx="275022" cy="275702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Donut 24"/>
          <p:cNvSpPr/>
          <p:nvPr/>
        </p:nvSpPr>
        <p:spPr>
          <a:xfrm>
            <a:off x="5759446" y="5263854"/>
            <a:ext cx="305292" cy="307777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17641" y="3353871"/>
            <a:ext cx="3366592" cy="2472764"/>
            <a:chOff x="3131840" y="2780928"/>
            <a:chExt cx="2880320" cy="2808312"/>
          </a:xfrm>
        </p:grpSpPr>
        <p:sp>
          <p:nvSpPr>
            <p:cNvPr id="4" name="Rectangle 3"/>
            <p:cNvSpPr/>
            <p:nvPr/>
          </p:nvSpPr>
          <p:spPr>
            <a:xfrm>
              <a:off x="3131840" y="2780928"/>
              <a:ext cx="2880320" cy="2808312"/>
            </a:xfrm>
            <a:prstGeom prst="rect">
              <a:avLst/>
            </a:prstGeom>
            <a:solidFill>
              <a:srgbClr val="ECECE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31840" y="2780928"/>
              <a:ext cx="2880320" cy="50405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923310" y="3368357"/>
            <a:ext cx="3366592" cy="2472764"/>
            <a:chOff x="3131840" y="2780928"/>
            <a:chExt cx="2880320" cy="2808312"/>
          </a:xfrm>
        </p:grpSpPr>
        <p:sp>
          <p:nvSpPr>
            <p:cNvPr id="7" name="Rectangle 6"/>
            <p:cNvSpPr/>
            <p:nvPr/>
          </p:nvSpPr>
          <p:spPr>
            <a:xfrm>
              <a:off x="3131840" y="2780928"/>
              <a:ext cx="2880320" cy="2808312"/>
            </a:xfrm>
            <a:prstGeom prst="rect">
              <a:avLst/>
            </a:prstGeom>
            <a:solidFill>
              <a:srgbClr val="ECECE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31840" y="2780928"/>
              <a:ext cx="2880320" cy="5040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58060" y="3200583"/>
            <a:ext cx="3291426" cy="2808312"/>
            <a:chOff x="3131840" y="2780928"/>
            <a:chExt cx="2880320" cy="2808312"/>
          </a:xfrm>
        </p:grpSpPr>
        <p:sp>
          <p:nvSpPr>
            <p:cNvPr id="10" name="Rectangle 9"/>
            <p:cNvSpPr/>
            <p:nvPr/>
          </p:nvSpPr>
          <p:spPr>
            <a:xfrm>
              <a:off x="3131840" y="2780928"/>
              <a:ext cx="2880320" cy="2808312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31840" y="2780928"/>
              <a:ext cx="2880320" cy="50405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460586" y="1846072"/>
            <a:ext cx="3293154" cy="1319689"/>
            <a:chOff x="3131840" y="1484784"/>
            <a:chExt cx="2881833" cy="1159371"/>
          </a:xfrm>
        </p:grpSpPr>
        <p:sp>
          <p:nvSpPr>
            <p:cNvPr id="13" name="Rectangle 3"/>
            <p:cNvSpPr/>
            <p:nvPr/>
          </p:nvSpPr>
          <p:spPr>
            <a:xfrm rot="5400000">
              <a:off x="3992314" y="624310"/>
              <a:ext cx="1159371" cy="2880320"/>
            </a:xfrm>
            <a:custGeom>
              <a:avLst/>
              <a:gdLst>
                <a:gd name="connsiteX0" fmla="*/ 0 w 2161651"/>
                <a:gd name="connsiteY0" fmla="*/ 0 h 1656184"/>
                <a:gd name="connsiteX1" fmla="*/ 1656184 w 2161651"/>
                <a:gd name="connsiteY1" fmla="*/ 0 h 1656184"/>
                <a:gd name="connsiteX2" fmla="*/ 1656184 w 2161651"/>
                <a:gd name="connsiteY2" fmla="*/ 640151 h 1656184"/>
                <a:gd name="connsiteX3" fmla="*/ 2161650 w 2161651"/>
                <a:gd name="connsiteY3" fmla="*/ 828092 h 1656184"/>
                <a:gd name="connsiteX4" fmla="*/ 1656184 w 2161651"/>
                <a:gd name="connsiteY4" fmla="*/ 1016033 h 1656184"/>
                <a:gd name="connsiteX5" fmla="*/ 1656184 w 2161651"/>
                <a:gd name="connsiteY5" fmla="*/ 1656184 h 1656184"/>
                <a:gd name="connsiteX6" fmla="*/ 0 w 2161651"/>
                <a:gd name="connsiteY6" fmla="*/ 1656184 h 1656184"/>
                <a:gd name="connsiteX7" fmla="*/ 0 w 2161651"/>
                <a:gd name="connsiteY7" fmla="*/ 0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133353" y="1484784"/>
              <a:ext cx="2880320" cy="360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655840" y="3254815"/>
            <a:ext cx="288032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Main Contents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7214" y="1862103"/>
            <a:ext cx="215757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Main Contents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4623" y="2302986"/>
            <a:ext cx="2871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27849" y="3886756"/>
            <a:ext cx="2736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Get a modern PowerPoint  Presentation that is beautifully designed. 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I hope and I believe that this Template will your Time, Money and Reputation.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Easy to change colors, photos and Text.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095118" y="2165163"/>
            <a:ext cx="3011638" cy="1030113"/>
            <a:chOff x="3131840" y="1484784"/>
            <a:chExt cx="2881833" cy="1152128"/>
          </a:xfrm>
        </p:grpSpPr>
        <p:sp>
          <p:nvSpPr>
            <p:cNvPr id="20" name="Rectangle 3"/>
            <p:cNvSpPr/>
            <p:nvPr/>
          </p:nvSpPr>
          <p:spPr>
            <a:xfrm rot="5400000">
              <a:off x="3995936" y="620688"/>
              <a:ext cx="1152128" cy="2880320"/>
            </a:xfrm>
            <a:custGeom>
              <a:avLst/>
              <a:gdLst>
                <a:gd name="connsiteX0" fmla="*/ 0 w 2161651"/>
                <a:gd name="connsiteY0" fmla="*/ 0 h 1656184"/>
                <a:gd name="connsiteX1" fmla="*/ 1656184 w 2161651"/>
                <a:gd name="connsiteY1" fmla="*/ 0 h 1656184"/>
                <a:gd name="connsiteX2" fmla="*/ 1656184 w 2161651"/>
                <a:gd name="connsiteY2" fmla="*/ 640151 h 1656184"/>
                <a:gd name="connsiteX3" fmla="*/ 2161650 w 2161651"/>
                <a:gd name="connsiteY3" fmla="*/ 828092 h 1656184"/>
                <a:gd name="connsiteX4" fmla="*/ 1656184 w 2161651"/>
                <a:gd name="connsiteY4" fmla="*/ 1016033 h 1656184"/>
                <a:gd name="connsiteX5" fmla="*/ 1656184 w 2161651"/>
                <a:gd name="connsiteY5" fmla="*/ 1656184 h 1656184"/>
                <a:gd name="connsiteX6" fmla="*/ 0 w 2161651"/>
                <a:gd name="connsiteY6" fmla="*/ 1656184 h 1656184"/>
                <a:gd name="connsiteX7" fmla="*/ 0 w 2161651"/>
                <a:gd name="connsiteY7" fmla="*/ 0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33353" y="1484784"/>
              <a:ext cx="2880320" cy="360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2" name="그룹 35"/>
          <p:cNvGrpSpPr/>
          <p:nvPr/>
        </p:nvGrpSpPr>
        <p:grpSpPr>
          <a:xfrm>
            <a:off x="1313297" y="2172727"/>
            <a:ext cx="2575283" cy="779118"/>
            <a:chOff x="1372495" y="2153677"/>
            <a:chExt cx="2575283" cy="779118"/>
          </a:xfrm>
        </p:grpSpPr>
        <p:sp>
          <p:nvSpPr>
            <p:cNvPr id="23" name="TextBox 22"/>
            <p:cNvSpPr txBox="1"/>
            <p:nvPr/>
          </p:nvSpPr>
          <p:spPr>
            <a:xfrm>
              <a:off x="1372495" y="2153677"/>
              <a:ext cx="257528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262626"/>
                  </a:solidFill>
                </a:rPr>
                <a:t>Main Contents</a:t>
              </a:r>
              <a:endParaRPr lang="ko-KR" altLang="en-US" sz="1400" b="1" dirty="0">
                <a:solidFill>
                  <a:srgbClr val="262626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79763" y="2471130"/>
              <a:ext cx="2567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zing.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095920" y="2172728"/>
            <a:ext cx="3021374" cy="1030113"/>
            <a:chOff x="3122700" y="1484784"/>
            <a:chExt cx="2891151" cy="1152128"/>
          </a:xfrm>
        </p:grpSpPr>
        <p:sp>
          <p:nvSpPr>
            <p:cNvPr id="26" name="Rectangle 3"/>
            <p:cNvSpPr/>
            <p:nvPr/>
          </p:nvSpPr>
          <p:spPr>
            <a:xfrm rot="5400000">
              <a:off x="3995936" y="620688"/>
              <a:ext cx="1152128" cy="2880320"/>
            </a:xfrm>
            <a:custGeom>
              <a:avLst/>
              <a:gdLst>
                <a:gd name="connsiteX0" fmla="*/ 0 w 2161651"/>
                <a:gd name="connsiteY0" fmla="*/ 0 h 1656184"/>
                <a:gd name="connsiteX1" fmla="*/ 1656184 w 2161651"/>
                <a:gd name="connsiteY1" fmla="*/ 0 h 1656184"/>
                <a:gd name="connsiteX2" fmla="*/ 1656184 w 2161651"/>
                <a:gd name="connsiteY2" fmla="*/ 640151 h 1656184"/>
                <a:gd name="connsiteX3" fmla="*/ 2161650 w 2161651"/>
                <a:gd name="connsiteY3" fmla="*/ 828092 h 1656184"/>
                <a:gd name="connsiteX4" fmla="*/ 1656184 w 2161651"/>
                <a:gd name="connsiteY4" fmla="*/ 1016033 h 1656184"/>
                <a:gd name="connsiteX5" fmla="*/ 1656184 w 2161651"/>
                <a:gd name="connsiteY5" fmla="*/ 1656184 h 1656184"/>
                <a:gd name="connsiteX6" fmla="*/ 0 w 2161651"/>
                <a:gd name="connsiteY6" fmla="*/ 1656184 h 1656184"/>
                <a:gd name="connsiteX7" fmla="*/ 0 w 2161651"/>
                <a:gd name="connsiteY7" fmla="*/ 0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2700" y="1484784"/>
              <a:ext cx="2891151" cy="360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8" name="그룹 36"/>
          <p:cNvGrpSpPr/>
          <p:nvPr/>
        </p:nvGrpSpPr>
        <p:grpSpPr>
          <a:xfrm>
            <a:off x="8318966" y="2192473"/>
            <a:ext cx="2575283" cy="766938"/>
            <a:chOff x="9230402" y="2173422"/>
            <a:chExt cx="2575283" cy="766938"/>
          </a:xfrm>
        </p:grpSpPr>
        <p:sp>
          <p:nvSpPr>
            <p:cNvPr id="29" name="TextBox 28"/>
            <p:cNvSpPr txBox="1"/>
            <p:nvPr/>
          </p:nvSpPr>
          <p:spPr>
            <a:xfrm>
              <a:off x="9230402" y="2173422"/>
              <a:ext cx="257528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262626"/>
                  </a:solidFill>
                </a:rPr>
                <a:t>Main Contents</a:t>
              </a:r>
              <a:endParaRPr lang="ko-KR" altLang="en-US" sz="1400" b="1" dirty="0">
                <a:solidFill>
                  <a:srgbClr val="262626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37670" y="2478695"/>
              <a:ext cx="2567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zing.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443627" y="3366449"/>
            <a:ext cx="231462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Sub Contents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01930" y="4079196"/>
            <a:ext cx="2598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Get a modern PowerPoint  Presentation that is beautifully designed. 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I hope and I believe that this Template will your Time, Money and Reputation.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87186" y="3391856"/>
            <a:ext cx="223884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Sub Contents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50128" y="4121830"/>
            <a:ext cx="25129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Get a modern PowerPoint  Presentation that is beautifully designed. 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r>
              <a:rPr lang="en-US" altLang="ko-KR" sz="1200" dirty="0">
                <a:solidFill>
                  <a:srgbClr val="262626"/>
                </a:solidFill>
              </a:rPr>
              <a:t>I hope and I believe that this Template will your Time, Money and Reputation.</a:t>
            </a:r>
            <a:endParaRPr lang="en-US" altLang="ko-KR" sz="1200" dirty="0">
              <a:solidFill>
                <a:srgbClr val="262626"/>
              </a:solidFill>
            </a:endParaRPr>
          </a:p>
          <a:p>
            <a:pPr algn="ctr"/>
            <a:endParaRPr lang="en-US" altLang="ko-KR" sz="12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350" y="704665"/>
            <a:ext cx="3196679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Columns  Style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02883" y="957367"/>
            <a:ext cx="6126480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anose="020B0604020202020204" pitchFamily="34" charset="0"/>
              </a:rPr>
              <a:t>Get a modern PowerPoint  Presentation that is beautifully designed. </a:t>
            </a:r>
            <a:r>
              <a:rPr lang="en-US" altLang="ko-KR" sz="1400" b="1" dirty="0">
                <a:solidFill>
                  <a:schemeClr val="bg1"/>
                </a:solidFill>
                <a:ea typeface="方正舒体" panose="02010601030101010101" pitchFamily="2" charset="-122"/>
                <a:cs typeface="Arial" panose="020B0604020202020204" pitchFamily="34" charset="0"/>
              </a:rPr>
              <a:t>I hope and I believe that this Template will your Time.</a:t>
            </a:r>
            <a:endParaRPr lang="en-US" altLang="ko-KR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2883" y="1560983"/>
            <a:ext cx="612648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Easy to change colors, photos and Text. I hope and I believe that this Template will your Time, Money and Reputation. You can simply impress your audience and add a unique zing and appeal to your Presentations. Easy to change colors, photos and Text.</a:t>
            </a:r>
            <a:endParaRPr lang="en-US" altLang="ko-KR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I hope and I believe that this Template will your Time, Money and Reputation. Easy to change colors, photos and Text. </a:t>
            </a:r>
            <a:endParaRPr lang="en-US" altLang="ko-KR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zing.</a:t>
            </a:r>
            <a:endParaRPr lang="ko-KR" altLang="en-US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8593" y="3393050"/>
            <a:ext cx="2117459" cy="246221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anose="020B0604020202020204" pitchFamily="34" charset="0"/>
              </a:rPr>
              <a:t>You can simply impress your audience and add a unique zing and appeal to your Presentations. I hope and I believe that this Template will your Time, Money and Reputation. Easy to change colors, photos and Text. </a:t>
            </a:r>
            <a:endParaRPr lang="ko-KR" alt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: Shape 7"/>
          <p:cNvSpPr/>
          <p:nvPr/>
        </p:nvSpPr>
        <p:spPr>
          <a:xfrm>
            <a:off x="977884" y="3163656"/>
            <a:ext cx="443510" cy="410186"/>
          </a:xfrm>
          <a:custGeom>
            <a:avLst/>
            <a:gdLst/>
            <a:ahLst/>
            <a:cxnLst/>
            <a:rect l="l" t="t" r="r" b="b"/>
            <a:pathLst>
              <a:path w="152069" h="140643">
                <a:moveTo>
                  <a:pt x="139177" y="0"/>
                </a:moveTo>
                <a:lnTo>
                  <a:pt x="152069" y="20510"/>
                </a:lnTo>
                <a:cubicBezTo>
                  <a:pt x="141326" y="25003"/>
                  <a:pt x="133415" y="31693"/>
                  <a:pt x="128336" y="40581"/>
                </a:cubicBezTo>
                <a:cubicBezTo>
                  <a:pt x="123257" y="49469"/>
                  <a:pt x="120425" y="62410"/>
                  <a:pt x="119839" y="79404"/>
                </a:cubicBezTo>
                <a:lnTo>
                  <a:pt x="147381" y="79404"/>
                </a:lnTo>
                <a:lnTo>
                  <a:pt x="147381" y="140643"/>
                </a:lnTo>
                <a:lnTo>
                  <a:pt x="90831" y="140643"/>
                </a:lnTo>
                <a:lnTo>
                  <a:pt x="90831" y="92297"/>
                </a:lnTo>
                <a:cubicBezTo>
                  <a:pt x="90831" y="66122"/>
                  <a:pt x="93957" y="47174"/>
                  <a:pt x="100207" y="35454"/>
                </a:cubicBezTo>
                <a:cubicBezTo>
                  <a:pt x="108412" y="19827"/>
                  <a:pt x="121401" y="8009"/>
                  <a:pt x="139177" y="0"/>
                </a:cubicBezTo>
                <a:close/>
                <a:moveTo>
                  <a:pt x="48345" y="0"/>
                </a:moveTo>
                <a:lnTo>
                  <a:pt x="61238" y="20510"/>
                </a:lnTo>
                <a:cubicBezTo>
                  <a:pt x="50494" y="25003"/>
                  <a:pt x="42583" y="31693"/>
                  <a:pt x="37504" y="40581"/>
                </a:cubicBezTo>
                <a:cubicBezTo>
                  <a:pt x="32425" y="49469"/>
                  <a:pt x="29593" y="62410"/>
                  <a:pt x="29007" y="79404"/>
                </a:cubicBezTo>
                <a:lnTo>
                  <a:pt x="56550" y="79404"/>
                </a:lnTo>
                <a:lnTo>
                  <a:pt x="56550" y="140643"/>
                </a:lnTo>
                <a:lnTo>
                  <a:pt x="0" y="140643"/>
                </a:lnTo>
                <a:lnTo>
                  <a:pt x="0" y="92297"/>
                </a:lnTo>
                <a:cubicBezTo>
                  <a:pt x="0" y="66122"/>
                  <a:pt x="3125" y="47174"/>
                  <a:pt x="9376" y="35454"/>
                </a:cubicBezTo>
                <a:cubicBezTo>
                  <a:pt x="17580" y="19827"/>
                  <a:pt x="30570" y="8009"/>
                  <a:pt x="4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/>
          <p:cNvSpPr/>
          <p:nvPr/>
        </p:nvSpPr>
        <p:spPr>
          <a:xfrm rot="10800000">
            <a:off x="3229741" y="5675949"/>
            <a:ext cx="443510" cy="410186"/>
          </a:xfrm>
          <a:custGeom>
            <a:avLst/>
            <a:gdLst/>
            <a:ahLst/>
            <a:cxnLst/>
            <a:rect l="l" t="t" r="r" b="b"/>
            <a:pathLst>
              <a:path w="152069" h="140643">
                <a:moveTo>
                  <a:pt x="139177" y="0"/>
                </a:moveTo>
                <a:lnTo>
                  <a:pt x="152069" y="20510"/>
                </a:lnTo>
                <a:cubicBezTo>
                  <a:pt x="141326" y="25003"/>
                  <a:pt x="133415" y="31693"/>
                  <a:pt x="128336" y="40581"/>
                </a:cubicBezTo>
                <a:cubicBezTo>
                  <a:pt x="123257" y="49469"/>
                  <a:pt x="120425" y="62410"/>
                  <a:pt x="119839" y="79404"/>
                </a:cubicBezTo>
                <a:lnTo>
                  <a:pt x="147381" y="79404"/>
                </a:lnTo>
                <a:lnTo>
                  <a:pt x="147381" y="140643"/>
                </a:lnTo>
                <a:lnTo>
                  <a:pt x="90831" y="140643"/>
                </a:lnTo>
                <a:lnTo>
                  <a:pt x="90831" y="92297"/>
                </a:lnTo>
                <a:cubicBezTo>
                  <a:pt x="90831" y="66122"/>
                  <a:pt x="93957" y="47174"/>
                  <a:pt x="100207" y="35454"/>
                </a:cubicBezTo>
                <a:cubicBezTo>
                  <a:pt x="108412" y="19827"/>
                  <a:pt x="121401" y="8009"/>
                  <a:pt x="139177" y="0"/>
                </a:cubicBezTo>
                <a:close/>
                <a:moveTo>
                  <a:pt x="48345" y="0"/>
                </a:moveTo>
                <a:lnTo>
                  <a:pt x="61238" y="20510"/>
                </a:lnTo>
                <a:cubicBezTo>
                  <a:pt x="50494" y="25003"/>
                  <a:pt x="42583" y="31693"/>
                  <a:pt x="37504" y="40581"/>
                </a:cubicBezTo>
                <a:cubicBezTo>
                  <a:pt x="32425" y="49469"/>
                  <a:pt x="29593" y="62410"/>
                  <a:pt x="29007" y="79404"/>
                </a:cubicBezTo>
                <a:lnTo>
                  <a:pt x="56550" y="79404"/>
                </a:lnTo>
                <a:lnTo>
                  <a:pt x="56550" y="140643"/>
                </a:lnTo>
                <a:lnTo>
                  <a:pt x="0" y="140643"/>
                </a:lnTo>
                <a:lnTo>
                  <a:pt x="0" y="92297"/>
                </a:lnTo>
                <a:cubicBezTo>
                  <a:pt x="0" y="66122"/>
                  <a:pt x="3125" y="47174"/>
                  <a:pt x="9376" y="35454"/>
                </a:cubicBezTo>
                <a:cubicBezTo>
                  <a:pt x="17580" y="19827"/>
                  <a:pt x="30570" y="8009"/>
                  <a:pt x="4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Columns Infographic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815520" y="1482828"/>
            <a:ext cx="10609953" cy="2157998"/>
            <a:chOff x="1310726" y="735059"/>
            <a:chExt cx="5114635" cy="2157998"/>
          </a:xfrm>
        </p:grpSpPr>
        <p:sp>
          <p:nvSpPr>
            <p:cNvPr id="8" name="TextBox 7"/>
            <p:cNvSpPr txBox="1"/>
            <p:nvPr/>
          </p:nvSpPr>
          <p:spPr>
            <a:xfrm>
              <a:off x="1310726" y="735059"/>
              <a:ext cx="51146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  <a:cs typeface="Arial" panose="020B0604020202020204" pitchFamily="34" charset="0"/>
                </a:rPr>
                <a:t>Modern PowerPoint  Presentation</a:t>
              </a:r>
              <a:endParaRPr lang="ko-KR" altLang="en-US" sz="2400" b="1" dirty="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10726" y="1138731"/>
              <a:ext cx="511463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I hope and I believe that this Template will your Time, Money and Reputation. You can simply impress your audience and add a unique zing and appeal to your Presentations. I hope and I believe that this Template will your Time, Money and Reputation.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 flipH="1">
            <a:off x="815520" y="4316796"/>
            <a:ext cx="7957290" cy="1973332"/>
            <a:chOff x="1396451" y="735059"/>
            <a:chExt cx="5114636" cy="1973332"/>
          </a:xfrm>
        </p:grpSpPr>
        <p:sp>
          <p:nvSpPr>
            <p:cNvPr id="12" name="TextBox 11"/>
            <p:cNvSpPr txBox="1"/>
            <p:nvPr/>
          </p:nvSpPr>
          <p:spPr>
            <a:xfrm>
              <a:off x="1396452" y="735059"/>
              <a:ext cx="51146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Modern PowerPoint  Presentation</a:t>
              </a:r>
              <a:endParaRPr lang="ko-KR" altLang="en-US" sz="24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96451" y="1138731"/>
              <a:ext cx="51146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r>
                <a:rPr lang="en-US" altLang="ko-KR" sz="1200" dirty="0">
                  <a:solidFill>
                    <a:schemeClr val="bg1"/>
                  </a:solidFill>
                  <a:cs typeface="Arial" panose="020B0604020202020204" pitchFamily="34" charset="0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  </a:r>
              <a:endParaRPr lang="en-US" altLang="ko-KR" sz="1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4609981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" y="5549312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5" dirty="0">
                <a:solidFill>
                  <a:schemeClr val="bg1"/>
                </a:solidFill>
                <a:cs typeface="Arial" panose="020B0604020202020204" pitchFamily="34" charset="0"/>
              </a:rPr>
              <a:t>Insert the Subtitle of Your Presentation</a:t>
            </a:r>
            <a:endParaRPr lang="ko-KR" altLang="en-US" sz="18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  <a:endParaRPr lang="en-US" dirty="0"/>
          </a:p>
        </p:txBody>
      </p:sp>
      <p:sp>
        <p:nvSpPr>
          <p:cNvPr id="3" name="Freeform: Shape 2"/>
          <p:cNvSpPr/>
          <p:nvPr/>
        </p:nvSpPr>
        <p:spPr>
          <a:xfrm>
            <a:off x="560089" y="1455082"/>
            <a:ext cx="2021253" cy="1588019"/>
          </a:xfrm>
          <a:custGeom>
            <a:avLst/>
            <a:gdLst>
              <a:gd name="connsiteX0" fmla="*/ 3437669 w 4395438"/>
              <a:gd name="connsiteY0" fmla="*/ 3099455 h 3453324"/>
              <a:gd name="connsiteX1" fmla="*/ 3410637 w 4395438"/>
              <a:gd name="connsiteY1" fmla="*/ 3138581 h 3453324"/>
              <a:gd name="connsiteX2" fmla="*/ 3558603 w 4395438"/>
              <a:gd name="connsiteY2" fmla="*/ 3138581 h 3453324"/>
              <a:gd name="connsiteX3" fmla="*/ 3529437 w 4395438"/>
              <a:gd name="connsiteY3" fmla="*/ 3100878 h 3453324"/>
              <a:gd name="connsiteX4" fmla="*/ 3437669 w 4395438"/>
              <a:gd name="connsiteY4" fmla="*/ 3099455 h 3453324"/>
              <a:gd name="connsiteX5" fmla="*/ 878146 w 4395438"/>
              <a:gd name="connsiteY5" fmla="*/ 3097321 h 3453324"/>
              <a:gd name="connsiteX6" fmla="*/ 841866 w 4395438"/>
              <a:gd name="connsiteY6" fmla="*/ 3133601 h 3453324"/>
              <a:gd name="connsiteX7" fmla="*/ 1002637 w 4395438"/>
              <a:gd name="connsiteY7" fmla="*/ 3133601 h 3453324"/>
              <a:gd name="connsiteX8" fmla="*/ 981295 w 4395438"/>
              <a:gd name="connsiteY8" fmla="*/ 3099455 h 3453324"/>
              <a:gd name="connsiteX9" fmla="*/ 878146 w 4395438"/>
              <a:gd name="connsiteY9" fmla="*/ 3097321 h 3453324"/>
              <a:gd name="connsiteX10" fmla="*/ 2575340 w 4395438"/>
              <a:gd name="connsiteY10" fmla="*/ 2971397 h 3453324"/>
              <a:gd name="connsiteX11" fmla="*/ 2546318 w 4395438"/>
              <a:gd name="connsiteY11" fmla="*/ 2974965 h 3453324"/>
              <a:gd name="connsiteX12" fmla="*/ 2549163 w 4395438"/>
              <a:gd name="connsiteY12" fmla="*/ 3022627 h 3453324"/>
              <a:gd name="connsiteX13" fmla="*/ 2233313 w 4395438"/>
              <a:gd name="connsiteY13" fmla="*/ 3022627 h 3453324"/>
              <a:gd name="connsiteX14" fmla="*/ 2230468 w 4395438"/>
              <a:gd name="connsiteY14" fmla="*/ 2972831 h 3453324"/>
              <a:gd name="connsiteX15" fmla="*/ 2187074 w 4395438"/>
              <a:gd name="connsiteY15" fmla="*/ 2972831 h 3453324"/>
              <a:gd name="connsiteX16" fmla="*/ 2182805 w 4395438"/>
              <a:gd name="connsiteY16" fmla="*/ 3020493 h 3453324"/>
              <a:gd name="connsiteX17" fmla="*/ 1860554 w 4395438"/>
              <a:gd name="connsiteY17" fmla="*/ 3020493 h 3453324"/>
              <a:gd name="connsiteX18" fmla="*/ 1862687 w 4395438"/>
              <a:gd name="connsiteY18" fmla="*/ 2996306 h 3453324"/>
              <a:gd name="connsiteX19" fmla="*/ 1864822 w 4395438"/>
              <a:gd name="connsiteY19" fmla="*/ 2973542 h 3453324"/>
              <a:gd name="connsiteX20" fmla="*/ 1818582 w 4395438"/>
              <a:gd name="connsiteY20" fmla="*/ 3034720 h 3453324"/>
              <a:gd name="connsiteX21" fmla="*/ 2598248 w 4395438"/>
              <a:gd name="connsiteY21" fmla="*/ 3034720 h 3453324"/>
              <a:gd name="connsiteX22" fmla="*/ 2575340 w 4395438"/>
              <a:gd name="connsiteY22" fmla="*/ 2971397 h 3453324"/>
              <a:gd name="connsiteX23" fmla="*/ 2524266 w 4395438"/>
              <a:gd name="connsiteY23" fmla="*/ 2757996 h 3453324"/>
              <a:gd name="connsiteX24" fmla="*/ 2563391 w 4395438"/>
              <a:gd name="connsiteY24" fmla="*/ 2928726 h 3453324"/>
              <a:gd name="connsiteX25" fmla="*/ 1871224 w 4395438"/>
              <a:gd name="connsiteY25" fmla="*/ 2928726 h 3453324"/>
              <a:gd name="connsiteX26" fmla="*/ 1906081 w 4395438"/>
              <a:gd name="connsiteY26" fmla="*/ 2771512 h 3453324"/>
              <a:gd name="connsiteX27" fmla="*/ 1927422 w 4395438"/>
              <a:gd name="connsiteY27" fmla="*/ 2758708 h 3453324"/>
              <a:gd name="connsiteX28" fmla="*/ 2524266 w 4395438"/>
              <a:gd name="connsiteY28" fmla="*/ 2757996 h 3453324"/>
              <a:gd name="connsiteX29" fmla="*/ 2431075 w 4395438"/>
              <a:gd name="connsiteY29" fmla="*/ 2735943 h 3453324"/>
              <a:gd name="connsiteX30" fmla="*/ 1901813 w 4395438"/>
              <a:gd name="connsiteY30" fmla="*/ 2738789 h 3453324"/>
              <a:gd name="connsiteX31" fmla="*/ 1863399 w 4395438"/>
              <a:gd name="connsiteY31" fmla="*/ 2752304 h 3453324"/>
              <a:gd name="connsiteX32" fmla="*/ 1818582 w 4395438"/>
              <a:gd name="connsiteY32" fmla="*/ 2945798 h 3453324"/>
              <a:gd name="connsiteX33" fmla="*/ 2618166 w 4395438"/>
              <a:gd name="connsiteY33" fmla="*/ 2946510 h 3453324"/>
              <a:gd name="connsiteX34" fmla="*/ 2571927 w 4395438"/>
              <a:gd name="connsiteY34" fmla="*/ 2750882 h 3453324"/>
              <a:gd name="connsiteX35" fmla="*/ 2544895 w 4395438"/>
              <a:gd name="connsiteY35" fmla="*/ 2736654 h 3453324"/>
              <a:gd name="connsiteX36" fmla="*/ 2431075 w 4395438"/>
              <a:gd name="connsiteY36" fmla="*/ 2735943 h 3453324"/>
              <a:gd name="connsiteX37" fmla="*/ 3009422 w 4395438"/>
              <a:gd name="connsiteY37" fmla="*/ 2574372 h 3453324"/>
              <a:gd name="connsiteX38" fmla="*/ 3096921 w 4395438"/>
              <a:gd name="connsiteY38" fmla="*/ 2577307 h 3453324"/>
              <a:gd name="connsiteX39" fmla="*/ 3136047 w 4395438"/>
              <a:gd name="connsiteY39" fmla="*/ 2622124 h 3453324"/>
              <a:gd name="connsiteX40" fmla="*/ 3128933 w 4395438"/>
              <a:gd name="connsiteY40" fmla="*/ 2632794 h 3453324"/>
              <a:gd name="connsiteX41" fmla="*/ 2951090 w 4395438"/>
              <a:gd name="connsiteY41" fmla="*/ 2630660 h 3453324"/>
              <a:gd name="connsiteX42" fmla="*/ 2914809 w 4395438"/>
              <a:gd name="connsiteY42" fmla="*/ 2583709 h 3453324"/>
              <a:gd name="connsiteX43" fmla="*/ 2921923 w 4395438"/>
              <a:gd name="connsiteY43" fmla="*/ 2575173 h 3453324"/>
              <a:gd name="connsiteX44" fmla="*/ 3009422 w 4395438"/>
              <a:gd name="connsiteY44" fmla="*/ 2574372 h 3453324"/>
              <a:gd name="connsiteX45" fmla="*/ 1309949 w 4395438"/>
              <a:gd name="connsiteY45" fmla="*/ 2573750 h 3453324"/>
              <a:gd name="connsiteX46" fmla="*/ 1426615 w 4395438"/>
              <a:gd name="connsiteY46" fmla="*/ 2573750 h 3453324"/>
              <a:gd name="connsiteX47" fmla="*/ 1364014 w 4395438"/>
              <a:gd name="connsiteY47" fmla="*/ 2634928 h 3453324"/>
              <a:gd name="connsiteX48" fmla="*/ 1248060 w 4395438"/>
              <a:gd name="connsiteY48" fmla="*/ 2634928 h 3453324"/>
              <a:gd name="connsiteX49" fmla="*/ 1309949 w 4395438"/>
              <a:gd name="connsiteY49" fmla="*/ 2573750 h 3453324"/>
              <a:gd name="connsiteX50" fmla="*/ 1128549 w 4395438"/>
              <a:gd name="connsiteY50" fmla="*/ 2573750 h 3453324"/>
              <a:gd name="connsiteX51" fmla="*/ 1244503 w 4395438"/>
              <a:gd name="connsiteY51" fmla="*/ 2573750 h 3453324"/>
              <a:gd name="connsiteX52" fmla="*/ 1172654 w 4395438"/>
              <a:gd name="connsiteY52" fmla="*/ 2635640 h 3453324"/>
              <a:gd name="connsiteX53" fmla="*/ 1059546 w 4395438"/>
              <a:gd name="connsiteY53" fmla="*/ 2635640 h 3453324"/>
              <a:gd name="connsiteX54" fmla="*/ 1128549 w 4395438"/>
              <a:gd name="connsiteY54" fmla="*/ 2573750 h 3453324"/>
              <a:gd name="connsiteX55" fmla="*/ 2633017 w 4395438"/>
              <a:gd name="connsiteY55" fmla="*/ 2573661 h 3453324"/>
              <a:gd name="connsiteX56" fmla="*/ 2707800 w 4395438"/>
              <a:gd name="connsiteY56" fmla="*/ 2576596 h 3453324"/>
              <a:gd name="connsiteX57" fmla="*/ 2737677 w 4395438"/>
              <a:gd name="connsiteY57" fmla="*/ 2620701 h 3453324"/>
              <a:gd name="connsiteX58" fmla="*/ 2729852 w 4395438"/>
              <a:gd name="connsiteY58" fmla="*/ 2633506 h 3453324"/>
              <a:gd name="connsiteX59" fmla="*/ 2582598 w 4395438"/>
              <a:gd name="connsiteY59" fmla="*/ 2631372 h 3453324"/>
              <a:gd name="connsiteX60" fmla="*/ 2549163 w 4395438"/>
              <a:gd name="connsiteY60" fmla="*/ 2574462 h 3453324"/>
              <a:gd name="connsiteX61" fmla="*/ 2633017 w 4395438"/>
              <a:gd name="connsiteY61" fmla="*/ 2573661 h 3453324"/>
              <a:gd name="connsiteX62" fmla="*/ 3206117 w 4395438"/>
              <a:gd name="connsiteY62" fmla="*/ 2573394 h 3453324"/>
              <a:gd name="connsiteX63" fmla="*/ 3279033 w 4395438"/>
              <a:gd name="connsiteY63" fmla="*/ 2576595 h 3453324"/>
              <a:gd name="connsiteX64" fmla="*/ 3316735 w 4395438"/>
              <a:gd name="connsiteY64" fmla="*/ 2621412 h 3453324"/>
              <a:gd name="connsiteX65" fmla="*/ 3310332 w 4395438"/>
              <a:gd name="connsiteY65" fmla="*/ 2632082 h 3453324"/>
              <a:gd name="connsiteX66" fmla="*/ 3170192 w 4395438"/>
              <a:gd name="connsiteY66" fmla="*/ 2629948 h 3453324"/>
              <a:gd name="connsiteX67" fmla="*/ 3126087 w 4395438"/>
              <a:gd name="connsiteY67" fmla="*/ 2585843 h 3453324"/>
              <a:gd name="connsiteX68" fmla="*/ 3133201 w 4395438"/>
              <a:gd name="connsiteY68" fmla="*/ 2574461 h 3453324"/>
              <a:gd name="connsiteX69" fmla="*/ 3206117 w 4395438"/>
              <a:gd name="connsiteY69" fmla="*/ 2573394 h 3453324"/>
              <a:gd name="connsiteX70" fmla="*/ 3560737 w 4395438"/>
              <a:gd name="connsiteY70" fmla="*/ 2573128 h 3453324"/>
              <a:gd name="connsiteX71" fmla="*/ 3631163 w 4395438"/>
              <a:gd name="connsiteY71" fmla="*/ 2576596 h 3453324"/>
              <a:gd name="connsiteX72" fmla="*/ 3679536 w 4395438"/>
              <a:gd name="connsiteY72" fmla="*/ 2620702 h 3453324"/>
              <a:gd name="connsiteX73" fmla="*/ 3674556 w 4395438"/>
              <a:gd name="connsiteY73" fmla="*/ 2629949 h 3453324"/>
              <a:gd name="connsiteX74" fmla="*/ 3523034 w 4395438"/>
              <a:gd name="connsiteY74" fmla="*/ 2627815 h 3453324"/>
              <a:gd name="connsiteX75" fmla="*/ 3481774 w 4395438"/>
              <a:gd name="connsiteY75" fmla="*/ 2574462 h 3453324"/>
              <a:gd name="connsiteX76" fmla="*/ 3560737 w 4395438"/>
              <a:gd name="connsiteY76" fmla="*/ 2573128 h 3453324"/>
              <a:gd name="connsiteX77" fmla="*/ 1497752 w 4395438"/>
              <a:gd name="connsiteY77" fmla="*/ 2573039 h 3453324"/>
              <a:gd name="connsiteX78" fmla="*/ 1610149 w 4395438"/>
              <a:gd name="connsiteY78" fmla="*/ 2573039 h 3453324"/>
              <a:gd name="connsiteX79" fmla="*/ 1551817 w 4395438"/>
              <a:gd name="connsiteY79" fmla="*/ 2634929 h 3453324"/>
              <a:gd name="connsiteX80" fmla="*/ 1432306 w 4395438"/>
              <a:gd name="connsiteY80" fmla="*/ 2634929 h 3453324"/>
              <a:gd name="connsiteX81" fmla="*/ 1497752 w 4395438"/>
              <a:gd name="connsiteY81" fmla="*/ 2573039 h 3453324"/>
              <a:gd name="connsiteX82" fmla="*/ 812699 w 4395438"/>
              <a:gd name="connsiteY82" fmla="*/ 2573039 h 3453324"/>
              <a:gd name="connsiteX83" fmla="*/ 1058124 w 4395438"/>
              <a:gd name="connsiteY83" fmla="*/ 2573039 h 3453324"/>
              <a:gd name="connsiteX84" fmla="*/ 991254 w 4395438"/>
              <a:gd name="connsiteY84" fmla="*/ 2634929 h 3453324"/>
              <a:gd name="connsiteX85" fmla="*/ 770731 w 4395438"/>
              <a:gd name="connsiteY85" fmla="*/ 2634929 h 3453324"/>
              <a:gd name="connsiteX86" fmla="*/ 735872 w 4395438"/>
              <a:gd name="connsiteY86" fmla="*/ 2633506 h 3453324"/>
              <a:gd name="connsiteX87" fmla="*/ 812699 w 4395438"/>
              <a:gd name="connsiteY87" fmla="*/ 2573039 h 3453324"/>
              <a:gd name="connsiteX88" fmla="*/ 2811838 w 4395438"/>
              <a:gd name="connsiteY88" fmla="*/ 2572683 h 3453324"/>
              <a:gd name="connsiteX89" fmla="*/ 2883509 w 4395438"/>
              <a:gd name="connsiteY89" fmla="*/ 2575884 h 3453324"/>
              <a:gd name="connsiteX90" fmla="*/ 2921211 w 4395438"/>
              <a:gd name="connsiteY90" fmla="*/ 2621412 h 3453324"/>
              <a:gd name="connsiteX91" fmla="*/ 2914808 w 4395438"/>
              <a:gd name="connsiteY91" fmla="*/ 2631371 h 3453324"/>
              <a:gd name="connsiteX92" fmla="*/ 2763998 w 4395438"/>
              <a:gd name="connsiteY92" fmla="*/ 2629237 h 3453324"/>
              <a:gd name="connsiteX93" fmla="*/ 2730563 w 4395438"/>
              <a:gd name="connsiteY93" fmla="*/ 2573750 h 3453324"/>
              <a:gd name="connsiteX94" fmla="*/ 2811838 w 4395438"/>
              <a:gd name="connsiteY94" fmla="*/ 2572683 h 3453324"/>
              <a:gd name="connsiteX95" fmla="*/ 3382004 w 4395438"/>
              <a:gd name="connsiteY95" fmla="*/ 2572416 h 3453324"/>
              <a:gd name="connsiteX96" fmla="*/ 3448339 w 4395438"/>
              <a:gd name="connsiteY96" fmla="*/ 2575884 h 3453324"/>
              <a:gd name="connsiteX97" fmla="*/ 3499559 w 4395438"/>
              <a:gd name="connsiteY97" fmla="*/ 2619278 h 3453324"/>
              <a:gd name="connsiteX98" fmla="*/ 3493156 w 4395438"/>
              <a:gd name="connsiteY98" fmla="*/ 2630660 h 3453324"/>
              <a:gd name="connsiteX99" fmla="*/ 3343768 w 4395438"/>
              <a:gd name="connsiteY99" fmla="*/ 2628525 h 3453324"/>
              <a:gd name="connsiteX100" fmla="*/ 3306776 w 4395438"/>
              <a:gd name="connsiteY100" fmla="*/ 2582998 h 3453324"/>
              <a:gd name="connsiteX101" fmla="*/ 3314602 w 4395438"/>
              <a:gd name="connsiteY101" fmla="*/ 2573750 h 3453324"/>
              <a:gd name="connsiteX102" fmla="*/ 3382004 w 4395438"/>
              <a:gd name="connsiteY102" fmla="*/ 2572416 h 3453324"/>
              <a:gd name="connsiteX103" fmla="*/ 1677731 w 4395438"/>
              <a:gd name="connsiteY103" fmla="*/ 2572327 h 3453324"/>
              <a:gd name="connsiteX104" fmla="*/ 2499367 w 4395438"/>
              <a:gd name="connsiteY104" fmla="*/ 2573039 h 3453324"/>
              <a:gd name="connsiteX105" fmla="*/ 2544895 w 4395438"/>
              <a:gd name="connsiteY105" fmla="*/ 2631372 h 3453324"/>
              <a:gd name="connsiteX106" fmla="*/ 1623666 w 4395438"/>
              <a:gd name="connsiteY106" fmla="*/ 2631372 h 3453324"/>
              <a:gd name="connsiteX107" fmla="*/ 1677731 w 4395438"/>
              <a:gd name="connsiteY107" fmla="*/ 2572327 h 3453324"/>
              <a:gd name="connsiteX108" fmla="*/ 2263902 w 4395438"/>
              <a:gd name="connsiteY108" fmla="*/ 2505458 h 3453324"/>
              <a:gd name="connsiteX109" fmla="*/ 2426096 w 4395438"/>
              <a:gd name="connsiteY109" fmla="*/ 2505458 h 3453324"/>
              <a:gd name="connsiteX110" fmla="*/ 2434632 w 4395438"/>
              <a:gd name="connsiteY110" fmla="*/ 2557388 h 3453324"/>
              <a:gd name="connsiteX111" fmla="*/ 2285243 w 4395438"/>
              <a:gd name="connsiteY111" fmla="*/ 2555254 h 3453324"/>
              <a:gd name="connsiteX112" fmla="*/ 2263902 w 4395438"/>
              <a:gd name="connsiteY112" fmla="*/ 2505458 h 3453324"/>
              <a:gd name="connsiteX113" fmla="*/ 2698462 w 4395438"/>
              <a:gd name="connsiteY113" fmla="*/ 2504213 h 3453324"/>
              <a:gd name="connsiteX114" fmla="*/ 2772533 w 4395438"/>
              <a:gd name="connsiteY114" fmla="*/ 2506881 h 3453324"/>
              <a:gd name="connsiteX115" fmla="*/ 2796721 w 4395438"/>
              <a:gd name="connsiteY115" fmla="*/ 2558100 h 3453324"/>
              <a:gd name="connsiteX116" fmla="*/ 2654446 w 4395438"/>
              <a:gd name="connsiteY116" fmla="*/ 2555965 h 3453324"/>
              <a:gd name="connsiteX117" fmla="*/ 2616743 w 4395438"/>
              <a:gd name="connsiteY117" fmla="*/ 2518263 h 3453324"/>
              <a:gd name="connsiteX118" fmla="*/ 2623857 w 4395438"/>
              <a:gd name="connsiteY118" fmla="*/ 2504746 h 3453324"/>
              <a:gd name="connsiteX119" fmla="*/ 2698462 w 4395438"/>
              <a:gd name="connsiteY119" fmla="*/ 2504213 h 3453324"/>
              <a:gd name="connsiteX120" fmla="*/ 3520100 w 4395438"/>
              <a:gd name="connsiteY120" fmla="*/ 2503680 h 3453324"/>
              <a:gd name="connsiteX121" fmla="*/ 3589192 w 4395438"/>
              <a:gd name="connsiteY121" fmla="*/ 2506882 h 3453324"/>
              <a:gd name="connsiteX122" fmla="*/ 3632586 w 4395438"/>
              <a:gd name="connsiteY122" fmla="*/ 2547429 h 3453324"/>
              <a:gd name="connsiteX123" fmla="*/ 3626183 w 4395438"/>
              <a:gd name="connsiteY123" fmla="*/ 2558100 h 3453324"/>
              <a:gd name="connsiteX124" fmla="*/ 3490311 w 4395438"/>
              <a:gd name="connsiteY124" fmla="*/ 2555966 h 3453324"/>
              <a:gd name="connsiteX125" fmla="*/ 3445494 w 4395438"/>
              <a:gd name="connsiteY125" fmla="*/ 2514706 h 3453324"/>
              <a:gd name="connsiteX126" fmla="*/ 3450474 w 4395438"/>
              <a:gd name="connsiteY126" fmla="*/ 2504747 h 3453324"/>
              <a:gd name="connsiteX127" fmla="*/ 3520100 w 4395438"/>
              <a:gd name="connsiteY127" fmla="*/ 2503680 h 3453324"/>
              <a:gd name="connsiteX128" fmla="*/ 2450993 w 4395438"/>
              <a:gd name="connsiteY128" fmla="*/ 2503324 h 3453324"/>
              <a:gd name="connsiteX129" fmla="*/ 2585443 w 4395438"/>
              <a:gd name="connsiteY129" fmla="*/ 2504035 h 3453324"/>
              <a:gd name="connsiteX130" fmla="*/ 2612475 w 4395438"/>
              <a:gd name="connsiteY130" fmla="*/ 2558099 h 3453324"/>
              <a:gd name="connsiteX131" fmla="*/ 2469489 w 4395438"/>
              <a:gd name="connsiteY131" fmla="*/ 2555965 h 3453324"/>
              <a:gd name="connsiteX132" fmla="*/ 2441034 w 4395438"/>
              <a:gd name="connsiteY132" fmla="*/ 2513283 h 3453324"/>
              <a:gd name="connsiteX133" fmla="*/ 2450993 w 4395438"/>
              <a:gd name="connsiteY133" fmla="*/ 2503324 h 3453324"/>
              <a:gd name="connsiteX134" fmla="*/ 3345102 w 4395438"/>
              <a:gd name="connsiteY134" fmla="*/ 2502969 h 3453324"/>
              <a:gd name="connsiteX135" fmla="*/ 3412771 w 4395438"/>
              <a:gd name="connsiteY135" fmla="*/ 2506171 h 3453324"/>
              <a:gd name="connsiteX136" fmla="*/ 3454030 w 4395438"/>
              <a:gd name="connsiteY136" fmla="*/ 2547429 h 3453324"/>
              <a:gd name="connsiteX137" fmla="*/ 3447628 w 4395438"/>
              <a:gd name="connsiteY137" fmla="*/ 2558100 h 3453324"/>
              <a:gd name="connsiteX138" fmla="*/ 3313890 w 4395438"/>
              <a:gd name="connsiteY138" fmla="*/ 2555967 h 3453324"/>
              <a:gd name="connsiteX139" fmla="*/ 3270496 w 4395438"/>
              <a:gd name="connsiteY139" fmla="*/ 2516129 h 3453324"/>
              <a:gd name="connsiteX140" fmla="*/ 3276899 w 4395438"/>
              <a:gd name="connsiteY140" fmla="*/ 2504036 h 3453324"/>
              <a:gd name="connsiteX141" fmla="*/ 3345102 w 4395438"/>
              <a:gd name="connsiteY141" fmla="*/ 2502969 h 3453324"/>
              <a:gd name="connsiteX142" fmla="*/ 3106969 w 4395438"/>
              <a:gd name="connsiteY142" fmla="*/ 2502791 h 3453324"/>
              <a:gd name="connsiteX143" fmla="*/ 3234928 w 4395438"/>
              <a:gd name="connsiteY143" fmla="*/ 2505459 h 3453324"/>
              <a:gd name="connsiteX144" fmla="*/ 3278321 w 4395438"/>
              <a:gd name="connsiteY144" fmla="*/ 2546007 h 3453324"/>
              <a:gd name="connsiteX145" fmla="*/ 3271919 w 4395438"/>
              <a:gd name="connsiteY145" fmla="*/ 2558100 h 3453324"/>
              <a:gd name="connsiteX146" fmla="*/ 3181574 w 4395438"/>
              <a:gd name="connsiteY146" fmla="*/ 2558100 h 3453324"/>
              <a:gd name="connsiteX147" fmla="*/ 3032897 w 4395438"/>
              <a:gd name="connsiteY147" fmla="*/ 2558100 h 3453324"/>
              <a:gd name="connsiteX148" fmla="*/ 2977410 w 4395438"/>
              <a:gd name="connsiteY148" fmla="*/ 2503324 h 3453324"/>
              <a:gd name="connsiteX149" fmla="*/ 3106969 w 4395438"/>
              <a:gd name="connsiteY149" fmla="*/ 2502791 h 3453324"/>
              <a:gd name="connsiteX150" fmla="*/ 2165555 w 4395438"/>
              <a:gd name="connsiteY150" fmla="*/ 2502791 h 3453324"/>
              <a:gd name="connsiteX151" fmla="*/ 2237582 w 4395438"/>
              <a:gd name="connsiteY151" fmla="*/ 2505459 h 3453324"/>
              <a:gd name="connsiteX152" fmla="*/ 2261769 w 4395438"/>
              <a:gd name="connsiteY152" fmla="*/ 2558100 h 3453324"/>
              <a:gd name="connsiteX153" fmla="*/ 2110246 w 4395438"/>
              <a:gd name="connsiteY153" fmla="*/ 2557389 h 3453324"/>
              <a:gd name="connsiteX154" fmla="*/ 2090327 w 4395438"/>
              <a:gd name="connsiteY154" fmla="*/ 2503324 h 3453324"/>
              <a:gd name="connsiteX155" fmla="*/ 2165555 w 4395438"/>
              <a:gd name="connsiteY155" fmla="*/ 2502791 h 3453324"/>
              <a:gd name="connsiteX156" fmla="*/ 1957301 w 4395438"/>
              <a:gd name="connsiteY156" fmla="*/ 2502613 h 3453324"/>
              <a:gd name="connsiteX157" fmla="*/ 2068274 w 4395438"/>
              <a:gd name="connsiteY157" fmla="*/ 2502613 h 3453324"/>
              <a:gd name="connsiteX158" fmla="*/ 2028438 w 4395438"/>
              <a:gd name="connsiteY158" fmla="*/ 2558811 h 3453324"/>
              <a:gd name="connsiteX159" fmla="*/ 1913195 w 4395438"/>
              <a:gd name="connsiteY159" fmla="*/ 2558811 h 3453324"/>
              <a:gd name="connsiteX160" fmla="*/ 1957301 w 4395438"/>
              <a:gd name="connsiteY160" fmla="*/ 2502613 h 3453324"/>
              <a:gd name="connsiteX161" fmla="*/ 1775900 w 4395438"/>
              <a:gd name="connsiteY161" fmla="*/ 2502613 h 3453324"/>
              <a:gd name="connsiteX162" fmla="*/ 1891142 w 4395438"/>
              <a:gd name="connsiteY162" fmla="*/ 2502613 h 3453324"/>
              <a:gd name="connsiteX163" fmla="*/ 1846326 w 4395438"/>
              <a:gd name="connsiteY163" fmla="*/ 2558100 h 3453324"/>
              <a:gd name="connsiteX164" fmla="*/ 1733928 w 4395438"/>
              <a:gd name="connsiteY164" fmla="*/ 2558100 h 3453324"/>
              <a:gd name="connsiteX165" fmla="*/ 1775900 w 4395438"/>
              <a:gd name="connsiteY165" fmla="*/ 2502613 h 3453324"/>
              <a:gd name="connsiteX166" fmla="*/ 1599478 w 4395438"/>
              <a:gd name="connsiteY166" fmla="*/ 2502613 h 3453324"/>
              <a:gd name="connsiteX167" fmla="*/ 1711164 w 4395438"/>
              <a:gd name="connsiteY167" fmla="*/ 2502613 h 3453324"/>
              <a:gd name="connsiteX168" fmla="*/ 1668482 w 4395438"/>
              <a:gd name="connsiteY168" fmla="*/ 2558100 h 3453324"/>
              <a:gd name="connsiteX169" fmla="*/ 1549682 w 4395438"/>
              <a:gd name="connsiteY169" fmla="*/ 2558100 h 3453324"/>
              <a:gd name="connsiteX170" fmla="*/ 1599478 w 4395438"/>
              <a:gd name="connsiteY170" fmla="*/ 2502613 h 3453324"/>
              <a:gd name="connsiteX171" fmla="*/ 1420213 w 4395438"/>
              <a:gd name="connsiteY171" fmla="*/ 2502613 h 3453324"/>
              <a:gd name="connsiteX172" fmla="*/ 1536166 w 4395438"/>
              <a:gd name="connsiteY172" fmla="*/ 2502613 h 3453324"/>
              <a:gd name="connsiteX173" fmla="*/ 1484236 w 4395438"/>
              <a:gd name="connsiteY173" fmla="*/ 2558100 h 3453324"/>
              <a:gd name="connsiteX174" fmla="*/ 1367571 w 4395438"/>
              <a:gd name="connsiteY174" fmla="*/ 2558100 h 3453324"/>
              <a:gd name="connsiteX175" fmla="*/ 1420213 w 4395438"/>
              <a:gd name="connsiteY175" fmla="*/ 2502613 h 3453324"/>
              <a:gd name="connsiteX176" fmla="*/ 1240947 w 4395438"/>
              <a:gd name="connsiteY176" fmla="*/ 2502613 h 3453324"/>
              <a:gd name="connsiteX177" fmla="*/ 1357613 w 4395438"/>
              <a:gd name="connsiteY177" fmla="*/ 2502613 h 3453324"/>
              <a:gd name="connsiteX178" fmla="*/ 1300703 w 4395438"/>
              <a:gd name="connsiteY178" fmla="*/ 2558100 h 3453324"/>
              <a:gd name="connsiteX179" fmla="*/ 1184037 w 4395438"/>
              <a:gd name="connsiteY179" fmla="*/ 2558100 h 3453324"/>
              <a:gd name="connsiteX180" fmla="*/ 1240947 w 4395438"/>
              <a:gd name="connsiteY180" fmla="*/ 2502613 h 3453324"/>
              <a:gd name="connsiteX181" fmla="*/ 2870348 w 4395438"/>
              <a:gd name="connsiteY181" fmla="*/ 2502257 h 3453324"/>
              <a:gd name="connsiteX182" fmla="*/ 2938995 w 4395438"/>
              <a:gd name="connsiteY182" fmla="*/ 2505458 h 3453324"/>
              <a:gd name="connsiteX183" fmla="*/ 2975275 w 4395438"/>
              <a:gd name="connsiteY183" fmla="*/ 2547429 h 3453324"/>
              <a:gd name="connsiteX184" fmla="*/ 2966027 w 4395438"/>
              <a:gd name="connsiteY184" fmla="*/ 2558100 h 3453324"/>
              <a:gd name="connsiteX185" fmla="*/ 2831578 w 4395438"/>
              <a:gd name="connsiteY185" fmla="*/ 2555966 h 3453324"/>
              <a:gd name="connsiteX186" fmla="*/ 2793875 w 4395438"/>
              <a:gd name="connsiteY186" fmla="*/ 2513283 h 3453324"/>
              <a:gd name="connsiteX187" fmla="*/ 2801701 w 4395438"/>
              <a:gd name="connsiteY187" fmla="*/ 2503324 h 3453324"/>
              <a:gd name="connsiteX188" fmla="*/ 2870348 w 4395438"/>
              <a:gd name="connsiteY188" fmla="*/ 2502257 h 3453324"/>
              <a:gd name="connsiteX189" fmla="*/ 1060969 w 4395438"/>
              <a:gd name="connsiteY189" fmla="*/ 2501190 h 3453324"/>
              <a:gd name="connsiteX190" fmla="*/ 1177634 w 4395438"/>
              <a:gd name="connsiteY190" fmla="*/ 2501901 h 3453324"/>
              <a:gd name="connsiteX191" fmla="*/ 1115745 w 4395438"/>
              <a:gd name="connsiteY191" fmla="*/ 2558100 h 3453324"/>
              <a:gd name="connsiteX192" fmla="*/ 998368 w 4395438"/>
              <a:gd name="connsiteY192" fmla="*/ 2558100 h 3453324"/>
              <a:gd name="connsiteX193" fmla="*/ 1060969 w 4395438"/>
              <a:gd name="connsiteY193" fmla="*/ 2501190 h 3453324"/>
              <a:gd name="connsiteX194" fmla="*/ 857515 w 4395438"/>
              <a:gd name="connsiteY194" fmla="*/ 2501190 h 3453324"/>
              <a:gd name="connsiteX195" fmla="*/ 995522 w 4395438"/>
              <a:gd name="connsiteY195" fmla="*/ 2501901 h 3453324"/>
              <a:gd name="connsiteX196" fmla="*/ 935055 w 4395438"/>
              <a:gd name="connsiteY196" fmla="*/ 2557389 h 3453324"/>
              <a:gd name="connsiteX197" fmla="*/ 780688 w 4395438"/>
              <a:gd name="connsiteY197" fmla="*/ 2558100 h 3453324"/>
              <a:gd name="connsiteX198" fmla="*/ 857515 w 4395438"/>
              <a:gd name="connsiteY198" fmla="*/ 2501190 h 3453324"/>
              <a:gd name="connsiteX199" fmla="*/ 2189208 w 4395438"/>
              <a:gd name="connsiteY199" fmla="*/ 2440011 h 3453324"/>
              <a:gd name="connsiteX200" fmla="*/ 2338596 w 4395438"/>
              <a:gd name="connsiteY200" fmla="*/ 2440011 h 3453324"/>
              <a:gd name="connsiteX201" fmla="*/ 2345710 w 4395438"/>
              <a:gd name="connsiteY201" fmla="*/ 2483405 h 3453324"/>
              <a:gd name="connsiteX202" fmla="*/ 2189208 w 4395438"/>
              <a:gd name="connsiteY202" fmla="*/ 2483405 h 3453324"/>
              <a:gd name="connsiteX203" fmla="*/ 2189208 w 4395438"/>
              <a:gd name="connsiteY203" fmla="*/ 2440011 h 3453324"/>
              <a:gd name="connsiteX204" fmla="*/ 3481329 w 4395438"/>
              <a:gd name="connsiteY204" fmla="*/ 2439211 h 3453324"/>
              <a:gd name="connsiteX205" fmla="*/ 3550065 w 4395438"/>
              <a:gd name="connsiteY205" fmla="*/ 2442146 h 3453324"/>
              <a:gd name="connsiteX206" fmla="*/ 3592036 w 4395438"/>
              <a:gd name="connsiteY206" fmla="*/ 2486962 h 3453324"/>
              <a:gd name="connsiteX207" fmla="*/ 3445494 w 4395438"/>
              <a:gd name="connsiteY207" fmla="*/ 2485539 h 3453324"/>
              <a:gd name="connsiteX208" fmla="*/ 3408502 w 4395438"/>
              <a:gd name="connsiteY208" fmla="*/ 2449259 h 3453324"/>
              <a:gd name="connsiteX209" fmla="*/ 3412059 w 4395438"/>
              <a:gd name="connsiteY209" fmla="*/ 2440012 h 3453324"/>
              <a:gd name="connsiteX210" fmla="*/ 3481329 w 4395438"/>
              <a:gd name="connsiteY210" fmla="*/ 2439211 h 3453324"/>
              <a:gd name="connsiteX211" fmla="*/ 2599582 w 4395438"/>
              <a:gd name="connsiteY211" fmla="*/ 2438767 h 3453324"/>
              <a:gd name="connsiteX212" fmla="*/ 2668674 w 4395438"/>
              <a:gd name="connsiteY212" fmla="*/ 2441435 h 3453324"/>
              <a:gd name="connsiteX213" fmla="*/ 2697840 w 4395438"/>
              <a:gd name="connsiteY213" fmla="*/ 2487673 h 3453324"/>
              <a:gd name="connsiteX214" fmla="*/ 2553431 w 4395438"/>
              <a:gd name="connsiteY214" fmla="*/ 2486251 h 3453324"/>
              <a:gd name="connsiteX215" fmla="*/ 2522842 w 4395438"/>
              <a:gd name="connsiteY215" fmla="*/ 2450682 h 3453324"/>
              <a:gd name="connsiteX216" fmla="*/ 2529956 w 4395438"/>
              <a:gd name="connsiteY216" fmla="*/ 2439300 h 3453324"/>
              <a:gd name="connsiteX217" fmla="*/ 2599582 w 4395438"/>
              <a:gd name="connsiteY217" fmla="*/ 2438767 h 3453324"/>
              <a:gd name="connsiteX218" fmla="*/ 2768889 w 4395438"/>
              <a:gd name="connsiteY218" fmla="*/ 2438500 h 3453324"/>
              <a:gd name="connsiteX219" fmla="*/ 2836558 w 4395438"/>
              <a:gd name="connsiteY219" fmla="*/ 2441435 h 3453324"/>
              <a:gd name="connsiteX220" fmla="*/ 2865725 w 4395438"/>
              <a:gd name="connsiteY220" fmla="*/ 2480560 h 3453324"/>
              <a:gd name="connsiteX221" fmla="*/ 2855054 w 4395438"/>
              <a:gd name="connsiteY221" fmla="*/ 2488385 h 3453324"/>
              <a:gd name="connsiteX222" fmla="*/ 2746214 w 4395438"/>
              <a:gd name="connsiteY222" fmla="*/ 2488385 h 3453324"/>
              <a:gd name="connsiteX223" fmla="*/ 2700686 w 4395438"/>
              <a:gd name="connsiteY223" fmla="*/ 2439301 h 3453324"/>
              <a:gd name="connsiteX224" fmla="*/ 2768889 w 4395438"/>
              <a:gd name="connsiteY224" fmla="*/ 2438500 h 3453324"/>
              <a:gd name="connsiteX225" fmla="*/ 2428497 w 4395438"/>
              <a:gd name="connsiteY225" fmla="*/ 2437077 h 3453324"/>
              <a:gd name="connsiteX226" fmla="*/ 2495099 w 4395438"/>
              <a:gd name="connsiteY226" fmla="*/ 2440012 h 3453324"/>
              <a:gd name="connsiteX227" fmla="*/ 2522843 w 4395438"/>
              <a:gd name="connsiteY227" fmla="*/ 2478426 h 3453324"/>
              <a:gd name="connsiteX228" fmla="*/ 2515729 w 4395438"/>
              <a:gd name="connsiteY228" fmla="*/ 2487674 h 3453324"/>
              <a:gd name="connsiteX229" fmla="*/ 2378434 w 4395438"/>
              <a:gd name="connsiteY229" fmla="*/ 2485539 h 3453324"/>
              <a:gd name="connsiteX230" fmla="*/ 2352824 w 4395438"/>
              <a:gd name="connsiteY230" fmla="*/ 2447125 h 3453324"/>
              <a:gd name="connsiteX231" fmla="*/ 2361361 w 4395438"/>
              <a:gd name="connsiteY231" fmla="*/ 2437878 h 3453324"/>
              <a:gd name="connsiteX232" fmla="*/ 2428497 w 4395438"/>
              <a:gd name="connsiteY232" fmla="*/ 2437077 h 3453324"/>
              <a:gd name="connsiteX233" fmla="*/ 3101634 w 4395438"/>
              <a:gd name="connsiteY233" fmla="*/ 2436722 h 3453324"/>
              <a:gd name="connsiteX234" fmla="*/ 3164501 w 4395438"/>
              <a:gd name="connsiteY234" fmla="*/ 2439301 h 3453324"/>
              <a:gd name="connsiteX235" fmla="*/ 3209318 w 4395438"/>
              <a:gd name="connsiteY235" fmla="*/ 2472735 h 3453324"/>
              <a:gd name="connsiteX236" fmla="*/ 3203626 w 4395438"/>
              <a:gd name="connsiteY236" fmla="*/ 2485540 h 3453324"/>
              <a:gd name="connsiteX237" fmla="*/ 3059218 w 4395438"/>
              <a:gd name="connsiteY237" fmla="*/ 2483406 h 3453324"/>
              <a:gd name="connsiteX238" fmla="*/ 3030763 w 4395438"/>
              <a:gd name="connsiteY238" fmla="*/ 2437878 h 3453324"/>
              <a:gd name="connsiteX239" fmla="*/ 3101634 w 4395438"/>
              <a:gd name="connsiteY239" fmla="*/ 2436722 h 3453324"/>
              <a:gd name="connsiteX240" fmla="*/ 2934639 w 4395438"/>
              <a:gd name="connsiteY240" fmla="*/ 2436722 h 3453324"/>
              <a:gd name="connsiteX241" fmla="*/ 2997329 w 4395438"/>
              <a:gd name="connsiteY241" fmla="*/ 2439301 h 3453324"/>
              <a:gd name="connsiteX242" fmla="*/ 3037877 w 4395438"/>
              <a:gd name="connsiteY242" fmla="*/ 2475580 h 3453324"/>
              <a:gd name="connsiteX243" fmla="*/ 3030764 w 4395438"/>
              <a:gd name="connsiteY243" fmla="*/ 2486962 h 3453324"/>
              <a:gd name="connsiteX244" fmla="*/ 2894891 w 4395438"/>
              <a:gd name="connsiteY244" fmla="*/ 2484829 h 3453324"/>
              <a:gd name="connsiteX245" fmla="*/ 2862879 w 4395438"/>
              <a:gd name="connsiteY245" fmla="*/ 2447126 h 3453324"/>
              <a:gd name="connsiteX246" fmla="*/ 2871416 w 4395438"/>
              <a:gd name="connsiteY246" fmla="*/ 2437878 h 3453324"/>
              <a:gd name="connsiteX247" fmla="*/ 2934639 w 4395438"/>
              <a:gd name="connsiteY247" fmla="*/ 2436722 h 3453324"/>
              <a:gd name="connsiteX248" fmla="*/ 2056892 w 4395438"/>
              <a:gd name="connsiteY248" fmla="*/ 2436455 h 3453324"/>
              <a:gd name="connsiteX249" fmla="*/ 2131587 w 4395438"/>
              <a:gd name="connsiteY249" fmla="*/ 2437167 h 3453324"/>
              <a:gd name="connsiteX250" fmla="*/ 2166444 w 4395438"/>
              <a:gd name="connsiteY250" fmla="*/ 2485540 h 3453324"/>
              <a:gd name="connsiteX251" fmla="*/ 2019901 w 4395438"/>
              <a:gd name="connsiteY251" fmla="*/ 2485540 h 3453324"/>
              <a:gd name="connsiteX252" fmla="*/ 2056892 w 4395438"/>
              <a:gd name="connsiteY252" fmla="*/ 2436455 h 3453324"/>
              <a:gd name="connsiteX253" fmla="*/ 1889720 w 4395438"/>
              <a:gd name="connsiteY253" fmla="*/ 2435032 h 3453324"/>
              <a:gd name="connsiteX254" fmla="*/ 1981487 w 4395438"/>
              <a:gd name="connsiteY254" fmla="*/ 2437166 h 3453324"/>
              <a:gd name="connsiteX255" fmla="*/ 1998560 w 4395438"/>
              <a:gd name="connsiteY255" fmla="*/ 2459930 h 3453324"/>
              <a:gd name="connsiteX256" fmla="*/ 1980775 w 4395438"/>
              <a:gd name="connsiteY256" fmla="*/ 2486251 h 3453324"/>
              <a:gd name="connsiteX257" fmla="*/ 1843480 w 4395438"/>
              <a:gd name="connsiteY257" fmla="*/ 2487674 h 3453324"/>
              <a:gd name="connsiteX258" fmla="*/ 1889720 w 4395438"/>
              <a:gd name="connsiteY258" fmla="*/ 2435032 h 3453324"/>
              <a:gd name="connsiteX259" fmla="*/ 1711877 w 4395438"/>
              <a:gd name="connsiteY259" fmla="*/ 2435032 h 3453324"/>
              <a:gd name="connsiteX260" fmla="*/ 1825697 w 4395438"/>
              <a:gd name="connsiteY260" fmla="*/ 2435032 h 3453324"/>
              <a:gd name="connsiteX261" fmla="*/ 1785148 w 4395438"/>
              <a:gd name="connsiteY261" fmla="*/ 2489096 h 3453324"/>
              <a:gd name="connsiteX262" fmla="*/ 1672750 w 4395438"/>
              <a:gd name="connsiteY262" fmla="*/ 2488385 h 3453324"/>
              <a:gd name="connsiteX263" fmla="*/ 1711877 w 4395438"/>
              <a:gd name="connsiteY263" fmla="*/ 2435032 h 3453324"/>
              <a:gd name="connsiteX264" fmla="*/ 1543281 w 4395438"/>
              <a:gd name="connsiteY264" fmla="*/ 2434321 h 3453324"/>
              <a:gd name="connsiteX265" fmla="*/ 1654967 w 4395438"/>
              <a:gd name="connsiteY265" fmla="*/ 2435033 h 3453324"/>
              <a:gd name="connsiteX266" fmla="*/ 1608727 w 4395438"/>
              <a:gd name="connsiteY266" fmla="*/ 2488385 h 3453324"/>
              <a:gd name="connsiteX267" fmla="*/ 1495619 w 4395438"/>
              <a:gd name="connsiteY267" fmla="*/ 2487674 h 3453324"/>
              <a:gd name="connsiteX268" fmla="*/ 1543281 w 4395438"/>
              <a:gd name="connsiteY268" fmla="*/ 2434321 h 3453324"/>
              <a:gd name="connsiteX269" fmla="*/ 887395 w 4395438"/>
              <a:gd name="connsiteY269" fmla="*/ 2434321 h 3453324"/>
              <a:gd name="connsiteX270" fmla="*/ 1126416 w 4395438"/>
              <a:gd name="connsiteY270" fmla="*/ 2434321 h 3453324"/>
              <a:gd name="connsiteX271" fmla="*/ 1063815 w 4395438"/>
              <a:gd name="connsiteY271" fmla="*/ 2488385 h 3453324"/>
              <a:gd name="connsiteX272" fmla="*/ 824082 w 4395438"/>
              <a:gd name="connsiteY272" fmla="*/ 2487673 h 3453324"/>
              <a:gd name="connsiteX273" fmla="*/ 887395 w 4395438"/>
              <a:gd name="connsiteY273" fmla="*/ 2434321 h 3453324"/>
              <a:gd name="connsiteX274" fmla="*/ 1368994 w 4395438"/>
              <a:gd name="connsiteY274" fmla="*/ 2433610 h 3453324"/>
              <a:gd name="connsiteX275" fmla="*/ 1482814 w 4395438"/>
              <a:gd name="connsiteY275" fmla="*/ 2434322 h 3453324"/>
              <a:gd name="connsiteX276" fmla="*/ 1428037 w 4395438"/>
              <a:gd name="connsiteY276" fmla="*/ 2487674 h 3453324"/>
              <a:gd name="connsiteX277" fmla="*/ 1317063 w 4395438"/>
              <a:gd name="connsiteY277" fmla="*/ 2486963 h 3453324"/>
              <a:gd name="connsiteX278" fmla="*/ 1368994 w 4395438"/>
              <a:gd name="connsiteY278" fmla="*/ 2433610 h 3453324"/>
              <a:gd name="connsiteX279" fmla="*/ 1196841 w 4395438"/>
              <a:gd name="connsiteY279" fmla="*/ 2433609 h 3453324"/>
              <a:gd name="connsiteX280" fmla="*/ 1310661 w 4395438"/>
              <a:gd name="connsiteY280" fmla="*/ 2434320 h 3453324"/>
              <a:gd name="connsiteX281" fmla="*/ 1255174 w 4395438"/>
              <a:gd name="connsiteY281" fmla="*/ 2488385 h 3453324"/>
              <a:gd name="connsiteX282" fmla="*/ 1141354 w 4395438"/>
              <a:gd name="connsiteY282" fmla="*/ 2487674 h 3453324"/>
              <a:gd name="connsiteX283" fmla="*/ 1196841 w 4395438"/>
              <a:gd name="connsiteY283" fmla="*/ 2433609 h 3453324"/>
              <a:gd name="connsiteX284" fmla="*/ 2110957 w 4395438"/>
              <a:gd name="connsiteY284" fmla="*/ 2377411 h 3453324"/>
              <a:gd name="connsiteX285" fmla="*/ 2256789 w 4395438"/>
              <a:gd name="connsiteY285" fmla="*/ 2377411 h 3453324"/>
              <a:gd name="connsiteX286" fmla="*/ 2258923 w 4395438"/>
              <a:gd name="connsiteY286" fmla="*/ 2420093 h 3453324"/>
              <a:gd name="connsiteX287" fmla="*/ 2110957 w 4395438"/>
              <a:gd name="connsiteY287" fmla="*/ 2420093 h 3453324"/>
              <a:gd name="connsiteX288" fmla="*/ 2110957 w 4395438"/>
              <a:gd name="connsiteY288" fmla="*/ 2377411 h 3453324"/>
              <a:gd name="connsiteX289" fmla="*/ 1943783 w 4395438"/>
              <a:gd name="connsiteY289" fmla="*/ 2376699 h 3453324"/>
              <a:gd name="connsiteX290" fmla="*/ 2090327 w 4395438"/>
              <a:gd name="connsiteY290" fmla="*/ 2376699 h 3453324"/>
              <a:gd name="connsiteX291" fmla="*/ 2090327 w 4395438"/>
              <a:gd name="connsiteY291" fmla="*/ 2419381 h 3453324"/>
              <a:gd name="connsiteX292" fmla="*/ 1938804 w 4395438"/>
              <a:gd name="connsiteY292" fmla="*/ 2419381 h 3453324"/>
              <a:gd name="connsiteX293" fmla="*/ 1943783 w 4395438"/>
              <a:gd name="connsiteY293" fmla="*/ 2376699 h 3453324"/>
              <a:gd name="connsiteX294" fmla="*/ 3440782 w 4395438"/>
              <a:gd name="connsiteY294" fmla="*/ 2375544 h 3453324"/>
              <a:gd name="connsiteX295" fmla="*/ 3503115 w 4395438"/>
              <a:gd name="connsiteY295" fmla="*/ 2378123 h 3453324"/>
              <a:gd name="connsiteX296" fmla="*/ 3544375 w 4395438"/>
              <a:gd name="connsiteY296" fmla="*/ 2413691 h 3453324"/>
              <a:gd name="connsiteX297" fmla="*/ 3539396 w 4395438"/>
              <a:gd name="connsiteY297" fmla="*/ 2422939 h 3453324"/>
              <a:gd name="connsiteX298" fmla="*/ 3409926 w 4395438"/>
              <a:gd name="connsiteY298" fmla="*/ 2421517 h 3453324"/>
              <a:gd name="connsiteX299" fmla="*/ 3372934 w 4395438"/>
              <a:gd name="connsiteY299" fmla="*/ 2386659 h 3453324"/>
              <a:gd name="connsiteX300" fmla="*/ 3377914 w 4395438"/>
              <a:gd name="connsiteY300" fmla="*/ 2376700 h 3453324"/>
              <a:gd name="connsiteX301" fmla="*/ 3440782 w 4395438"/>
              <a:gd name="connsiteY301" fmla="*/ 2375544 h 3453324"/>
              <a:gd name="connsiteX302" fmla="*/ 2506392 w 4395438"/>
              <a:gd name="connsiteY302" fmla="*/ 2375366 h 3453324"/>
              <a:gd name="connsiteX303" fmla="*/ 2572639 w 4395438"/>
              <a:gd name="connsiteY303" fmla="*/ 2377411 h 3453324"/>
              <a:gd name="connsiteX304" fmla="*/ 2598959 w 4395438"/>
              <a:gd name="connsiteY304" fmla="*/ 2412979 h 3453324"/>
              <a:gd name="connsiteX305" fmla="*/ 2592557 w 4395438"/>
              <a:gd name="connsiteY305" fmla="*/ 2422227 h 3453324"/>
              <a:gd name="connsiteX306" fmla="*/ 2459530 w 4395438"/>
              <a:gd name="connsiteY306" fmla="*/ 2420805 h 3453324"/>
              <a:gd name="connsiteX307" fmla="*/ 2431075 w 4395438"/>
              <a:gd name="connsiteY307" fmla="*/ 2375988 h 3453324"/>
              <a:gd name="connsiteX308" fmla="*/ 2506392 w 4395438"/>
              <a:gd name="connsiteY308" fmla="*/ 2375366 h 3453324"/>
              <a:gd name="connsiteX309" fmla="*/ 2342865 w 4395438"/>
              <a:gd name="connsiteY309" fmla="*/ 2375366 h 3453324"/>
              <a:gd name="connsiteX310" fmla="*/ 2409023 w 4395438"/>
              <a:gd name="connsiteY310" fmla="*/ 2377411 h 3453324"/>
              <a:gd name="connsiteX311" fmla="*/ 2436766 w 4395438"/>
              <a:gd name="connsiteY311" fmla="*/ 2422938 h 3453324"/>
              <a:gd name="connsiteX312" fmla="*/ 2294492 w 4395438"/>
              <a:gd name="connsiteY312" fmla="*/ 2421516 h 3453324"/>
              <a:gd name="connsiteX313" fmla="*/ 2268882 w 4395438"/>
              <a:gd name="connsiteY313" fmla="*/ 2386659 h 3453324"/>
              <a:gd name="connsiteX314" fmla="*/ 2276708 w 4395438"/>
              <a:gd name="connsiteY314" fmla="*/ 2375988 h 3453324"/>
              <a:gd name="connsiteX315" fmla="*/ 2342865 w 4395438"/>
              <a:gd name="connsiteY315" fmla="*/ 2375366 h 3453324"/>
              <a:gd name="connsiteX316" fmla="*/ 3109014 w 4395438"/>
              <a:gd name="connsiteY316" fmla="*/ 2375277 h 3453324"/>
              <a:gd name="connsiteX317" fmla="*/ 3249155 w 4395438"/>
              <a:gd name="connsiteY317" fmla="*/ 2375277 h 3453324"/>
              <a:gd name="connsiteX318" fmla="*/ 3408503 w 4395438"/>
              <a:gd name="connsiteY318" fmla="*/ 2472024 h 3453324"/>
              <a:gd name="connsiteX319" fmla="*/ 3416328 w 4395438"/>
              <a:gd name="connsiteY319" fmla="*/ 2489808 h 3453324"/>
              <a:gd name="connsiteX320" fmla="*/ 3246309 w 4395438"/>
              <a:gd name="connsiteY320" fmla="*/ 2488385 h 3453324"/>
              <a:gd name="connsiteX321" fmla="*/ 3219989 w 4395438"/>
              <a:gd name="connsiteY321" fmla="*/ 2459219 h 3453324"/>
              <a:gd name="connsiteX322" fmla="*/ 3161656 w 4395438"/>
              <a:gd name="connsiteY322" fmla="*/ 2422228 h 3453324"/>
              <a:gd name="connsiteX323" fmla="*/ 3109014 w 4395438"/>
              <a:gd name="connsiteY323" fmla="*/ 2375277 h 3453324"/>
              <a:gd name="connsiteX324" fmla="*/ 3001508 w 4395438"/>
              <a:gd name="connsiteY324" fmla="*/ 2375099 h 3453324"/>
              <a:gd name="connsiteX325" fmla="*/ 3065620 w 4395438"/>
              <a:gd name="connsiteY325" fmla="*/ 2377411 h 3453324"/>
              <a:gd name="connsiteX326" fmla="*/ 3098343 w 4395438"/>
              <a:gd name="connsiteY326" fmla="*/ 2411557 h 3453324"/>
              <a:gd name="connsiteX327" fmla="*/ 3091941 w 4395438"/>
              <a:gd name="connsiteY327" fmla="*/ 2422939 h 3453324"/>
              <a:gd name="connsiteX328" fmla="*/ 2965316 w 4395438"/>
              <a:gd name="connsiteY328" fmla="*/ 2421516 h 3453324"/>
              <a:gd name="connsiteX329" fmla="*/ 2930459 w 4395438"/>
              <a:gd name="connsiteY329" fmla="*/ 2386659 h 3453324"/>
              <a:gd name="connsiteX330" fmla="*/ 2936861 w 4395438"/>
              <a:gd name="connsiteY330" fmla="*/ 2375988 h 3453324"/>
              <a:gd name="connsiteX331" fmla="*/ 3001508 w 4395438"/>
              <a:gd name="connsiteY331" fmla="*/ 2375099 h 3453324"/>
              <a:gd name="connsiteX332" fmla="*/ 2836202 w 4395438"/>
              <a:gd name="connsiteY332" fmla="*/ 2375099 h 3453324"/>
              <a:gd name="connsiteX333" fmla="*/ 2899158 w 4395438"/>
              <a:gd name="connsiteY333" fmla="*/ 2377411 h 3453324"/>
              <a:gd name="connsiteX334" fmla="*/ 2933304 w 4395438"/>
              <a:gd name="connsiteY334" fmla="*/ 2412268 h 3453324"/>
              <a:gd name="connsiteX335" fmla="*/ 2924057 w 4395438"/>
              <a:gd name="connsiteY335" fmla="*/ 2422939 h 3453324"/>
              <a:gd name="connsiteX336" fmla="*/ 2800989 w 4395438"/>
              <a:gd name="connsiteY336" fmla="*/ 2421516 h 3453324"/>
              <a:gd name="connsiteX337" fmla="*/ 2765420 w 4395438"/>
              <a:gd name="connsiteY337" fmla="*/ 2387370 h 3453324"/>
              <a:gd name="connsiteX338" fmla="*/ 2773246 w 4395438"/>
              <a:gd name="connsiteY338" fmla="*/ 2375988 h 3453324"/>
              <a:gd name="connsiteX339" fmla="*/ 2836202 w 4395438"/>
              <a:gd name="connsiteY339" fmla="*/ 2375099 h 3453324"/>
              <a:gd name="connsiteX340" fmla="*/ 2671431 w 4395438"/>
              <a:gd name="connsiteY340" fmla="*/ 2374388 h 3453324"/>
              <a:gd name="connsiteX341" fmla="*/ 2732698 w 4395438"/>
              <a:gd name="connsiteY341" fmla="*/ 2376700 h 3453324"/>
              <a:gd name="connsiteX342" fmla="*/ 2765421 w 4395438"/>
              <a:gd name="connsiteY342" fmla="*/ 2410135 h 3453324"/>
              <a:gd name="connsiteX343" fmla="*/ 2758307 w 4395438"/>
              <a:gd name="connsiteY343" fmla="*/ 2421517 h 3453324"/>
              <a:gd name="connsiteX344" fmla="*/ 2625992 w 4395438"/>
              <a:gd name="connsiteY344" fmla="*/ 2420094 h 3453324"/>
              <a:gd name="connsiteX345" fmla="*/ 2601805 w 4395438"/>
              <a:gd name="connsiteY345" fmla="*/ 2385236 h 3453324"/>
              <a:gd name="connsiteX346" fmla="*/ 2609631 w 4395438"/>
              <a:gd name="connsiteY346" fmla="*/ 2375277 h 3453324"/>
              <a:gd name="connsiteX347" fmla="*/ 2671431 w 4395438"/>
              <a:gd name="connsiteY347" fmla="*/ 2374388 h 3453324"/>
              <a:gd name="connsiteX348" fmla="*/ 1814315 w 4395438"/>
              <a:gd name="connsiteY348" fmla="*/ 2373144 h 3453324"/>
              <a:gd name="connsiteX349" fmla="*/ 1923866 w 4395438"/>
              <a:gd name="connsiteY349" fmla="*/ 2373855 h 3453324"/>
              <a:gd name="connsiteX350" fmla="*/ 1883318 w 4395438"/>
              <a:gd name="connsiteY350" fmla="*/ 2422940 h 3453324"/>
              <a:gd name="connsiteX351" fmla="*/ 1774477 w 4395438"/>
              <a:gd name="connsiteY351" fmla="*/ 2422228 h 3453324"/>
              <a:gd name="connsiteX352" fmla="*/ 1814315 w 4395438"/>
              <a:gd name="connsiteY352" fmla="*/ 2373144 h 3453324"/>
              <a:gd name="connsiteX353" fmla="*/ 1645719 w 4395438"/>
              <a:gd name="connsiteY353" fmla="*/ 2373143 h 3453324"/>
              <a:gd name="connsiteX354" fmla="*/ 1754560 w 4395438"/>
              <a:gd name="connsiteY354" fmla="*/ 2373854 h 3453324"/>
              <a:gd name="connsiteX355" fmla="*/ 1717568 w 4395438"/>
              <a:gd name="connsiteY355" fmla="*/ 2422939 h 3453324"/>
              <a:gd name="connsiteX356" fmla="*/ 1605882 w 4395438"/>
              <a:gd name="connsiteY356" fmla="*/ 2422227 h 3453324"/>
              <a:gd name="connsiteX357" fmla="*/ 1645719 w 4395438"/>
              <a:gd name="connsiteY357" fmla="*/ 2373143 h 3453324"/>
              <a:gd name="connsiteX358" fmla="*/ 1479968 w 4395438"/>
              <a:gd name="connsiteY358" fmla="*/ 2372432 h 3453324"/>
              <a:gd name="connsiteX359" fmla="*/ 1590230 w 4395438"/>
              <a:gd name="connsiteY359" fmla="*/ 2373143 h 3453324"/>
              <a:gd name="connsiteX360" fmla="*/ 1542569 w 4395438"/>
              <a:gd name="connsiteY360" fmla="*/ 2422939 h 3453324"/>
              <a:gd name="connsiteX361" fmla="*/ 1433728 w 4395438"/>
              <a:gd name="connsiteY361" fmla="*/ 2422228 h 3453324"/>
              <a:gd name="connsiteX362" fmla="*/ 1479968 w 4395438"/>
              <a:gd name="connsiteY362" fmla="*/ 2372432 h 3453324"/>
              <a:gd name="connsiteX363" fmla="*/ 1312083 w 4395438"/>
              <a:gd name="connsiteY363" fmla="*/ 2372431 h 3453324"/>
              <a:gd name="connsiteX364" fmla="*/ 1423058 w 4395438"/>
              <a:gd name="connsiteY364" fmla="*/ 2373142 h 3453324"/>
              <a:gd name="connsiteX365" fmla="*/ 1373973 w 4395438"/>
              <a:gd name="connsiteY365" fmla="*/ 2422938 h 3453324"/>
              <a:gd name="connsiteX366" fmla="*/ 1262999 w 4395438"/>
              <a:gd name="connsiteY366" fmla="*/ 2422227 h 3453324"/>
              <a:gd name="connsiteX367" fmla="*/ 1312083 w 4395438"/>
              <a:gd name="connsiteY367" fmla="*/ 2372431 h 3453324"/>
              <a:gd name="connsiteX368" fmla="*/ 1159406 w 4395438"/>
              <a:gd name="connsiteY368" fmla="*/ 2371276 h 3453324"/>
              <a:gd name="connsiteX369" fmla="*/ 1254462 w 4395438"/>
              <a:gd name="connsiteY369" fmla="*/ 2376700 h 3453324"/>
              <a:gd name="connsiteX370" fmla="*/ 1205378 w 4395438"/>
              <a:gd name="connsiteY370" fmla="*/ 2422228 h 3453324"/>
              <a:gd name="connsiteX371" fmla="*/ 898064 w 4395438"/>
              <a:gd name="connsiteY371" fmla="*/ 2422228 h 3453324"/>
              <a:gd name="connsiteX372" fmla="*/ 865341 w 4395438"/>
              <a:gd name="connsiteY372" fmla="*/ 2419382 h 3453324"/>
              <a:gd name="connsiteX373" fmla="*/ 922963 w 4395438"/>
              <a:gd name="connsiteY373" fmla="*/ 2372432 h 3453324"/>
              <a:gd name="connsiteX374" fmla="*/ 1068083 w 4395438"/>
              <a:gd name="connsiteY374" fmla="*/ 2373854 h 3453324"/>
              <a:gd name="connsiteX375" fmla="*/ 1102229 w 4395438"/>
              <a:gd name="connsiteY375" fmla="*/ 2384525 h 3453324"/>
              <a:gd name="connsiteX376" fmla="*/ 1159406 w 4395438"/>
              <a:gd name="connsiteY376" fmla="*/ 2371276 h 3453324"/>
              <a:gd name="connsiteX377" fmla="*/ 2381279 w 4395438"/>
              <a:gd name="connsiteY377" fmla="*/ 2319078 h 3453324"/>
              <a:gd name="connsiteX378" fmla="*/ 2524266 w 4395438"/>
              <a:gd name="connsiteY378" fmla="*/ 2319078 h 3453324"/>
              <a:gd name="connsiteX379" fmla="*/ 2530668 w 4395438"/>
              <a:gd name="connsiteY379" fmla="*/ 2358205 h 3453324"/>
              <a:gd name="connsiteX380" fmla="*/ 2388393 w 4395438"/>
              <a:gd name="connsiteY380" fmla="*/ 2358205 h 3453324"/>
              <a:gd name="connsiteX381" fmla="*/ 2381279 w 4395438"/>
              <a:gd name="connsiteY381" fmla="*/ 2319078 h 3453324"/>
              <a:gd name="connsiteX382" fmla="*/ 3407348 w 4395438"/>
              <a:gd name="connsiteY382" fmla="*/ 2318189 h 3453324"/>
              <a:gd name="connsiteX383" fmla="*/ 3469681 w 4395438"/>
              <a:gd name="connsiteY383" fmla="*/ 2320501 h 3453324"/>
              <a:gd name="connsiteX384" fmla="*/ 3511653 w 4395438"/>
              <a:gd name="connsiteY384" fmla="*/ 2361049 h 3453324"/>
              <a:gd name="connsiteX385" fmla="*/ 3376492 w 4395438"/>
              <a:gd name="connsiteY385" fmla="*/ 2359627 h 3453324"/>
              <a:gd name="connsiteX386" fmla="*/ 3339500 w 4395438"/>
              <a:gd name="connsiteY386" fmla="*/ 2329749 h 3453324"/>
              <a:gd name="connsiteX387" fmla="*/ 3344480 w 4395438"/>
              <a:gd name="connsiteY387" fmla="*/ 2319078 h 3453324"/>
              <a:gd name="connsiteX388" fmla="*/ 3407348 w 4395438"/>
              <a:gd name="connsiteY388" fmla="*/ 2318189 h 3453324"/>
              <a:gd name="connsiteX389" fmla="*/ 2767821 w 4395438"/>
              <a:gd name="connsiteY389" fmla="*/ 2317745 h 3453324"/>
              <a:gd name="connsiteX390" fmla="*/ 2830155 w 4395438"/>
              <a:gd name="connsiteY390" fmla="*/ 2319790 h 3453324"/>
              <a:gd name="connsiteX391" fmla="*/ 2857899 w 4395438"/>
              <a:gd name="connsiteY391" fmla="*/ 2351802 h 3453324"/>
              <a:gd name="connsiteX392" fmla="*/ 2851497 w 4395438"/>
              <a:gd name="connsiteY392" fmla="*/ 2360338 h 3453324"/>
              <a:gd name="connsiteX393" fmla="*/ 2727718 w 4395438"/>
              <a:gd name="connsiteY393" fmla="*/ 2358915 h 3453324"/>
              <a:gd name="connsiteX394" fmla="*/ 2698551 w 4395438"/>
              <a:gd name="connsiteY394" fmla="*/ 2329038 h 3453324"/>
              <a:gd name="connsiteX395" fmla="*/ 2704953 w 4395438"/>
              <a:gd name="connsiteY395" fmla="*/ 2318367 h 3453324"/>
              <a:gd name="connsiteX396" fmla="*/ 2767821 w 4395438"/>
              <a:gd name="connsiteY396" fmla="*/ 2317745 h 3453324"/>
              <a:gd name="connsiteX397" fmla="*/ 2925391 w 4395438"/>
              <a:gd name="connsiteY397" fmla="*/ 2317033 h 3453324"/>
              <a:gd name="connsiteX398" fmla="*/ 2988081 w 4395438"/>
              <a:gd name="connsiteY398" fmla="*/ 2319078 h 3453324"/>
              <a:gd name="connsiteX399" fmla="*/ 3019381 w 4395438"/>
              <a:gd name="connsiteY399" fmla="*/ 2348955 h 3453324"/>
              <a:gd name="connsiteX400" fmla="*/ 3014402 w 4395438"/>
              <a:gd name="connsiteY400" fmla="*/ 2359626 h 3453324"/>
              <a:gd name="connsiteX401" fmla="*/ 2887065 w 4395438"/>
              <a:gd name="connsiteY401" fmla="*/ 2358203 h 3453324"/>
              <a:gd name="connsiteX402" fmla="*/ 2853631 w 4395438"/>
              <a:gd name="connsiteY402" fmla="*/ 2317655 h 3453324"/>
              <a:gd name="connsiteX403" fmla="*/ 2925391 w 4395438"/>
              <a:gd name="connsiteY403" fmla="*/ 2317033 h 3453324"/>
              <a:gd name="connsiteX404" fmla="*/ 2608918 w 4395438"/>
              <a:gd name="connsiteY404" fmla="*/ 2317033 h 3453324"/>
              <a:gd name="connsiteX405" fmla="*/ 2672942 w 4395438"/>
              <a:gd name="connsiteY405" fmla="*/ 2319078 h 3453324"/>
              <a:gd name="connsiteX406" fmla="*/ 2696418 w 4395438"/>
              <a:gd name="connsiteY406" fmla="*/ 2351090 h 3453324"/>
              <a:gd name="connsiteX407" fmla="*/ 2688592 w 4395438"/>
              <a:gd name="connsiteY407" fmla="*/ 2360337 h 3453324"/>
              <a:gd name="connsiteX408" fmla="*/ 2569793 w 4395438"/>
              <a:gd name="connsiteY408" fmla="*/ 2358914 h 3453324"/>
              <a:gd name="connsiteX409" fmla="*/ 2537781 w 4395438"/>
              <a:gd name="connsiteY409" fmla="*/ 2331171 h 3453324"/>
              <a:gd name="connsiteX410" fmla="*/ 2544895 w 4395438"/>
              <a:gd name="connsiteY410" fmla="*/ 2317655 h 3453324"/>
              <a:gd name="connsiteX411" fmla="*/ 2608918 w 4395438"/>
              <a:gd name="connsiteY411" fmla="*/ 2317033 h 3453324"/>
              <a:gd name="connsiteX412" fmla="*/ 3025072 w 4395438"/>
              <a:gd name="connsiteY412" fmla="*/ 2316944 h 3453324"/>
              <a:gd name="connsiteX413" fmla="*/ 3183709 w 4395438"/>
              <a:gd name="connsiteY413" fmla="*/ 2316944 h 3453324"/>
              <a:gd name="connsiteX414" fmla="*/ 3286858 w 4395438"/>
              <a:gd name="connsiteY414" fmla="*/ 2316944 h 3453324"/>
              <a:gd name="connsiteX415" fmla="*/ 3340211 w 4395438"/>
              <a:gd name="connsiteY415" fmla="*/ 2360337 h 3453324"/>
              <a:gd name="connsiteX416" fmla="*/ 3055662 w 4395438"/>
              <a:gd name="connsiteY416" fmla="*/ 2358915 h 3453324"/>
              <a:gd name="connsiteX417" fmla="*/ 3018670 w 4395438"/>
              <a:gd name="connsiteY417" fmla="*/ 2328326 h 3453324"/>
              <a:gd name="connsiteX418" fmla="*/ 3025072 w 4395438"/>
              <a:gd name="connsiteY418" fmla="*/ 2316944 h 3453324"/>
              <a:gd name="connsiteX419" fmla="*/ 2253230 w 4395438"/>
              <a:gd name="connsiteY419" fmla="*/ 2315521 h 3453324"/>
              <a:gd name="connsiteX420" fmla="*/ 2334328 w 4395438"/>
              <a:gd name="connsiteY420" fmla="*/ 2315521 h 3453324"/>
              <a:gd name="connsiteX421" fmla="*/ 2364917 w 4395438"/>
              <a:gd name="connsiteY421" fmla="*/ 2357493 h 3453324"/>
              <a:gd name="connsiteX422" fmla="*/ 2226199 w 4395438"/>
              <a:gd name="connsiteY422" fmla="*/ 2357493 h 3453324"/>
              <a:gd name="connsiteX423" fmla="*/ 2253230 w 4395438"/>
              <a:gd name="connsiteY423" fmla="*/ 2315521 h 3453324"/>
              <a:gd name="connsiteX424" fmla="*/ 1755981 w 4395438"/>
              <a:gd name="connsiteY424" fmla="*/ 2314099 h 3453324"/>
              <a:gd name="connsiteX425" fmla="*/ 1876915 w 4395438"/>
              <a:gd name="connsiteY425" fmla="*/ 2314099 h 3453324"/>
              <a:gd name="connsiteX426" fmla="*/ 1840635 w 4395438"/>
              <a:gd name="connsiteY426" fmla="*/ 2360338 h 3453324"/>
              <a:gd name="connsiteX427" fmla="*/ 1735351 w 4395438"/>
              <a:gd name="connsiteY427" fmla="*/ 2359626 h 3453324"/>
              <a:gd name="connsiteX428" fmla="*/ 1755981 w 4395438"/>
              <a:gd name="connsiteY428" fmla="*/ 2314099 h 3453324"/>
              <a:gd name="connsiteX429" fmla="*/ 2093884 w 4395438"/>
              <a:gd name="connsiteY429" fmla="*/ 2314098 h 3453324"/>
              <a:gd name="connsiteX430" fmla="*/ 2171424 w 4395438"/>
              <a:gd name="connsiteY430" fmla="*/ 2315520 h 3453324"/>
              <a:gd name="connsiteX431" fmla="*/ 2201301 w 4395438"/>
              <a:gd name="connsiteY431" fmla="*/ 2358202 h 3453324"/>
              <a:gd name="connsiteX432" fmla="*/ 2062584 w 4395438"/>
              <a:gd name="connsiteY432" fmla="*/ 2358202 h 3453324"/>
              <a:gd name="connsiteX433" fmla="*/ 2093884 w 4395438"/>
              <a:gd name="connsiteY433" fmla="*/ 2314098 h 3453324"/>
              <a:gd name="connsiteX434" fmla="*/ 1930979 w 4395438"/>
              <a:gd name="connsiteY434" fmla="*/ 2313388 h 3453324"/>
              <a:gd name="connsiteX435" fmla="*/ 2040531 w 4395438"/>
              <a:gd name="connsiteY435" fmla="*/ 2313388 h 3453324"/>
              <a:gd name="connsiteX436" fmla="*/ 2040531 w 4395438"/>
              <a:gd name="connsiteY436" fmla="*/ 2356781 h 3453324"/>
              <a:gd name="connsiteX437" fmla="*/ 1898968 w 4395438"/>
              <a:gd name="connsiteY437" fmla="*/ 2356781 h 3453324"/>
              <a:gd name="connsiteX438" fmla="*/ 1930979 w 4395438"/>
              <a:gd name="connsiteY438" fmla="*/ 2313388 h 3453324"/>
              <a:gd name="connsiteX439" fmla="*/ 1605882 w 4395438"/>
              <a:gd name="connsiteY439" fmla="*/ 2312676 h 3453324"/>
              <a:gd name="connsiteX440" fmla="*/ 1716145 w 4395438"/>
              <a:gd name="connsiteY440" fmla="*/ 2313388 h 3453324"/>
              <a:gd name="connsiteX441" fmla="*/ 1676308 w 4395438"/>
              <a:gd name="connsiteY441" fmla="*/ 2360338 h 3453324"/>
              <a:gd name="connsiteX442" fmla="*/ 1569602 w 4395438"/>
              <a:gd name="connsiteY442" fmla="*/ 2359627 h 3453324"/>
              <a:gd name="connsiteX443" fmla="*/ 1605882 w 4395438"/>
              <a:gd name="connsiteY443" fmla="*/ 2312676 h 3453324"/>
              <a:gd name="connsiteX444" fmla="*/ 1450091 w 4395438"/>
              <a:gd name="connsiteY444" fmla="*/ 2312676 h 3453324"/>
              <a:gd name="connsiteX445" fmla="*/ 1554664 w 4395438"/>
              <a:gd name="connsiteY445" fmla="*/ 2313388 h 3453324"/>
              <a:gd name="connsiteX446" fmla="*/ 1511269 w 4395438"/>
              <a:gd name="connsiteY446" fmla="*/ 2360338 h 3453324"/>
              <a:gd name="connsiteX447" fmla="*/ 1403140 w 4395438"/>
              <a:gd name="connsiteY447" fmla="*/ 2359626 h 3453324"/>
              <a:gd name="connsiteX448" fmla="*/ 1450091 w 4395438"/>
              <a:gd name="connsiteY448" fmla="*/ 2312676 h 3453324"/>
              <a:gd name="connsiteX449" fmla="*/ 1127126 w 4395438"/>
              <a:gd name="connsiteY449" fmla="*/ 2311964 h 3453324"/>
              <a:gd name="connsiteX450" fmla="*/ 1229564 w 4395438"/>
              <a:gd name="connsiteY450" fmla="*/ 2312676 h 3453324"/>
              <a:gd name="connsiteX451" fmla="*/ 1181191 w 4395438"/>
              <a:gd name="connsiteY451" fmla="*/ 2360337 h 3453324"/>
              <a:gd name="connsiteX452" fmla="*/ 1070928 w 4395438"/>
              <a:gd name="connsiteY452" fmla="*/ 2359626 h 3453324"/>
              <a:gd name="connsiteX453" fmla="*/ 1127126 w 4395438"/>
              <a:gd name="connsiteY453" fmla="*/ 2311964 h 3453324"/>
              <a:gd name="connsiteX454" fmla="*/ 1287185 w 4395438"/>
              <a:gd name="connsiteY454" fmla="*/ 2311964 h 3453324"/>
              <a:gd name="connsiteX455" fmla="*/ 1393180 w 4395438"/>
              <a:gd name="connsiteY455" fmla="*/ 2312676 h 3453324"/>
              <a:gd name="connsiteX456" fmla="*/ 1343384 w 4395438"/>
              <a:gd name="connsiteY456" fmla="*/ 2359626 h 3453324"/>
              <a:gd name="connsiteX457" fmla="*/ 1237389 w 4395438"/>
              <a:gd name="connsiteY457" fmla="*/ 2358914 h 3453324"/>
              <a:gd name="connsiteX458" fmla="*/ 1287185 w 4395438"/>
              <a:gd name="connsiteY458" fmla="*/ 2311964 h 3453324"/>
              <a:gd name="connsiteX459" fmla="*/ 990988 w 4395438"/>
              <a:gd name="connsiteY459" fmla="*/ 2308908 h 3453324"/>
              <a:gd name="connsiteX460" fmla="*/ 1065237 w 4395438"/>
              <a:gd name="connsiteY460" fmla="*/ 2315522 h 3453324"/>
              <a:gd name="connsiteX461" fmla="*/ 1016864 w 4395438"/>
              <a:gd name="connsiteY461" fmla="*/ 2360338 h 3453324"/>
              <a:gd name="connsiteX462" fmla="*/ 903755 w 4395438"/>
              <a:gd name="connsiteY462" fmla="*/ 2359627 h 3453324"/>
              <a:gd name="connsiteX463" fmla="*/ 990988 w 4395438"/>
              <a:gd name="connsiteY463" fmla="*/ 2308908 h 3453324"/>
              <a:gd name="connsiteX464" fmla="*/ 2012076 w 4395438"/>
              <a:gd name="connsiteY464" fmla="*/ 2271416 h 3453324"/>
              <a:gd name="connsiteX465" fmla="*/ 2115225 w 4395438"/>
              <a:gd name="connsiteY465" fmla="*/ 2271416 h 3453324"/>
              <a:gd name="connsiteX466" fmla="*/ 2127319 w 4395438"/>
              <a:gd name="connsiteY466" fmla="*/ 2284221 h 3453324"/>
              <a:gd name="connsiteX467" fmla="*/ 2115225 w 4395438"/>
              <a:gd name="connsiteY467" fmla="*/ 2300582 h 3453324"/>
              <a:gd name="connsiteX468" fmla="*/ 2061872 w 4395438"/>
              <a:gd name="connsiteY468" fmla="*/ 2301294 h 3453324"/>
              <a:gd name="connsiteX469" fmla="*/ 2012076 w 4395438"/>
              <a:gd name="connsiteY469" fmla="*/ 2300582 h 3453324"/>
              <a:gd name="connsiteX470" fmla="*/ 1997849 w 4395438"/>
              <a:gd name="connsiteY470" fmla="*/ 2286354 h 3453324"/>
              <a:gd name="connsiteX471" fmla="*/ 2012076 w 4395438"/>
              <a:gd name="connsiteY471" fmla="*/ 2271416 h 3453324"/>
              <a:gd name="connsiteX472" fmla="*/ 3397566 w 4395438"/>
              <a:gd name="connsiteY472" fmla="*/ 2271238 h 3453324"/>
              <a:gd name="connsiteX473" fmla="*/ 3467547 w 4395438"/>
              <a:gd name="connsiteY473" fmla="*/ 2294891 h 3453324"/>
              <a:gd name="connsiteX474" fmla="*/ 3323849 w 4395438"/>
              <a:gd name="connsiteY474" fmla="*/ 2272127 h 3453324"/>
              <a:gd name="connsiteX475" fmla="*/ 3397566 w 4395438"/>
              <a:gd name="connsiteY475" fmla="*/ 2271238 h 3453324"/>
              <a:gd name="connsiteX476" fmla="*/ 3222891 w 4395438"/>
              <a:gd name="connsiteY476" fmla="*/ 2270738 h 3453324"/>
              <a:gd name="connsiteX477" fmla="*/ 3316025 w 4395438"/>
              <a:gd name="connsiteY477" fmla="*/ 2304851 h 3453324"/>
              <a:gd name="connsiteX478" fmla="*/ 3170193 w 4395438"/>
              <a:gd name="connsiteY478" fmla="*/ 2279241 h 3453324"/>
              <a:gd name="connsiteX479" fmla="*/ 3222891 w 4395438"/>
              <a:gd name="connsiteY479" fmla="*/ 2270738 h 3453324"/>
              <a:gd name="connsiteX480" fmla="*/ 2464510 w 4395438"/>
              <a:gd name="connsiteY480" fmla="*/ 2270705 h 3453324"/>
              <a:gd name="connsiteX481" fmla="*/ 2553432 w 4395438"/>
              <a:gd name="connsiteY481" fmla="*/ 2271416 h 3453324"/>
              <a:gd name="connsiteX482" fmla="*/ 2579753 w 4395438"/>
              <a:gd name="connsiteY482" fmla="*/ 2290624 h 3453324"/>
              <a:gd name="connsiteX483" fmla="*/ 2573350 w 4395438"/>
              <a:gd name="connsiteY483" fmla="*/ 2302006 h 3453324"/>
              <a:gd name="connsiteX484" fmla="*/ 2464510 w 4395438"/>
              <a:gd name="connsiteY484" fmla="*/ 2301294 h 3453324"/>
              <a:gd name="connsiteX485" fmla="*/ 2443880 w 4395438"/>
              <a:gd name="connsiteY485" fmla="*/ 2283510 h 3453324"/>
              <a:gd name="connsiteX486" fmla="*/ 2464510 w 4395438"/>
              <a:gd name="connsiteY486" fmla="*/ 2270705 h 3453324"/>
              <a:gd name="connsiteX487" fmla="*/ 2313699 w 4395438"/>
              <a:gd name="connsiteY487" fmla="*/ 2270705 h 3453324"/>
              <a:gd name="connsiteX488" fmla="*/ 2406177 w 4395438"/>
              <a:gd name="connsiteY488" fmla="*/ 2271416 h 3453324"/>
              <a:gd name="connsiteX489" fmla="*/ 2429652 w 4395438"/>
              <a:gd name="connsiteY489" fmla="*/ 2292046 h 3453324"/>
              <a:gd name="connsiteX490" fmla="*/ 2423250 w 4395438"/>
              <a:gd name="connsiteY490" fmla="*/ 2302006 h 3453324"/>
              <a:gd name="connsiteX491" fmla="*/ 2313699 w 4395438"/>
              <a:gd name="connsiteY491" fmla="*/ 2301294 h 3453324"/>
              <a:gd name="connsiteX492" fmla="*/ 2295203 w 4395438"/>
              <a:gd name="connsiteY492" fmla="*/ 2285644 h 3453324"/>
              <a:gd name="connsiteX493" fmla="*/ 2313699 w 4395438"/>
              <a:gd name="connsiteY493" fmla="*/ 2270705 h 3453324"/>
              <a:gd name="connsiteX494" fmla="*/ 3074447 w 4395438"/>
              <a:gd name="connsiteY494" fmla="*/ 2270160 h 3453324"/>
              <a:gd name="connsiteX495" fmla="*/ 3169482 w 4395438"/>
              <a:gd name="connsiteY495" fmla="*/ 2306274 h 3453324"/>
              <a:gd name="connsiteX496" fmla="*/ 3023650 w 4395438"/>
              <a:gd name="connsiteY496" fmla="*/ 2279953 h 3453324"/>
              <a:gd name="connsiteX497" fmla="*/ 3074447 w 4395438"/>
              <a:gd name="connsiteY497" fmla="*/ 2270160 h 3453324"/>
              <a:gd name="connsiteX498" fmla="*/ 2213395 w 4395438"/>
              <a:gd name="connsiteY498" fmla="*/ 2269994 h 3453324"/>
              <a:gd name="connsiteX499" fmla="*/ 2258922 w 4395438"/>
              <a:gd name="connsiteY499" fmla="*/ 2270705 h 3453324"/>
              <a:gd name="connsiteX500" fmla="*/ 2278129 w 4395438"/>
              <a:gd name="connsiteY500" fmla="*/ 2285644 h 3453324"/>
              <a:gd name="connsiteX501" fmla="*/ 2260345 w 4395438"/>
              <a:gd name="connsiteY501" fmla="*/ 2301294 h 3453324"/>
              <a:gd name="connsiteX502" fmla="*/ 2165021 w 4395438"/>
              <a:gd name="connsiteY502" fmla="*/ 2301294 h 3453324"/>
              <a:gd name="connsiteX503" fmla="*/ 2145814 w 4395438"/>
              <a:gd name="connsiteY503" fmla="*/ 2286355 h 3453324"/>
              <a:gd name="connsiteX504" fmla="*/ 2167155 w 4395438"/>
              <a:gd name="connsiteY504" fmla="*/ 2270705 h 3453324"/>
              <a:gd name="connsiteX505" fmla="*/ 2213395 w 4395438"/>
              <a:gd name="connsiteY505" fmla="*/ 2269994 h 3453324"/>
              <a:gd name="connsiteX506" fmla="*/ 1975796 w 4395438"/>
              <a:gd name="connsiteY506" fmla="*/ 2269282 h 3453324"/>
              <a:gd name="connsiteX507" fmla="*/ 1984332 w 4395438"/>
              <a:gd name="connsiteY507" fmla="*/ 2279952 h 3453324"/>
              <a:gd name="connsiteX508" fmla="*/ 1962279 w 4395438"/>
              <a:gd name="connsiteY508" fmla="*/ 2299871 h 3453324"/>
              <a:gd name="connsiteX509" fmla="*/ 1849882 w 4395438"/>
              <a:gd name="connsiteY509" fmla="*/ 2300582 h 3453324"/>
              <a:gd name="connsiteX510" fmla="*/ 1844191 w 4395438"/>
              <a:gd name="connsiteY510" fmla="*/ 2288489 h 3453324"/>
              <a:gd name="connsiteX511" fmla="*/ 1869801 w 4395438"/>
              <a:gd name="connsiteY511" fmla="*/ 2269994 h 3453324"/>
              <a:gd name="connsiteX512" fmla="*/ 1975796 w 4395438"/>
              <a:gd name="connsiteY512" fmla="*/ 2269282 h 3453324"/>
              <a:gd name="connsiteX513" fmla="*/ 2938662 w 4395438"/>
              <a:gd name="connsiteY513" fmla="*/ 2269126 h 3453324"/>
              <a:gd name="connsiteX514" fmla="*/ 3020092 w 4395438"/>
              <a:gd name="connsiteY514" fmla="*/ 2297737 h 3453324"/>
              <a:gd name="connsiteX515" fmla="*/ 2886354 w 4395438"/>
              <a:gd name="connsiteY515" fmla="*/ 2275684 h 3453324"/>
              <a:gd name="connsiteX516" fmla="*/ 2938662 w 4395438"/>
              <a:gd name="connsiteY516" fmla="*/ 2269126 h 3453324"/>
              <a:gd name="connsiteX517" fmla="*/ 2787184 w 4395438"/>
              <a:gd name="connsiteY517" fmla="*/ 2268237 h 3453324"/>
              <a:gd name="connsiteX518" fmla="*/ 2871416 w 4395438"/>
              <a:gd name="connsiteY518" fmla="*/ 2298448 h 3453324"/>
              <a:gd name="connsiteX519" fmla="*/ 2741234 w 4395438"/>
              <a:gd name="connsiteY519" fmla="*/ 2276396 h 3453324"/>
              <a:gd name="connsiteX520" fmla="*/ 2787184 w 4395438"/>
              <a:gd name="connsiteY520" fmla="*/ 2268237 h 3453324"/>
              <a:gd name="connsiteX521" fmla="*/ 1762672 w 4395438"/>
              <a:gd name="connsiteY521" fmla="*/ 2267982 h 3453324"/>
              <a:gd name="connsiteX522" fmla="*/ 1838500 w 4395438"/>
              <a:gd name="connsiteY522" fmla="*/ 2271416 h 3453324"/>
              <a:gd name="connsiteX523" fmla="*/ 1810757 w 4395438"/>
              <a:gd name="connsiteY523" fmla="*/ 2299871 h 3453324"/>
              <a:gd name="connsiteX524" fmla="*/ 1697648 w 4395438"/>
              <a:gd name="connsiteY524" fmla="*/ 2301294 h 3453324"/>
              <a:gd name="connsiteX525" fmla="*/ 1762672 w 4395438"/>
              <a:gd name="connsiteY525" fmla="*/ 2267982 h 3453324"/>
              <a:gd name="connsiteX526" fmla="*/ 2650212 w 4395438"/>
              <a:gd name="connsiteY526" fmla="*/ 2267904 h 3453324"/>
              <a:gd name="connsiteX527" fmla="*/ 2722738 w 4395438"/>
              <a:gd name="connsiteY527" fmla="*/ 2296315 h 3453324"/>
              <a:gd name="connsiteX528" fmla="*/ 2593980 w 4395438"/>
              <a:gd name="connsiteY528" fmla="*/ 2273551 h 3453324"/>
              <a:gd name="connsiteX529" fmla="*/ 2650212 w 4395438"/>
              <a:gd name="connsiteY529" fmla="*/ 2267904 h 3453324"/>
              <a:gd name="connsiteX530" fmla="*/ 1531187 w 4395438"/>
              <a:gd name="connsiteY530" fmla="*/ 2267148 h 3453324"/>
              <a:gd name="connsiteX531" fmla="*/ 1396737 w 4395438"/>
              <a:gd name="connsiteY531" fmla="*/ 2291335 h 3453324"/>
              <a:gd name="connsiteX532" fmla="*/ 1531187 w 4395438"/>
              <a:gd name="connsiteY532" fmla="*/ 2267148 h 3453324"/>
              <a:gd name="connsiteX533" fmla="*/ 1624155 w 4395438"/>
              <a:gd name="connsiteY533" fmla="*/ 2267070 h 3453324"/>
              <a:gd name="connsiteX534" fmla="*/ 1689824 w 4395438"/>
              <a:gd name="connsiteY534" fmla="*/ 2272839 h 3453324"/>
              <a:gd name="connsiteX535" fmla="*/ 1661369 w 4395438"/>
              <a:gd name="connsiteY535" fmla="*/ 2299159 h 3453324"/>
              <a:gd name="connsiteX536" fmla="*/ 1546126 w 4395438"/>
              <a:gd name="connsiteY536" fmla="*/ 2300582 h 3453324"/>
              <a:gd name="connsiteX537" fmla="*/ 1624155 w 4395438"/>
              <a:gd name="connsiteY537" fmla="*/ 2267070 h 3453324"/>
              <a:gd name="connsiteX538" fmla="*/ 1323955 w 4395438"/>
              <a:gd name="connsiteY538" fmla="*/ 2265914 h 3453324"/>
              <a:gd name="connsiteX539" fmla="*/ 1381087 w 4395438"/>
              <a:gd name="connsiteY539" fmla="*/ 2272128 h 3453324"/>
              <a:gd name="connsiteX540" fmla="*/ 1245926 w 4395438"/>
              <a:gd name="connsiteY540" fmla="*/ 2297026 h 3453324"/>
              <a:gd name="connsiteX541" fmla="*/ 1323955 w 4395438"/>
              <a:gd name="connsiteY541" fmla="*/ 2265914 h 3453324"/>
              <a:gd name="connsiteX542" fmla="*/ 1080888 w 4395438"/>
              <a:gd name="connsiteY542" fmla="*/ 2265725 h 3453324"/>
              <a:gd name="connsiteX543" fmla="*/ 935056 w 4395438"/>
              <a:gd name="connsiteY543" fmla="*/ 2292047 h 3453324"/>
              <a:gd name="connsiteX544" fmla="*/ 1080888 w 4395438"/>
              <a:gd name="connsiteY544" fmla="*/ 2265725 h 3453324"/>
              <a:gd name="connsiteX545" fmla="*/ 1176634 w 4395438"/>
              <a:gd name="connsiteY545" fmla="*/ 2265592 h 3453324"/>
              <a:gd name="connsiteX546" fmla="*/ 1230987 w 4395438"/>
              <a:gd name="connsiteY546" fmla="*/ 2272128 h 3453324"/>
              <a:gd name="connsiteX547" fmla="*/ 1094403 w 4395438"/>
              <a:gd name="connsiteY547" fmla="*/ 2295603 h 3453324"/>
              <a:gd name="connsiteX548" fmla="*/ 1176634 w 4395438"/>
              <a:gd name="connsiteY548" fmla="*/ 2265592 h 3453324"/>
              <a:gd name="connsiteX549" fmla="*/ 853248 w 4395438"/>
              <a:gd name="connsiteY549" fmla="*/ 2230156 h 3453324"/>
              <a:gd name="connsiteX550" fmla="*/ 798474 w 4395438"/>
              <a:gd name="connsiteY550" fmla="*/ 2258611 h 3453324"/>
              <a:gd name="connsiteX551" fmla="*/ 552338 w 4395438"/>
              <a:gd name="connsiteY551" fmla="*/ 2637062 h 3453324"/>
              <a:gd name="connsiteX552" fmla="*/ 533843 w 4395438"/>
              <a:gd name="connsiteY552" fmla="*/ 2668362 h 3453324"/>
              <a:gd name="connsiteX553" fmla="*/ 3892237 w 4395438"/>
              <a:gd name="connsiteY553" fmla="*/ 2668362 h 3453324"/>
              <a:gd name="connsiteX554" fmla="*/ 3872319 w 4395438"/>
              <a:gd name="connsiteY554" fmla="*/ 2636351 h 3453324"/>
              <a:gd name="connsiteX555" fmla="*/ 3613379 w 4395438"/>
              <a:gd name="connsiteY555" fmla="*/ 2262879 h 3453324"/>
              <a:gd name="connsiteX556" fmla="*/ 3555046 w 4395438"/>
              <a:gd name="connsiteY556" fmla="*/ 2233002 h 3453324"/>
              <a:gd name="connsiteX557" fmla="*/ 853248 w 4395438"/>
              <a:gd name="connsiteY557" fmla="*/ 2230156 h 3453324"/>
              <a:gd name="connsiteX558" fmla="*/ 902332 w 4395438"/>
              <a:gd name="connsiteY558" fmla="*/ 2100686 h 3453324"/>
              <a:gd name="connsiteX559" fmla="*/ 2907696 w 4395438"/>
              <a:gd name="connsiteY559" fmla="*/ 2114203 h 3453324"/>
              <a:gd name="connsiteX560" fmla="*/ 3594171 w 4395438"/>
              <a:gd name="connsiteY560" fmla="*/ 2119182 h 3453324"/>
              <a:gd name="connsiteX561" fmla="*/ 3636143 w 4395438"/>
              <a:gd name="connsiteY561" fmla="*/ 2146214 h 3453324"/>
              <a:gd name="connsiteX562" fmla="*/ 3656061 w 4395438"/>
              <a:gd name="connsiteY562" fmla="*/ 2179649 h 3453324"/>
              <a:gd name="connsiteX563" fmla="*/ 4368858 w 4395438"/>
              <a:gd name="connsiteY563" fmla="*/ 3207584 h 3453324"/>
              <a:gd name="connsiteX564" fmla="*/ 4378105 w 4395438"/>
              <a:gd name="connsiteY564" fmla="*/ 3349859 h 3453324"/>
              <a:gd name="connsiteX565" fmla="*/ 4208798 w 4395438"/>
              <a:gd name="connsiteY565" fmla="*/ 3453008 h 3453324"/>
              <a:gd name="connsiteX566" fmla="*/ 3949147 w 4395438"/>
              <a:gd name="connsiteY566" fmla="*/ 3453008 h 3453324"/>
              <a:gd name="connsiteX567" fmla="*/ 2196322 w 4395438"/>
              <a:gd name="connsiteY567" fmla="*/ 3453008 h 3453324"/>
              <a:gd name="connsiteX568" fmla="*/ 198074 w 4395438"/>
              <a:gd name="connsiteY568" fmla="*/ 3453008 h 3453324"/>
              <a:gd name="connsiteX569" fmla="*/ 8137 w 4395438"/>
              <a:gd name="connsiteY569" fmla="*/ 3319270 h 3453324"/>
              <a:gd name="connsiteX570" fmla="*/ 40861 w 4395438"/>
              <a:gd name="connsiteY570" fmla="*/ 3136447 h 3453324"/>
              <a:gd name="connsiteX571" fmla="*/ 785669 w 4395438"/>
              <a:gd name="connsiteY571" fmla="*/ 2166844 h 3453324"/>
              <a:gd name="connsiteX572" fmla="*/ 796340 w 4395438"/>
              <a:gd name="connsiteY572" fmla="*/ 2152617 h 3453324"/>
              <a:gd name="connsiteX573" fmla="*/ 902332 w 4395438"/>
              <a:gd name="connsiteY573" fmla="*/ 2100686 h 3453324"/>
              <a:gd name="connsiteX574" fmla="*/ 945015 w 4395438"/>
              <a:gd name="connsiteY574" fmla="*/ 186380 h 3453324"/>
              <a:gd name="connsiteX575" fmla="*/ 875300 w 4395438"/>
              <a:gd name="connsiteY575" fmla="*/ 258228 h 3453324"/>
              <a:gd name="connsiteX576" fmla="*/ 875300 w 4395438"/>
              <a:gd name="connsiteY576" fmla="*/ 1759228 h 3453324"/>
              <a:gd name="connsiteX577" fmla="*/ 950706 w 4395438"/>
              <a:gd name="connsiteY577" fmla="*/ 1836056 h 3453324"/>
              <a:gd name="connsiteX578" fmla="*/ 2601805 w 4395438"/>
              <a:gd name="connsiteY578" fmla="*/ 1836056 h 3453324"/>
              <a:gd name="connsiteX579" fmla="*/ 3470393 w 4395438"/>
              <a:gd name="connsiteY579" fmla="*/ 1836056 h 3453324"/>
              <a:gd name="connsiteX580" fmla="*/ 3545798 w 4395438"/>
              <a:gd name="connsiteY580" fmla="*/ 1759228 h 3453324"/>
              <a:gd name="connsiteX581" fmla="*/ 3545798 w 4395438"/>
              <a:gd name="connsiteY581" fmla="*/ 258228 h 3453324"/>
              <a:gd name="connsiteX582" fmla="*/ 3476084 w 4395438"/>
              <a:gd name="connsiteY582" fmla="*/ 186380 h 3453324"/>
              <a:gd name="connsiteX583" fmla="*/ 2179961 w 4395438"/>
              <a:gd name="connsiteY583" fmla="*/ 186380 h 3453324"/>
              <a:gd name="connsiteX584" fmla="*/ 945015 w 4395438"/>
              <a:gd name="connsiteY584" fmla="*/ 186380 h 3453324"/>
              <a:gd name="connsiteX585" fmla="*/ 884548 w 4395438"/>
              <a:gd name="connsiteY585" fmla="*/ 0 h 3453324"/>
              <a:gd name="connsiteX586" fmla="*/ 2226200 w 4395438"/>
              <a:gd name="connsiteY586" fmla="*/ 711 h 3453324"/>
              <a:gd name="connsiteX587" fmla="*/ 3536550 w 4395438"/>
              <a:gd name="connsiteY587" fmla="*/ 0 h 3453324"/>
              <a:gd name="connsiteX588" fmla="*/ 3653215 w 4395438"/>
              <a:gd name="connsiteY588" fmla="*/ 114531 h 3453324"/>
              <a:gd name="connsiteX589" fmla="*/ 3653927 w 4395438"/>
              <a:gd name="connsiteY589" fmla="*/ 1885852 h 3453324"/>
              <a:gd name="connsiteX590" fmla="*/ 3537262 w 4395438"/>
              <a:gd name="connsiteY590" fmla="*/ 2001806 h 3453324"/>
              <a:gd name="connsiteX591" fmla="*/ 2283821 w 4395438"/>
              <a:gd name="connsiteY591" fmla="*/ 2001806 h 3453324"/>
              <a:gd name="connsiteX592" fmla="*/ 884548 w 4395438"/>
              <a:gd name="connsiteY592" fmla="*/ 2001806 h 3453324"/>
              <a:gd name="connsiteX593" fmla="*/ 767885 w 4395438"/>
              <a:gd name="connsiteY593" fmla="*/ 1885852 h 3453324"/>
              <a:gd name="connsiteX594" fmla="*/ 767885 w 4395438"/>
              <a:gd name="connsiteY594" fmla="*/ 114531 h 3453324"/>
              <a:gd name="connsiteX595" fmla="*/ 884548 w 4395438"/>
              <a:gd name="connsiteY595" fmla="*/ 0 h 345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</a:cxnLst>
            <a:rect l="l" t="t" r="r" b="b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Rectangle 1"/>
          <p:cNvSpPr>
            <a:spLocks noChangeAspect="1"/>
          </p:cNvSpPr>
          <p:nvPr/>
        </p:nvSpPr>
        <p:spPr>
          <a:xfrm>
            <a:off x="737085" y="3560858"/>
            <a:ext cx="988513" cy="984848"/>
          </a:xfrm>
          <a:custGeom>
            <a:avLst/>
            <a:gdLst/>
            <a:ahLst/>
            <a:cxnLst/>
            <a:rect l="l" t="t" r="r" b="b"/>
            <a:pathLst>
              <a:path w="3960000" h="3945309">
                <a:moveTo>
                  <a:pt x="466104" y="2636906"/>
                </a:moveTo>
                <a:lnTo>
                  <a:pt x="466104" y="2780922"/>
                </a:lnTo>
                <a:lnTo>
                  <a:pt x="2050104" y="2780922"/>
                </a:lnTo>
                <a:lnTo>
                  <a:pt x="2050104" y="2636906"/>
                </a:lnTo>
                <a:close/>
                <a:moveTo>
                  <a:pt x="466104" y="2407894"/>
                </a:moveTo>
                <a:lnTo>
                  <a:pt x="466104" y="2551910"/>
                </a:lnTo>
                <a:lnTo>
                  <a:pt x="2050104" y="2551910"/>
                </a:lnTo>
                <a:lnTo>
                  <a:pt x="2050104" y="2407894"/>
                </a:lnTo>
                <a:close/>
                <a:moveTo>
                  <a:pt x="466104" y="2178881"/>
                </a:moveTo>
                <a:lnTo>
                  <a:pt x="466104" y="2322897"/>
                </a:lnTo>
                <a:lnTo>
                  <a:pt x="2050104" y="2322897"/>
                </a:lnTo>
                <a:lnTo>
                  <a:pt x="2050104" y="2178881"/>
                </a:lnTo>
                <a:close/>
                <a:moveTo>
                  <a:pt x="3358993" y="2178880"/>
                </a:moveTo>
                <a:cubicBezTo>
                  <a:pt x="3299346" y="2178880"/>
                  <a:pt x="3250993" y="2227233"/>
                  <a:pt x="3250993" y="2286880"/>
                </a:cubicBezTo>
                <a:cubicBezTo>
                  <a:pt x="3250993" y="2346527"/>
                  <a:pt x="3299346" y="2394880"/>
                  <a:pt x="3358993" y="2394880"/>
                </a:cubicBezTo>
                <a:cubicBezTo>
                  <a:pt x="3418640" y="2394880"/>
                  <a:pt x="3466993" y="2346527"/>
                  <a:pt x="3466993" y="2286880"/>
                </a:cubicBezTo>
                <a:cubicBezTo>
                  <a:pt x="3466993" y="2227233"/>
                  <a:pt x="3418640" y="2178880"/>
                  <a:pt x="3358993" y="2178880"/>
                </a:cubicBezTo>
                <a:close/>
                <a:moveTo>
                  <a:pt x="2962949" y="2178880"/>
                </a:moveTo>
                <a:cubicBezTo>
                  <a:pt x="2903302" y="2178880"/>
                  <a:pt x="2854949" y="2227233"/>
                  <a:pt x="2854949" y="2286880"/>
                </a:cubicBezTo>
                <a:cubicBezTo>
                  <a:pt x="2854949" y="2346527"/>
                  <a:pt x="2903302" y="2394880"/>
                  <a:pt x="2962949" y="2394880"/>
                </a:cubicBezTo>
                <a:cubicBezTo>
                  <a:pt x="3022596" y="2394880"/>
                  <a:pt x="3070949" y="2346527"/>
                  <a:pt x="3070949" y="2286880"/>
                </a:cubicBezTo>
                <a:cubicBezTo>
                  <a:pt x="3070949" y="2227233"/>
                  <a:pt x="3022596" y="2178880"/>
                  <a:pt x="2962949" y="2178880"/>
                </a:cubicBezTo>
                <a:close/>
                <a:moveTo>
                  <a:pt x="2566905" y="2178880"/>
                </a:moveTo>
                <a:cubicBezTo>
                  <a:pt x="2507258" y="2178880"/>
                  <a:pt x="2458905" y="2227233"/>
                  <a:pt x="2458905" y="2286880"/>
                </a:cubicBezTo>
                <a:cubicBezTo>
                  <a:pt x="2458905" y="2346527"/>
                  <a:pt x="2507258" y="2394880"/>
                  <a:pt x="2566905" y="2394880"/>
                </a:cubicBezTo>
                <a:cubicBezTo>
                  <a:pt x="2626552" y="2394880"/>
                  <a:pt x="2674905" y="2346527"/>
                  <a:pt x="2674905" y="2286880"/>
                </a:cubicBezTo>
                <a:cubicBezTo>
                  <a:pt x="2674905" y="2227233"/>
                  <a:pt x="2626552" y="2178880"/>
                  <a:pt x="2566905" y="2178880"/>
                </a:cubicBezTo>
                <a:close/>
                <a:moveTo>
                  <a:pt x="154649" y="2155901"/>
                </a:moveTo>
                <a:lnTo>
                  <a:pt x="154649" y="2803901"/>
                </a:lnTo>
                <a:lnTo>
                  <a:pt x="298665" y="2803901"/>
                </a:lnTo>
                <a:lnTo>
                  <a:pt x="298665" y="2155901"/>
                </a:lnTo>
                <a:close/>
                <a:moveTo>
                  <a:pt x="3645310" y="2153519"/>
                </a:moveTo>
                <a:lnTo>
                  <a:pt x="3645310" y="2801519"/>
                </a:lnTo>
                <a:lnTo>
                  <a:pt x="3789326" y="2801519"/>
                </a:lnTo>
                <a:lnTo>
                  <a:pt x="3789326" y="2153519"/>
                </a:lnTo>
                <a:close/>
                <a:moveTo>
                  <a:pt x="0" y="2032992"/>
                </a:moveTo>
                <a:lnTo>
                  <a:pt x="3960000" y="2032992"/>
                </a:lnTo>
                <a:lnTo>
                  <a:pt x="3960000" y="2897088"/>
                </a:lnTo>
                <a:lnTo>
                  <a:pt x="2124016" y="2897088"/>
                </a:lnTo>
                <a:lnTo>
                  <a:pt x="2124016" y="3513261"/>
                </a:lnTo>
                <a:lnTo>
                  <a:pt x="2268032" y="3513261"/>
                </a:lnTo>
                <a:cubicBezTo>
                  <a:pt x="2331437" y="3513261"/>
                  <a:pt x="2388462" y="3540577"/>
                  <a:pt x="2426674" y="3585269"/>
                </a:cubicBezTo>
                <a:lnTo>
                  <a:pt x="3960000" y="3585269"/>
                </a:lnTo>
                <a:lnTo>
                  <a:pt x="3960000" y="3873301"/>
                </a:lnTo>
                <a:lnTo>
                  <a:pt x="2426674" y="3873301"/>
                </a:lnTo>
                <a:cubicBezTo>
                  <a:pt x="2388462" y="3917993"/>
                  <a:pt x="2331437" y="3945309"/>
                  <a:pt x="2268032" y="3945309"/>
                </a:cubicBezTo>
                <a:lnTo>
                  <a:pt x="1691968" y="3945309"/>
                </a:lnTo>
                <a:cubicBezTo>
                  <a:pt x="1628563" y="3945309"/>
                  <a:pt x="1571538" y="3917993"/>
                  <a:pt x="1533326" y="3873301"/>
                </a:cubicBezTo>
                <a:lnTo>
                  <a:pt x="0" y="3873301"/>
                </a:lnTo>
                <a:lnTo>
                  <a:pt x="0" y="3585269"/>
                </a:lnTo>
                <a:lnTo>
                  <a:pt x="1533326" y="3585269"/>
                </a:lnTo>
                <a:cubicBezTo>
                  <a:pt x="1571538" y="3540577"/>
                  <a:pt x="1628563" y="3513261"/>
                  <a:pt x="1691968" y="3513261"/>
                </a:cubicBezTo>
                <a:lnTo>
                  <a:pt x="1835984" y="3513261"/>
                </a:lnTo>
                <a:lnTo>
                  <a:pt x="1835984" y="2897088"/>
                </a:lnTo>
                <a:lnTo>
                  <a:pt x="0" y="2897088"/>
                </a:lnTo>
                <a:close/>
                <a:moveTo>
                  <a:pt x="466104" y="1620410"/>
                </a:moveTo>
                <a:lnTo>
                  <a:pt x="466104" y="1764426"/>
                </a:lnTo>
                <a:lnTo>
                  <a:pt x="2050104" y="1764426"/>
                </a:lnTo>
                <a:lnTo>
                  <a:pt x="2050104" y="1620410"/>
                </a:lnTo>
                <a:close/>
                <a:moveTo>
                  <a:pt x="466104" y="1391398"/>
                </a:moveTo>
                <a:lnTo>
                  <a:pt x="466104" y="1535414"/>
                </a:lnTo>
                <a:lnTo>
                  <a:pt x="2050104" y="1535414"/>
                </a:lnTo>
                <a:lnTo>
                  <a:pt x="2050104" y="1391398"/>
                </a:lnTo>
                <a:close/>
                <a:moveTo>
                  <a:pt x="466104" y="1162385"/>
                </a:moveTo>
                <a:lnTo>
                  <a:pt x="466104" y="1306401"/>
                </a:lnTo>
                <a:lnTo>
                  <a:pt x="2050104" y="1306401"/>
                </a:lnTo>
                <a:lnTo>
                  <a:pt x="2050104" y="1162385"/>
                </a:lnTo>
                <a:close/>
                <a:moveTo>
                  <a:pt x="3358993" y="1162384"/>
                </a:moveTo>
                <a:cubicBezTo>
                  <a:pt x="3299346" y="1162384"/>
                  <a:pt x="3250993" y="1210737"/>
                  <a:pt x="3250993" y="1270384"/>
                </a:cubicBezTo>
                <a:cubicBezTo>
                  <a:pt x="3250993" y="1330031"/>
                  <a:pt x="3299346" y="1378384"/>
                  <a:pt x="3358993" y="1378384"/>
                </a:cubicBezTo>
                <a:cubicBezTo>
                  <a:pt x="3418640" y="1378384"/>
                  <a:pt x="3466993" y="1330031"/>
                  <a:pt x="3466993" y="1270384"/>
                </a:cubicBezTo>
                <a:cubicBezTo>
                  <a:pt x="3466993" y="1210737"/>
                  <a:pt x="3418640" y="1162384"/>
                  <a:pt x="3358993" y="1162384"/>
                </a:cubicBezTo>
                <a:close/>
                <a:moveTo>
                  <a:pt x="2962949" y="1162384"/>
                </a:moveTo>
                <a:cubicBezTo>
                  <a:pt x="2903302" y="1162384"/>
                  <a:pt x="2854949" y="1210737"/>
                  <a:pt x="2854949" y="1270384"/>
                </a:cubicBezTo>
                <a:cubicBezTo>
                  <a:pt x="2854949" y="1330031"/>
                  <a:pt x="2903302" y="1378384"/>
                  <a:pt x="2962949" y="1378384"/>
                </a:cubicBezTo>
                <a:cubicBezTo>
                  <a:pt x="3022596" y="1378384"/>
                  <a:pt x="3070949" y="1330031"/>
                  <a:pt x="3070949" y="1270384"/>
                </a:cubicBezTo>
                <a:cubicBezTo>
                  <a:pt x="3070949" y="1210737"/>
                  <a:pt x="3022596" y="1162384"/>
                  <a:pt x="2962949" y="1162384"/>
                </a:cubicBezTo>
                <a:close/>
                <a:moveTo>
                  <a:pt x="2566905" y="1162384"/>
                </a:moveTo>
                <a:cubicBezTo>
                  <a:pt x="2507258" y="1162384"/>
                  <a:pt x="2458905" y="1210737"/>
                  <a:pt x="2458905" y="1270384"/>
                </a:cubicBezTo>
                <a:cubicBezTo>
                  <a:pt x="2458905" y="1330031"/>
                  <a:pt x="2507258" y="1378384"/>
                  <a:pt x="2566905" y="1378384"/>
                </a:cubicBezTo>
                <a:cubicBezTo>
                  <a:pt x="2626552" y="1378384"/>
                  <a:pt x="2674905" y="1330031"/>
                  <a:pt x="2674905" y="1270384"/>
                </a:cubicBezTo>
                <a:cubicBezTo>
                  <a:pt x="2674905" y="1210737"/>
                  <a:pt x="2626552" y="1162384"/>
                  <a:pt x="2566905" y="1162384"/>
                </a:cubicBezTo>
                <a:close/>
                <a:moveTo>
                  <a:pt x="154649" y="1139405"/>
                </a:moveTo>
                <a:lnTo>
                  <a:pt x="154649" y="1787405"/>
                </a:lnTo>
                <a:lnTo>
                  <a:pt x="298665" y="1787405"/>
                </a:lnTo>
                <a:lnTo>
                  <a:pt x="298665" y="1139405"/>
                </a:lnTo>
                <a:close/>
                <a:moveTo>
                  <a:pt x="3645310" y="1137023"/>
                </a:moveTo>
                <a:lnTo>
                  <a:pt x="3645310" y="1785023"/>
                </a:lnTo>
                <a:lnTo>
                  <a:pt x="3789326" y="1785023"/>
                </a:lnTo>
                <a:lnTo>
                  <a:pt x="3789326" y="1137023"/>
                </a:lnTo>
                <a:close/>
                <a:moveTo>
                  <a:pt x="0" y="1016496"/>
                </a:moveTo>
                <a:lnTo>
                  <a:pt x="3960000" y="1016496"/>
                </a:lnTo>
                <a:lnTo>
                  <a:pt x="3960000" y="1880592"/>
                </a:lnTo>
                <a:lnTo>
                  <a:pt x="0" y="1880592"/>
                </a:lnTo>
                <a:close/>
                <a:moveTo>
                  <a:pt x="466104" y="603914"/>
                </a:moveTo>
                <a:lnTo>
                  <a:pt x="466104" y="747930"/>
                </a:lnTo>
                <a:lnTo>
                  <a:pt x="2050104" y="747930"/>
                </a:lnTo>
                <a:lnTo>
                  <a:pt x="2050104" y="603914"/>
                </a:lnTo>
                <a:close/>
                <a:moveTo>
                  <a:pt x="466104" y="374902"/>
                </a:moveTo>
                <a:lnTo>
                  <a:pt x="466104" y="518918"/>
                </a:lnTo>
                <a:lnTo>
                  <a:pt x="2050104" y="518918"/>
                </a:lnTo>
                <a:lnTo>
                  <a:pt x="2050104" y="374902"/>
                </a:lnTo>
                <a:close/>
                <a:moveTo>
                  <a:pt x="466104" y="145889"/>
                </a:moveTo>
                <a:lnTo>
                  <a:pt x="466104" y="289905"/>
                </a:lnTo>
                <a:lnTo>
                  <a:pt x="2050104" y="289905"/>
                </a:lnTo>
                <a:lnTo>
                  <a:pt x="2050104" y="145889"/>
                </a:lnTo>
                <a:close/>
                <a:moveTo>
                  <a:pt x="3358993" y="145888"/>
                </a:moveTo>
                <a:cubicBezTo>
                  <a:pt x="3299346" y="145888"/>
                  <a:pt x="3250993" y="194241"/>
                  <a:pt x="3250993" y="253888"/>
                </a:cubicBezTo>
                <a:cubicBezTo>
                  <a:pt x="3250993" y="313535"/>
                  <a:pt x="3299346" y="361888"/>
                  <a:pt x="3358993" y="361888"/>
                </a:cubicBezTo>
                <a:cubicBezTo>
                  <a:pt x="3418640" y="361888"/>
                  <a:pt x="3466993" y="313535"/>
                  <a:pt x="3466993" y="253888"/>
                </a:cubicBezTo>
                <a:cubicBezTo>
                  <a:pt x="3466993" y="194241"/>
                  <a:pt x="3418640" y="145888"/>
                  <a:pt x="3358993" y="145888"/>
                </a:cubicBezTo>
                <a:close/>
                <a:moveTo>
                  <a:pt x="2962949" y="145888"/>
                </a:moveTo>
                <a:cubicBezTo>
                  <a:pt x="2903302" y="145888"/>
                  <a:pt x="2854949" y="194241"/>
                  <a:pt x="2854949" y="253888"/>
                </a:cubicBezTo>
                <a:cubicBezTo>
                  <a:pt x="2854949" y="313535"/>
                  <a:pt x="2903302" y="361888"/>
                  <a:pt x="2962949" y="361888"/>
                </a:cubicBezTo>
                <a:cubicBezTo>
                  <a:pt x="3022596" y="361888"/>
                  <a:pt x="3070949" y="313535"/>
                  <a:pt x="3070949" y="253888"/>
                </a:cubicBezTo>
                <a:cubicBezTo>
                  <a:pt x="3070949" y="194241"/>
                  <a:pt x="3022596" y="145888"/>
                  <a:pt x="2962949" y="145888"/>
                </a:cubicBezTo>
                <a:close/>
                <a:moveTo>
                  <a:pt x="2566905" y="145888"/>
                </a:moveTo>
                <a:cubicBezTo>
                  <a:pt x="2507258" y="145888"/>
                  <a:pt x="2458905" y="194241"/>
                  <a:pt x="2458905" y="253888"/>
                </a:cubicBezTo>
                <a:cubicBezTo>
                  <a:pt x="2458905" y="313535"/>
                  <a:pt x="2507258" y="361888"/>
                  <a:pt x="2566905" y="361888"/>
                </a:cubicBezTo>
                <a:cubicBezTo>
                  <a:pt x="2626552" y="361888"/>
                  <a:pt x="2674905" y="313535"/>
                  <a:pt x="2674905" y="253888"/>
                </a:cubicBezTo>
                <a:cubicBezTo>
                  <a:pt x="2674905" y="194241"/>
                  <a:pt x="2626552" y="145888"/>
                  <a:pt x="2566905" y="145888"/>
                </a:cubicBezTo>
                <a:close/>
                <a:moveTo>
                  <a:pt x="154649" y="122909"/>
                </a:moveTo>
                <a:lnTo>
                  <a:pt x="154649" y="770909"/>
                </a:lnTo>
                <a:lnTo>
                  <a:pt x="298665" y="770909"/>
                </a:lnTo>
                <a:lnTo>
                  <a:pt x="298665" y="122909"/>
                </a:lnTo>
                <a:close/>
                <a:moveTo>
                  <a:pt x="3645310" y="120527"/>
                </a:moveTo>
                <a:lnTo>
                  <a:pt x="3645310" y="768527"/>
                </a:lnTo>
                <a:lnTo>
                  <a:pt x="3789326" y="768527"/>
                </a:lnTo>
                <a:lnTo>
                  <a:pt x="3789326" y="120527"/>
                </a:lnTo>
                <a:close/>
                <a:moveTo>
                  <a:pt x="0" y="0"/>
                </a:moveTo>
                <a:lnTo>
                  <a:pt x="3960000" y="0"/>
                </a:lnTo>
                <a:lnTo>
                  <a:pt x="3960000" y="864096"/>
                </a:lnTo>
                <a:lnTo>
                  <a:pt x="0" y="8640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904112" y="1682720"/>
            <a:ext cx="2442275" cy="1177856"/>
            <a:chOff x="4802168" y="5122467"/>
            <a:chExt cx="2442275" cy="1177856"/>
          </a:xfrm>
        </p:grpSpPr>
        <p:sp>
          <p:nvSpPr>
            <p:cNvPr id="15" name="Rectangle 14"/>
            <p:cNvSpPr/>
            <p:nvPr/>
          </p:nvSpPr>
          <p:spPr>
            <a:xfrm>
              <a:off x="4802168" y="5485523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6" name="Group 15"/>
            <p:cNvGrpSpPr/>
            <p:nvPr/>
          </p:nvGrpSpPr>
          <p:grpSpPr>
            <a:xfrm rot="19800000">
              <a:off x="5350896" y="5409313"/>
              <a:ext cx="659742" cy="197507"/>
              <a:chOff x="2906464" y="3248298"/>
              <a:chExt cx="1886168" cy="564662"/>
            </a:xfrm>
          </p:grpSpPr>
          <p:sp>
            <p:nvSpPr>
              <p:cNvPr id="23" name="Freeform: Shape 22"/>
              <p:cNvSpPr/>
              <p:nvPr/>
            </p:nvSpPr>
            <p:spPr>
              <a:xfrm>
                <a:off x="3418473" y="3248298"/>
                <a:ext cx="862149" cy="564662"/>
              </a:xfrm>
              <a:custGeom>
                <a:avLst/>
                <a:gdLst>
                  <a:gd name="connsiteX0" fmla="*/ 288530 w 862149"/>
                  <a:gd name="connsiteY0" fmla="*/ 155674 h 564662"/>
                  <a:gd name="connsiteX1" fmla="*/ 161872 w 862149"/>
                  <a:gd name="connsiteY1" fmla="*/ 282332 h 564662"/>
                  <a:gd name="connsiteX2" fmla="*/ 288530 w 862149"/>
                  <a:gd name="connsiteY2" fmla="*/ 408990 h 564662"/>
                  <a:gd name="connsiteX3" fmla="*/ 573620 w 862149"/>
                  <a:gd name="connsiteY3" fmla="*/ 408990 h 564662"/>
                  <a:gd name="connsiteX4" fmla="*/ 700278 w 862149"/>
                  <a:gd name="connsiteY4" fmla="*/ 282332 h 564662"/>
                  <a:gd name="connsiteX5" fmla="*/ 573620 w 862149"/>
                  <a:gd name="connsiteY5" fmla="*/ 155674 h 564662"/>
                  <a:gd name="connsiteX6" fmla="*/ 282331 w 862149"/>
                  <a:gd name="connsiteY6" fmla="*/ 0 h 564662"/>
                  <a:gd name="connsiteX7" fmla="*/ 579818 w 862149"/>
                  <a:gd name="connsiteY7" fmla="*/ 0 h 564662"/>
                  <a:gd name="connsiteX8" fmla="*/ 862149 w 862149"/>
                  <a:gd name="connsiteY8" fmla="*/ 282331 h 564662"/>
                  <a:gd name="connsiteX9" fmla="*/ 579818 w 862149"/>
                  <a:gd name="connsiteY9" fmla="*/ 564662 h 564662"/>
                  <a:gd name="connsiteX10" fmla="*/ 282331 w 862149"/>
                  <a:gd name="connsiteY10" fmla="*/ 564662 h 564662"/>
                  <a:gd name="connsiteX11" fmla="*/ 0 w 862149"/>
                  <a:gd name="connsiteY11" fmla="*/ 282331 h 564662"/>
                  <a:gd name="connsiteX12" fmla="*/ 282331 w 862149"/>
                  <a:gd name="connsiteY12" fmla="*/ 0 h 564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/>
              <p:cNvSpPr/>
              <p:nvPr/>
            </p:nvSpPr>
            <p:spPr>
              <a:xfrm>
                <a:off x="3930483" y="3443169"/>
                <a:ext cx="862149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/>
              <p:cNvSpPr/>
              <p:nvPr/>
            </p:nvSpPr>
            <p:spPr>
              <a:xfrm>
                <a:off x="2906464" y="3446663"/>
                <a:ext cx="862147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/>
            <p:cNvSpPr/>
            <p:nvPr/>
          </p:nvSpPr>
          <p:spPr>
            <a:xfrm>
              <a:off x="5868337" y="5122467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708075" y="5763955"/>
              <a:ext cx="536368" cy="5363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rig="balanced" dir="t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18"/>
            <p:cNvGrpSpPr/>
            <p:nvPr/>
          </p:nvGrpSpPr>
          <p:grpSpPr>
            <a:xfrm rot="2031572">
              <a:off x="6385348" y="5402340"/>
              <a:ext cx="659742" cy="197507"/>
              <a:chOff x="2906464" y="3248298"/>
              <a:chExt cx="1886168" cy="564662"/>
            </a:xfrm>
          </p:grpSpPr>
          <p:sp>
            <p:nvSpPr>
              <p:cNvPr id="20" name="Freeform: Shape 19"/>
              <p:cNvSpPr/>
              <p:nvPr/>
            </p:nvSpPr>
            <p:spPr>
              <a:xfrm>
                <a:off x="3418473" y="3248298"/>
                <a:ext cx="862149" cy="564662"/>
              </a:xfrm>
              <a:custGeom>
                <a:avLst/>
                <a:gdLst>
                  <a:gd name="connsiteX0" fmla="*/ 288530 w 862149"/>
                  <a:gd name="connsiteY0" fmla="*/ 155674 h 564662"/>
                  <a:gd name="connsiteX1" fmla="*/ 161872 w 862149"/>
                  <a:gd name="connsiteY1" fmla="*/ 282332 h 564662"/>
                  <a:gd name="connsiteX2" fmla="*/ 288530 w 862149"/>
                  <a:gd name="connsiteY2" fmla="*/ 408990 h 564662"/>
                  <a:gd name="connsiteX3" fmla="*/ 573620 w 862149"/>
                  <a:gd name="connsiteY3" fmla="*/ 408990 h 564662"/>
                  <a:gd name="connsiteX4" fmla="*/ 700278 w 862149"/>
                  <a:gd name="connsiteY4" fmla="*/ 282332 h 564662"/>
                  <a:gd name="connsiteX5" fmla="*/ 573620 w 862149"/>
                  <a:gd name="connsiteY5" fmla="*/ 155674 h 564662"/>
                  <a:gd name="connsiteX6" fmla="*/ 282331 w 862149"/>
                  <a:gd name="connsiteY6" fmla="*/ 0 h 564662"/>
                  <a:gd name="connsiteX7" fmla="*/ 579818 w 862149"/>
                  <a:gd name="connsiteY7" fmla="*/ 0 h 564662"/>
                  <a:gd name="connsiteX8" fmla="*/ 862149 w 862149"/>
                  <a:gd name="connsiteY8" fmla="*/ 282331 h 564662"/>
                  <a:gd name="connsiteX9" fmla="*/ 579818 w 862149"/>
                  <a:gd name="connsiteY9" fmla="*/ 564662 h 564662"/>
                  <a:gd name="connsiteX10" fmla="*/ 282331 w 862149"/>
                  <a:gd name="connsiteY10" fmla="*/ 564662 h 564662"/>
                  <a:gd name="connsiteX11" fmla="*/ 0 w 862149"/>
                  <a:gd name="connsiteY11" fmla="*/ 282331 h 564662"/>
                  <a:gd name="connsiteX12" fmla="*/ 282331 w 862149"/>
                  <a:gd name="connsiteY12" fmla="*/ 0 h 564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/>
              <p:cNvSpPr/>
              <p:nvPr/>
            </p:nvSpPr>
            <p:spPr>
              <a:xfrm>
                <a:off x="3930483" y="3443169"/>
                <a:ext cx="862149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/>
              <p:cNvSpPr/>
              <p:nvPr/>
            </p:nvSpPr>
            <p:spPr>
              <a:xfrm>
                <a:off x="2906464" y="3446663"/>
                <a:ext cx="862147" cy="167932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270534" y="4442732"/>
            <a:ext cx="4599873" cy="2193454"/>
            <a:chOff x="2595393" y="2369088"/>
            <a:chExt cx="7001214" cy="3338536"/>
          </a:xfrm>
        </p:grpSpPr>
        <p:grpSp>
          <p:nvGrpSpPr>
            <p:cNvPr id="36" name="Group 35"/>
            <p:cNvGrpSpPr/>
            <p:nvPr/>
          </p:nvGrpSpPr>
          <p:grpSpPr>
            <a:xfrm>
              <a:off x="4415674" y="2369088"/>
              <a:ext cx="3338535" cy="3338536"/>
              <a:chOff x="3337726" y="1072465"/>
              <a:chExt cx="5515324" cy="5515324"/>
            </a:xfrm>
            <a:solidFill>
              <a:schemeClr val="accent1"/>
            </a:solidFill>
          </p:grpSpPr>
          <p:grpSp>
            <p:nvGrpSpPr>
              <p:cNvPr id="37" name="Group 36"/>
              <p:cNvGrpSpPr/>
              <p:nvPr/>
            </p:nvGrpSpPr>
            <p:grpSpPr>
              <a:xfrm>
                <a:off x="5967772" y="1072465"/>
                <a:ext cx="255231" cy="5515324"/>
                <a:chOff x="5964969" y="1072465"/>
                <a:chExt cx="255231" cy="5515324"/>
              </a:xfrm>
              <a:grpFill/>
            </p:grpSpPr>
            <p:sp>
              <p:nvSpPr>
                <p:cNvPr id="50" name="Freeform: Shape 49"/>
                <p:cNvSpPr/>
                <p:nvPr/>
              </p:nvSpPr>
              <p:spPr>
                <a:xfrm>
                  <a:off x="6062740" y="1191371"/>
                  <a:ext cx="59688" cy="5309337"/>
                </a:xfrm>
                <a:custGeom>
                  <a:avLst/>
                  <a:gdLst>
                    <a:gd name="connsiteX0" fmla="*/ 0 w 74220"/>
                    <a:gd name="connsiteY0" fmla="*/ 0 h 6601938"/>
                    <a:gd name="connsiteX1" fmla="*/ 74221 w 74220"/>
                    <a:gd name="connsiteY1" fmla="*/ 0 h 6601938"/>
                    <a:gd name="connsiteX2" fmla="*/ 74221 w 74220"/>
                    <a:gd name="connsiteY2" fmla="*/ 6601939 h 6601938"/>
                    <a:gd name="connsiteX3" fmla="*/ 0 w 74220"/>
                    <a:gd name="connsiteY3" fmla="*/ 6601939 h 6601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Freeform: Shape 50"/>
                <p:cNvSpPr/>
                <p:nvPr/>
              </p:nvSpPr>
              <p:spPr>
                <a:xfrm>
                  <a:off x="5964969" y="1072465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Freeform: Shape 51"/>
                <p:cNvSpPr/>
                <p:nvPr/>
              </p:nvSpPr>
              <p:spPr>
                <a:xfrm>
                  <a:off x="5964969" y="6332559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52"/>
                <p:cNvSpPr/>
                <p:nvPr/>
              </p:nvSpPr>
              <p:spPr>
                <a:xfrm>
                  <a:off x="5964969" y="2825829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53"/>
                <p:cNvSpPr/>
                <p:nvPr/>
              </p:nvSpPr>
              <p:spPr>
                <a:xfrm>
                  <a:off x="5964969" y="4579194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 rot="3600000">
                <a:off x="5967772" y="1072465"/>
                <a:ext cx="255231" cy="5515324"/>
                <a:chOff x="5964969" y="1072465"/>
                <a:chExt cx="255231" cy="5515324"/>
              </a:xfrm>
              <a:grpFill/>
            </p:grpSpPr>
            <p:sp>
              <p:nvSpPr>
                <p:cNvPr id="45" name="Freeform: Shape 44"/>
                <p:cNvSpPr/>
                <p:nvPr/>
              </p:nvSpPr>
              <p:spPr>
                <a:xfrm>
                  <a:off x="6062740" y="1191371"/>
                  <a:ext cx="59688" cy="5309337"/>
                </a:xfrm>
                <a:custGeom>
                  <a:avLst/>
                  <a:gdLst>
                    <a:gd name="connsiteX0" fmla="*/ 0 w 74220"/>
                    <a:gd name="connsiteY0" fmla="*/ 0 h 6601938"/>
                    <a:gd name="connsiteX1" fmla="*/ 74221 w 74220"/>
                    <a:gd name="connsiteY1" fmla="*/ 0 h 6601938"/>
                    <a:gd name="connsiteX2" fmla="*/ 74221 w 74220"/>
                    <a:gd name="connsiteY2" fmla="*/ 6601939 h 6601938"/>
                    <a:gd name="connsiteX3" fmla="*/ 0 w 74220"/>
                    <a:gd name="connsiteY3" fmla="*/ 6601939 h 6601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/>
                <p:cNvSpPr/>
                <p:nvPr/>
              </p:nvSpPr>
              <p:spPr>
                <a:xfrm>
                  <a:off x="5964969" y="1072465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46"/>
                <p:cNvSpPr/>
                <p:nvPr/>
              </p:nvSpPr>
              <p:spPr>
                <a:xfrm>
                  <a:off x="5964969" y="6332559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/>
                <p:cNvSpPr/>
                <p:nvPr/>
              </p:nvSpPr>
              <p:spPr>
                <a:xfrm>
                  <a:off x="5964969" y="2825829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48"/>
                <p:cNvSpPr/>
                <p:nvPr/>
              </p:nvSpPr>
              <p:spPr>
                <a:xfrm>
                  <a:off x="5964969" y="4579194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 rot="18000000">
                <a:off x="5967772" y="1072465"/>
                <a:ext cx="255231" cy="5515324"/>
                <a:chOff x="5964969" y="1072465"/>
                <a:chExt cx="255231" cy="5515324"/>
              </a:xfrm>
              <a:grpFill/>
            </p:grpSpPr>
            <p:sp>
              <p:nvSpPr>
                <p:cNvPr id="40" name="Freeform: Shape 39"/>
                <p:cNvSpPr/>
                <p:nvPr/>
              </p:nvSpPr>
              <p:spPr>
                <a:xfrm>
                  <a:off x="6062740" y="1191371"/>
                  <a:ext cx="59688" cy="5309337"/>
                </a:xfrm>
                <a:custGeom>
                  <a:avLst/>
                  <a:gdLst>
                    <a:gd name="connsiteX0" fmla="*/ 0 w 74220"/>
                    <a:gd name="connsiteY0" fmla="*/ 0 h 6601938"/>
                    <a:gd name="connsiteX1" fmla="*/ 74221 w 74220"/>
                    <a:gd name="connsiteY1" fmla="*/ 0 h 6601938"/>
                    <a:gd name="connsiteX2" fmla="*/ 74221 w 74220"/>
                    <a:gd name="connsiteY2" fmla="*/ 6601939 h 6601938"/>
                    <a:gd name="connsiteX3" fmla="*/ 0 w 74220"/>
                    <a:gd name="connsiteY3" fmla="*/ 6601939 h 6601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/>
                <p:cNvSpPr/>
                <p:nvPr/>
              </p:nvSpPr>
              <p:spPr>
                <a:xfrm>
                  <a:off x="5964969" y="1072465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/>
                <p:cNvSpPr/>
                <p:nvPr/>
              </p:nvSpPr>
              <p:spPr>
                <a:xfrm>
                  <a:off x="5964969" y="6332559"/>
                  <a:ext cx="255231" cy="255230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/>
                <p:cNvSpPr/>
                <p:nvPr/>
              </p:nvSpPr>
              <p:spPr>
                <a:xfrm>
                  <a:off x="5964969" y="2825829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/>
                <p:cNvSpPr/>
                <p:nvPr/>
              </p:nvSpPr>
              <p:spPr>
                <a:xfrm>
                  <a:off x="5964969" y="4579194"/>
                  <a:ext cx="255231" cy="255231"/>
                </a:xfrm>
                <a:custGeom>
                  <a:avLst/>
                  <a:gdLst>
                    <a:gd name="connsiteX0" fmla="*/ 317368 w 317368"/>
                    <a:gd name="connsiteY0" fmla="*/ 158684 h 317368"/>
                    <a:gd name="connsiteX1" fmla="*/ 158684 w 317368"/>
                    <a:gd name="connsiteY1" fmla="*/ 317368 h 317368"/>
                    <a:gd name="connsiteX2" fmla="*/ 0 w 317368"/>
                    <a:gd name="connsiteY2" fmla="*/ 158684 h 317368"/>
                    <a:gd name="connsiteX3" fmla="*/ 158684 w 317368"/>
                    <a:gd name="connsiteY3" fmla="*/ 0 h 317368"/>
                    <a:gd name="connsiteX4" fmla="*/ 317368 w 317368"/>
                    <a:gd name="connsiteY4" fmla="*/ 158684 h 317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grpFill/>
                <a:ln w="741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5" name="Group 54"/>
            <p:cNvGrpSpPr/>
            <p:nvPr/>
          </p:nvGrpSpPr>
          <p:grpSpPr>
            <a:xfrm>
              <a:off x="4833263" y="2613915"/>
              <a:ext cx="2486834" cy="2852682"/>
              <a:chOff x="4833263" y="2613915"/>
              <a:chExt cx="2486834" cy="2852682"/>
            </a:xfrm>
          </p:grpSpPr>
          <p:sp>
            <p:nvSpPr>
              <p:cNvPr id="56" name="Freeform: Shape 55"/>
              <p:cNvSpPr/>
              <p:nvPr/>
            </p:nvSpPr>
            <p:spPr>
              <a:xfrm>
                <a:off x="4838533" y="2999088"/>
                <a:ext cx="1125018" cy="1276146"/>
              </a:xfrm>
              <a:custGeom>
                <a:avLst/>
                <a:gdLst>
                  <a:gd name="connsiteX0" fmla="*/ 891621 w 1858552"/>
                  <a:gd name="connsiteY0" fmla="*/ 127333 h 2108217"/>
                  <a:gd name="connsiteX1" fmla="*/ 136204 w 1858552"/>
                  <a:gd name="connsiteY1" fmla="*/ 570529 h 2108217"/>
                  <a:gd name="connsiteX2" fmla="*/ 137285 w 1858552"/>
                  <a:gd name="connsiteY2" fmla="*/ 575881 h 2108217"/>
                  <a:gd name="connsiteX3" fmla="*/ 95362 w 1858552"/>
                  <a:gd name="connsiteY3" fmla="*/ 639129 h 2108217"/>
                  <a:gd name="connsiteX4" fmla="*/ 80913 w 1858552"/>
                  <a:gd name="connsiteY4" fmla="*/ 642046 h 2108217"/>
                  <a:gd name="connsiteX5" fmla="*/ 87029 w 1858552"/>
                  <a:gd name="connsiteY5" fmla="*/ 1513636 h 2108217"/>
                  <a:gd name="connsiteX6" fmla="*/ 95361 w 1858552"/>
                  <a:gd name="connsiteY6" fmla="*/ 1515318 h 2108217"/>
                  <a:gd name="connsiteX7" fmla="*/ 137285 w 1858552"/>
                  <a:gd name="connsiteY7" fmla="*/ 1578567 h 2108217"/>
                  <a:gd name="connsiteX8" fmla="*/ 136263 w 1858552"/>
                  <a:gd name="connsiteY8" fmla="*/ 1583626 h 2108217"/>
                  <a:gd name="connsiteX9" fmla="*/ 870153 w 1858552"/>
                  <a:gd name="connsiteY9" fmla="*/ 2000544 h 2108217"/>
                  <a:gd name="connsiteX10" fmla="*/ 876563 w 1858552"/>
                  <a:gd name="connsiteY10" fmla="*/ 1991037 h 2108217"/>
                  <a:gd name="connsiteX11" fmla="*/ 925101 w 1858552"/>
                  <a:gd name="connsiteY11" fmla="*/ 1970932 h 2108217"/>
                  <a:gd name="connsiteX12" fmla="*/ 973638 w 1858552"/>
                  <a:gd name="connsiteY12" fmla="*/ 1991037 h 2108217"/>
                  <a:gd name="connsiteX13" fmla="*/ 974304 w 1858552"/>
                  <a:gd name="connsiteY13" fmla="*/ 1992024 h 2108217"/>
                  <a:gd name="connsiteX14" fmla="*/ 1723151 w 1858552"/>
                  <a:gd name="connsiteY14" fmla="*/ 1552681 h 2108217"/>
                  <a:gd name="connsiteX15" fmla="*/ 1723319 w 1858552"/>
                  <a:gd name="connsiteY15" fmla="*/ 1551848 h 2108217"/>
                  <a:gd name="connsiteX16" fmla="*/ 1737335 w 1858552"/>
                  <a:gd name="connsiteY16" fmla="*/ 1531060 h 2108217"/>
                  <a:gd name="connsiteX17" fmla="*/ 1730864 w 1858552"/>
                  <a:gd name="connsiteY17" fmla="*/ 608833 h 2108217"/>
                  <a:gd name="connsiteX18" fmla="*/ 1726661 w 1858552"/>
                  <a:gd name="connsiteY18" fmla="*/ 602599 h 2108217"/>
                  <a:gd name="connsiteX19" fmla="*/ 1723626 w 1858552"/>
                  <a:gd name="connsiteY19" fmla="*/ 587565 h 2108217"/>
                  <a:gd name="connsiteX20" fmla="*/ 929459 w 1858552"/>
                  <a:gd name="connsiteY20" fmla="*/ 136405 h 2108217"/>
                  <a:gd name="connsiteX21" fmla="*/ 925101 w 1858552"/>
                  <a:gd name="connsiteY21" fmla="*/ 137285 h 2108217"/>
                  <a:gd name="connsiteX22" fmla="*/ 898382 w 1858552"/>
                  <a:gd name="connsiteY22" fmla="*/ 131891 h 2108217"/>
                  <a:gd name="connsiteX23" fmla="*/ 925101 w 1858552"/>
                  <a:gd name="connsiteY23" fmla="*/ 0 h 2108217"/>
                  <a:gd name="connsiteX24" fmla="*/ 993743 w 1858552"/>
                  <a:gd name="connsiteY24" fmla="*/ 68643 h 2108217"/>
                  <a:gd name="connsiteX25" fmla="*/ 988349 w 1858552"/>
                  <a:gd name="connsiteY25" fmla="*/ 95361 h 2108217"/>
                  <a:gd name="connsiteX26" fmla="*/ 982848 w 1858552"/>
                  <a:gd name="connsiteY26" fmla="*/ 103520 h 2108217"/>
                  <a:gd name="connsiteX27" fmla="*/ 1737928 w 1858552"/>
                  <a:gd name="connsiteY27" fmla="*/ 532451 h 2108217"/>
                  <a:gd name="connsiteX28" fmla="*/ 1741372 w 1858552"/>
                  <a:gd name="connsiteY28" fmla="*/ 527343 h 2108217"/>
                  <a:gd name="connsiteX29" fmla="*/ 1789910 w 1858552"/>
                  <a:gd name="connsiteY29" fmla="*/ 507238 h 2108217"/>
                  <a:gd name="connsiteX30" fmla="*/ 1858552 w 1858552"/>
                  <a:gd name="connsiteY30" fmla="*/ 575881 h 2108217"/>
                  <a:gd name="connsiteX31" fmla="*/ 1789910 w 1858552"/>
                  <a:gd name="connsiteY31" fmla="*/ 644523 h 2108217"/>
                  <a:gd name="connsiteX32" fmla="*/ 1786126 w 1858552"/>
                  <a:gd name="connsiteY32" fmla="*/ 643759 h 2108217"/>
                  <a:gd name="connsiteX33" fmla="*/ 1792189 w 1858552"/>
                  <a:gd name="connsiteY33" fmla="*/ 1511060 h 2108217"/>
                  <a:gd name="connsiteX34" fmla="*/ 1813286 w 1858552"/>
                  <a:gd name="connsiteY34" fmla="*/ 1515319 h 2108217"/>
                  <a:gd name="connsiteX35" fmla="*/ 1855209 w 1858552"/>
                  <a:gd name="connsiteY35" fmla="*/ 1578567 h 2108217"/>
                  <a:gd name="connsiteX36" fmla="*/ 1786567 w 1858552"/>
                  <a:gd name="connsiteY36" fmla="*/ 1647209 h 2108217"/>
                  <a:gd name="connsiteX37" fmla="*/ 1738030 w 1858552"/>
                  <a:gd name="connsiteY37" fmla="*/ 1627104 h 2108217"/>
                  <a:gd name="connsiteX38" fmla="*/ 1728646 w 1858552"/>
                  <a:gd name="connsiteY38" fmla="*/ 1613186 h 2108217"/>
                  <a:gd name="connsiteX39" fmla="*/ 992650 w 1858552"/>
                  <a:gd name="connsiteY39" fmla="*/ 2044990 h 2108217"/>
                  <a:gd name="connsiteX40" fmla="*/ 988349 w 1858552"/>
                  <a:gd name="connsiteY40" fmla="*/ 2066293 h 2108217"/>
                  <a:gd name="connsiteX41" fmla="*/ 925101 w 1858552"/>
                  <a:gd name="connsiteY41" fmla="*/ 2108217 h 2108217"/>
                  <a:gd name="connsiteX42" fmla="*/ 861852 w 1858552"/>
                  <a:gd name="connsiteY42" fmla="*/ 2066293 h 2108217"/>
                  <a:gd name="connsiteX43" fmla="*/ 860191 w 1858552"/>
                  <a:gd name="connsiteY43" fmla="*/ 2058064 h 2108217"/>
                  <a:gd name="connsiteX44" fmla="*/ 110027 w 1858552"/>
                  <a:gd name="connsiteY44" fmla="*/ 1631927 h 2108217"/>
                  <a:gd name="connsiteX45" fmla="*/ 95361 w 1858552"/>
                  <a:gd name="connsiteY45" fmla="*/ 1641815 h 2108217"/>
                  <a:gd name="connsiteX46" fmla="*/ 68643 w 1858552"/>
                  <a:gd name="connsiteY46" fmla="*/ 1647209 h 2108217"/>
                  <a:gd name="connsiteX47" fmla="*/ 0 w 1858552"/>
                  <a:gd name="connsiteY47" fmla="*/ 1578567 h 2108217"/>
                  <a:gd name="connsiteX48" fmla="*/ 20105 w 1858552"/>
                  <a:gd name="connsiteY48" fmla="*/ 1530029 h 2108217"/>
                  <a:gd name="connsiteX49" fmla="*/ 32128 w 1858552"/>
                  <a:gd name="connsiteY49" fmla="*/ 1521923 h 2108217"/>
                  <a:gd name="connsiteX50" fmla="*/ 25882 w 1858552"/>
                  <a:gd name="connsiteY50" fmla="*/ 628313 h 2108217"/>
                  <a:gd name="connsiteX51" fmla="*/ 20106 w 1858552"/>
                  <a:gd name="connsiteY51" fmla="*/ 624418 h 2108217"/>
                  <a:gd name="connsiteX52" fmla="*/ 1 w 1858552"/>
                  <a:gd name="connsiteY52" fmla="*/ 575881 h 2108217"/>
                  <a:gd name="connsiteX53" fmla="*/ 68643 w 1858552"/>
                  <a:gd name="connsiteY53" fmla="*/ 507239 h 2108217"/>
                  <a:gd name="connsiteX54" fmla="*/ 95362 w 1858552"/>
                  <a:gd name="connsiteY54" fmla="*/ 512633 h 2108217"/>
                  <a:gd name="connsiteX55" fmla="*/ 109767 w 1858552"/>
                  <a:gd name="connsiteY55" fmla="*/ 522346 h 2108217"/>
                  <a:gd name="connsiteX56" fmla="*/ 859279 w 1858552"/>
                  <a:gd name="connsiteY56" fmla="*/ 82613 h 2108217"/>
                  <a:gd name="connsiteX57" fmla="*/ 856458 w 1858552"/>
                  <a:gd name="connsiteY57" fmla="*/ 68643 h 2108217"/>
                  <a:gd name="connsiteX58" fmla="*/ 925101 w 1858552"/>
                  <a:gd name="connsiteY58" fmla="*/ 0 h 2108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858552" h="2108217">
                    <a:moveTo>
                      <a:pt x="891621" y="127333"/>
                    </a:moveTo>
                    <a:lnTo>
                      <a:pt x="136204" y="570529"/>
                    </a:lnTo>
                    <a:lnTo>
                      <a:pt x="137285" y="575881"/>
                    </a:lnTo>
                    <a:cubicBezTo>
                      <a:pt x="137285" y="604314"/>
                      <a:pt x="119998" y="628708"/>
                      <a:pt x="95362" y="639129"/>
                    </a:cubicBezTo>
                    <a:lnTo>
                      <a:pt x="80913" y="642046"/>
                    </a:lnTo>
                    <a:lnTo>
                      <a:pt x="87029" y="1513636"/>
                    </a:lnTo>
                    <a:lnTo>
                      <a:pt x="95361" y="1515318"/>
                    </a:lnTo>
                    <a:cubicBezTo>
                      <a:pt x="119998" y="1525739"/>
                      <a:pt x="137285" y="1550134"/>
                      <a:pt x="137285" y="1578567"/>
                    </a:cubicBezTo>
                    <a:lnTo>
                      <a:pt x="136263" y="1583626"/>
                    </a:lnTo>
                    <a:lnTo>
                      <a:pt x="870153" y="2000544"/>
                    </a:lnTo>
                    <a:lnTo>
                      <a:pt x="876563" y="1991037"/>
                    </a:lnTo>
                    <a:cubicBezTo>
                      <a:pt x="888985" y="1978615"/>
                      <a:pt x="906146" y="1970932"/>
                      <a:pt x="925101" y="1970932"/>
                    </a:cubicBezTo>
                    <a:cubicBezTo>
                      <a:pt x="944056" y="1970932"/>
                      <a:pt x="961217" y="1978615"/>
                      <a:pt x="973638" y="1991037"/>
                    </a:cubicBezTo>
                    <a:lnTo>
                      <a:pt x="974304" y="1992024"/>
                    </a:lnTo>
                    <a:lnTo>
                      <a:pt x="1723151" y="1552681"/>
                    </a:lnTo>
                    <a:lnTo>
                      <a:pt x="1723319" y="1551848"/>
                    </a:lnTo>
                    <a:lnTo>
                      <a:pt x="1737335" y="1531060"/>
                    </a:lnTo>
                    <a:lnTo>
                      <a:pt x="1730864" y="608833"/>
                    </a:lnTo>
                    <a:lnTo>
                      <a:pt x="1726661" y="602599"/>
                    </a:lnTo>
                    <a:lnTo>
                      <a:pt x="1723626" y="587565"/>
                    </a:lnTo>
                    <a:lnTo>
                      <a:pt x="929459" y="136405"/>
                    </a:lnTo>
                    <a:lnTo>
                      <a:pt x="925101" y="137285"/>
                    </a:lnTo>
                    <a:cubicBezTo>
                      <a:pt x="915623" y="137285"/>
                      <a:pt x="906594" y="135364"/>
                      <a:pt x="898382" y="131891"/>
                    </a:cubicBezTo>
                    <a:close/>
                    <a:moveTo>
                      <a:pt x="925101" y="0"/>
                    </a:moveTo>
                    <a:cubicBezTo>
                      <a:pt x="963011" y="0"/>
                      <a:pt x="993743" y="30732"/>
                      <a:pt x="993743" y="68643"/>
                    </a:cubicBezTo>
                    <a:cubicBezTo>
                      <a:pt x="993743" y="78120"/>
                      <a:pt x="991823" y="87149"/>
                      <a:pt x="988349" y="95361"/>
                    </a:cubicBezTo>
                    <a:lnTo>
                      <a:pt x="982848" y="103520"/>
                    </a:lnTo>
                    <a:lnTo>
                      <a:pt x="1737928" y="532451"/>
                    </a:lnTo>
                    <a:lnTo>
                      <a:pt x="1741372" y="527343"/>
                    </a:lnTo>
                    <a:cubicBezTo>
                      <a:pt x="1753794" y="514921"/>
                      <a:pt x="1770955" y="507238"/>
                      <a:pt x="1789910" y="507238"/>
                    </a:cubicBezTo>
                    <a:cubicBezTo>
                      <a:pt x="1827820" y="507238"/>
                      <a:pt x="1858552" y="537970"/>
                      <a:pt x="1858552" y="575881"/>
                    </a:cubicBezTo>
                    <a:cubicBezTo>
                      <a:pt x="1858552" y="613791"/>
                      <a:pt x="1827820" y="644523"/>
                      <a:pt x="1789910" y="644523"/>
                    </a:cubicBezTo>
                    <a:lnTo>
                      <a:pt x="1786126" y="643759"/>
                    </a:lnTo>
                    <a:lnTo>
                      <a:pt x="1792189" y="1511060"/>
                    </a:lnTo>
                    <a:lnTo>
                      <a:pt x="1813286" y="1515319"/>
                    </a:lnTo>
                    <a:cubicBezTo>
                      <a:pt x="1837922" y="1525740"/>
                      <a:pt x="1855209" y="1550134"/>
                      <a:pt x="1855209" y="1578567"/>
                    </a:cubicBezTo>
                    <a:cubicBezTo>
                      <a:pt x="1855209" y="1616477"/>
                      <a:pt x="1824477" y="1647209"/>
                      <a:pt x="1786567" y="1647209"/>
                    </a:cubicBezTo>
                    <a:cubicBezTo>
                      <a:pt x="1767612" y="1647209"/>
                      <a:pt x="1750452" y="1639526"/>
                      <a:pt x="1738030" y="1627104"/>
                    </a:cubicBezTo>
                    <a:lnTo>
                      <a:pt x="1728646" y="1613186"/>
                    </a:lnTo>
                    <a:lnTo>
                      <a:pt x="992650" y="2044990"/>
                    </a:lnTo>
                    <a:lnTo>
                      <a:pt x="988349" y="2066293"/>
                    </a:lnTo>
                    <a:cubicBezTo>
                      <a:pt x="977929" y="2090930"/>
                      <a:pt x="953534" y="2108217"/>
                      <a:pt x="925101" y="2108217"/>
                    </a:cubicBezTo>
                    <a:cubicBezTo>
                      <a:pt x="896668" y="2108217"/>
                      <a:pt x="872273" y="2090930"/>
                      <a:pt x="861852" y="2066293"/>
                    </a:cubicBezTo>
                    <a:lnTo>
                      <a:pt x="860191" y="2058064"/>
                    </a:lnTo>
                    <a:lnTo>
                      <a:pt x="110027" y="1631927"/>
                    </a:lnTo>
                    <a:lnTo>
                      <a:pt x="95361" y="1641815"/>
                    </a:lnTo>
                    <a:cubicBezTo>
                      <a:pt x="87149" y="1645288"/>
                      <a:pt x="78120" y="1647209"/>
                      <a:pt x="68643" y="1647209"/>
                    </a:cubicBezTo>
                    <a:cubicBezTo>
                      <a:pt x="30732" y="1647209"/>
                      <a:pt x="0" y="1616477"/>
                      <a:pt x="0" y="1578567"/>
                    </a:cubicBezTo>
                    <a:cubicBezTo>
                      <a:pt x="0" y="1559611"/>
                      <a:pt x="7683" y="1542451"/>
                      <a:pt x="20105" y="1530029"/>
                    </a:cubicBezTo>
                    <a:lnTo>
                      <a:pt x="32128" y="1521923"/>
                    </a:lnTo>
                    <a:lnTo>
                      <a:pt x="25882" y="628313"/>
                    </a:lnTo>
                    <a:lnTo>
                      <a:pt x="20106" y="624418"/>
                    </a:lnTo>
                    <a:cubicBezTo>
                      <a:pt x="7684" y="611997"/>
                      <a:pt x="1" y="594836"/>
                      <a:pt x="1" y="575881"/>
                    </a:cubicBezTo>
                    <a:cubicBezTo>
                      <a:pt x="1" y="537971"/>
                      <a:pt x="30733" y="507239"/>
                      <a:pt x="68643" y="507239"/>
                    </a:cubicBezTo>
                    <a:cubicBezTo>
                      <a:pt x="78121" y="507239"/>
                      <a:pt x="87150" y="509160"/>
                      <a:pt x="95362" y="512633"/>
                    </a:cubicBezTo>
                    <a:lnTo>
                      <a:pt x="109767" y="522346"/>
                    </a:lnTo>
                    <a:lnTo>
                      <a:pt x="859279" y="82613"/>
                    </a:lnTo>
                    <a:lnTo>
                      <a:pt x="856458" y="68643"/>
                    </a:lnTo>
                    <a:cubicBezTo>
                      <a:pt x="856458" y="30732"/>
                      <a:pt x="887190" y="0"/>
                      <a:pt x="925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7" name="Freeform: Shape 56"/>
              <p:cNvSpPr/>
              <p:nvPr/>
            </p:nvSpPr>
            <p:spPr>
              <a:xfrm>
                <a:off x="6190784" y="3803471"/>
                <a:ext cx="1129313" cy="1276507"/>
              </a:xfrm>
              <a:custGeom>
                <a:avLst/>
                <a:gdLst>
                  <a:gd name="connsiteX0" fmla="*/ 896251 w 1865646"/>
                  <a:gd name="connsiteY0" fmla="*/ 120481 h 2108813"/>
                  <a:gd name="connsiteX1" fmla="*/ 129434 w 1865646"/>
                  <a:gd name="connsiteY1" fmla="*/ 570366 h 2108813"/>
                  <a:gd name="connsiteX2" fmla="*/ 125890 w 1865646"/>
                  <a:gd name="connsiteY2" fmla="*/ 575622 h 2108813"/>
                  <a:gd name="connsiteX3" fmla="*/ 112789 w 1865646"/>
                  <a:gd name="connsiteY3" fmla="*/ 584455 h 2108813"/>
                  <a:gd name="connsiteX4" fmla="*/ 119147 w 1865646"/>
                  <a:gd name="connsiteY4" fmla="*/ 1490535 h 2108813"/>
                  <a:gd name="connsiteX5" fmla="*/ 131891 w 1865646"/>
                  <a:gd name="connsiteY5" fmla="*/ 1509437 h 2108813"/>
                  <a:gd name="connsiteX6" fmla="*/ 137285 w 1865646"/>
                  <a:gd name="connsiteY6" fmla="*/ 1536156 h 2108813"/>
                  <a:gd name="connsiteX7" fmla="*/ 136049 w 1865646"/>
                  <a:gd name="connsiteY7" fmla="*/ 1542278 h 2108813"/>
                  <a:gd name="connsiteX8" fmla="*/ 907672 w 1865646"/>
                  <a:gd name="connsiteY8" fmla="*/ 1980632 h 2108813"/>
                  <a:gd name="connsiteX9" fmla="*/ 913174 w 1865646"/>
                  <a:gd name="connsiteY9" fmla="*/ 1976922 h 2108813"/>
                  <a:gd name="connsiteX10" fmla="*/ 939893 w 1865646"/>
                  <a:gd name="connsiteY10" fmla="*/ 1971528 h 2108813"/>
                  <a:gd name="connsiteX11" fmla="*/ 966612 w 1865646"/>
                  <a:gd name="connsiteY11" fmla="*/ 1976922 h 2108813"/>
                  <a:gd name="connsiteX12" fmla="*/ 978887 w 1865646"/>
                  <a:gd name="connsiteY12" fmla="*/ 1985199 h 2108813"/>
                  <a:gd name="connsiteX13" fmla="*/ 1722260 w 1865646"/>
                  <a:gd name="connsiteY13" fmla="*/ 1549067 h 2108813"/>
                  <a:gd name="connsiteX14" fmla="*/ 1719653 w 1865646"/>
                  <a:gd name="connsiteY14" fmla="*/ 1536156 h 2108813"/>
                  <a:gd name="connsiteX15" fmla="*/ 1761577 w 1865646"/>
                  <a:gd name="connsiteY15" fmla="*/ 1472908 h 2108813"/>
                  <a:gd name="connsiteX16" fmla="*/ 1769197 w 1865646"/>
                  <a:gd name="connsiteY16" fmla="*/ 1471370 h 2108813"/>
                  <a:gd name="connsiteX17" fmla="*/ 1762980 w 1865646"/>
                  <a:gd name="connsiteY17" fmla="*/ 585408 h 2108813"/>
                  <a:gd name="connsiteX18" fmla="*/ 1748466 w 1865646"/>
                  <a:gd name="connsiteY18" fmla="*/ 575622 h 2108813"/>
                  <a:gd name="connsiteX19" fmla="*/ 1733755 w 1865646"/>
                  <a:gd name="connsiteY19" fmla="*/ 553803 h 2108813"/>
                  <a:gd name="connsiteX20" fmla="*/ 1733366 w 1865646"/>
                  <a:gd name="connsiteY20" fmla="*/ 551872 h 2108813"/>
                  <a:gd name="connsiteX21" fmla="*/ 979173 w 1865646"/>
                  <a:gd name="connsiteY21" fmla="*/ 123421 h 2108813"/>
                  <a:gd name="connsiteX22" fmla="*/ 966611 w 1865646"/>
                  <a:gd name="connsiteY22" fmla="*/ 131891 h 2108813"/>
                  <a:gd name="connsiteX23" fmla="*/ 939893 w 1865646"/>
                  <a:gd name="connsiteY23" fmla="*/ 137285 h 2108813"/>
                  <a:gd name="connsiteX24" fmla="*/ 913174 w 1865646"/>
                  <a:gd name="connsiteY24" fmla="*/ 131891 h 2108813"/>
                  <a:gd name="connsiteX25" fmla="*/ 939893 w 1865646"/>
                  <a:gd name="connsiteY25" fmla="*/ 0 h 2108813"/>
                  <a:gd name="connsiteX26" fmla="*/ 1008535 w 1865646"/>
                  <a:gd name="connsiteY26" fmla="*/ 68643 h 2108813"/>
                  <a:gd name="connsiteX27" fmla="*/ 1007047 w 1865646"/>
                  <a:gd name="connsiteY27" fmla="*/ 76016 h 2108813"/>
                  <a:gd name="connsiteX28" fmla="*/ 1739379 w 1865646"/>
                  <a:gd name="connsiteY28" fmla="*/ 492025 h 2108813"/>
                  <a:gd name="connsiteX29" fmla="*/ 1748466 w 1865646"/>
                  <a:gd name="connsiteY29" fmla="*/ 478547 h 2108813"/>
                  <a:gd name="connsiteX30" fmla="*/ 1797004 w 1865646"/>
                  <a:gd name="connsiteY30" fmla="*/ 458442 h 2108813"/>
                  <a:gd name="connsiteX31" fmla="*/ 1865646 w 1865646"/>
                  <a:gd name="connsiteY31" fmla="*/ 527085 h 2108813"/>
                  <a:gd name="connsiteX32" fmla="*/ 1823722 w 1865646"/>
                  <a:gd name="connsiteY32" fmla="*/ 590333 h 2108813"/>
                  <a:gd name="connsiteX33" fmla="*/ 1817981 w 1865646"/>
                  <a:gd name="connsiteY33" fmla="*/ 591492 h 2108813"/>
                  <a:gd name="connsiteX34" fmla="*/ 1824186 w 1865646"/>
                  <a:gd name="connsiteY34" fmla="*/ 1479093 h 2108813"/>
                  <a:gd name="connsiteX35" fmla="*/ 1836832 w 1865646"/>
                  <a:gd name="connsiteY35" fmla="*/ 1487619 h 2108813"/>
                  <a:gd name="connsiteX36" fmla="*/ 1856937 w 1865646"/>
                  <a:gd name="connsiteY36" fmla="*/ 1536156 h 2108813"/>
                  <a:gd name="connsiteX37" fmla="*/ 1788295 w 1865646"/>
                  <a:gd name="connsiteY37" fmla="*/ 1604798 h 2108813"/>
                  <a:gd name="connsiteX38" fmla="*/ 1761577 w 1865646"/>
                  <a:gd name="connsiteY38" fmla="*/ 1599404 h 2108813"/>
                  <a:gd name="connsiteX39" fmla="*/ 1753830 w 1865646"/>
                  <a:gd name="connsiteY39" fmla="*/ 1594181 h 2108813"/>
                  <a:gd name="connsiteX40" fmla="*/ 1006959 w 1865646"/>
                  <a:gd name="connsiteY40" fmla="*/ 2032364 h 2108813"/>
                  <a:gd name="connsiteX41" fmla="*/ 1008535 w 1865646"/>
                  <a:gd name="connsiteY41" fmla="*/ 2040171 h 2108813"/>
                  <a:gd name="connsiteX42" fmla="*/ 939893 w 1865646"/>
                  <a:gd name="connsiteY42" fmla="*/ 2108813 h 2108813"/>
                  <a:gd name="connsiteX43" fmla="*/ 871250 w 1865646"/>
                  <a:gd name="connsiteY43" fmla="*/ 2040171 h 2108813"/>
                  <a:gd name="connsiteX44" fmla="*/ 874343 w 1865646"/>
                  <a:gd name="connsiteY44" fmla="*/ 2024852 h 2108813"/>
                  <a:gd name="connsiteX45" fmla="*/ 109094 w 1865646"/>
                  <a:gd name="connsiteY45" fmla="*/ 1590145 h 2108813"/>
                  <a:gd name="connsiteX46" fmla="*/ 95362 w 1865646"/>
                  <a:gd name="connsiteY46" fmla="*/ 1599404 h 2108813"/>
                  <a:gd name="connsiteX47" fmla="*/ 68643 w 1865646"/>
                  <a:gd name="connsiteY47" fmla="*/ 1604798 h 2108813"/>
                  <a:gd name="connsiteX48" fmla="*/ 0 w 1865646"/>
                  <a:gd name="connsiteY48" fmla="*/ 1536156 h 2108813"/>
                  <a:gd name="connsiteX49" fmla="*/ 41923 w 1865646"/>
                  <a:gd name="connsiteY49" fmla="*/ 1472907 h 2108813"/>
                  <a:gd name="connsiteX50" fmla="*/ 63975 w 1865646"/>
                  <a:gd name="connsiteY50" fmla="*/ 1468456 h 2108813"/>
                  <a:gd name="connsiteX51" fmla="*/ 57847 w 1865646"/>
                  <a:gd name="connsiteY51" fmla="*/ 591789 h 2108813"/>
                  <a:gd name="connsiteX52" fmla="*/ 50633 w 1865646"/>
                  <a:gd name="connsiteY52" fmla="*/ 590333 h 2108813"/>
                  <a:gd name="connsiteX53" fmla="*/ 8710 w 1865646"/>
                  <a:gd name="connsiteY53" fmla="*/ 527085 h 2108813"/>
                  <a:gd name="connsiteX54" fmla="*/ 77352 w 1865646"/>
                  <a:gd name="connsiteY54" fmla="*/ 458443 h 2108813"/>
                  <a:gd name="connsiteX55" fmla="*/ 125890 w 1865646"/>
                  <a:gd name="connsiteY55" fmla="*/ 478548 h 2108813"/>
                  <a:gd name="connsiteX56" fmla="*/ 140435 w 1865646"/>
                  <a:gd name="connsiteY56" fmla="*/ 500122 h 2108813"/>
                  <a:gd name="connsiteX57" fmla="*/ 871741 w 1865646"/>
                  <a:gd name="connsiteY57" fmla="*/ 71071 h 2108813"/>
                  <a:gd name="connsiteX58" fmla="*/ 871250 w 1865646"/>
                  <a:gd name="connsiteY58" fmla="*/ 68643 h 2108813"/>
                  <a:gd name="connsiteX59" fmla="*/ 939893 w 1865646"/>
                  <a:gd name="connsiteY59" fmla="*/ 0 h 2108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865646" h="2108813">
                    <a:moveTo>
                      <a:pt x="896251" y="120481"/>
                    </a:moveTo>
                    <a:lnTo>
                      <a:pt x="129434" y="570366"/>
                    </a:lnTo>
                    <a:lnTo>
                      <a:pt x="125890" y="575622"/>
                    </a:lnTo>
                    <a:lnTo>
                      <a:pt x="112789" y="584455"/>
                    </a:lnTo>
                    <a:lnTo>
                      <a:pt x="119147" y="1490535"/>
                    </a:lnTo>
                    <a:lnTo>
                      <a:pt x="131891" y="1509437"/>
                    </a:lnTo>
                    <a:cubicBezTo>
                      <a:pt x="135365" y="1517649"/>
                      <a:pt x="137285" y="1526678"/>
                      <a:pt x="137285" y="1536156"/>
                    </a:cubicBezTo>
                    <a:lnTo>
                      <a:pt x="136049" y="1542278"/>
                    </a:lnTo>
                    <a:lnTo>
                      <a:pt x="907672" y="1980632"/>
                    </a:lnTo>
                    <a:lnTo>
                      <a:pt x="913174" y="1976922"/>
                    </a:lnTo>
                    <a:cubicBezTo>
                      <a:pt x="921387" y="1973449"/>
                      <a:pt x="930415" y="1971528"/>
                      <a:pt x="939893" y="1971528"/>
                    </a:cubicBezTo>
                    <a:cubicBezTo>
                      <a:pt x="949370" y="1971528"/>
                      <a:pt x="958399" y="1973449"/>
                      <a:pt x="966612" y="1976922"/>
                    </a:cubicBezTo>
                    <a:lnTo>
                      <a:pt x="978887" y="1985199"/>
                    </a:lnTo>
                    <a:lnTo>
                      <a:pt x="1722260" y="1549067"/>
                    </a:lnTo>
                    <a:lnTo>
                      <a:pt x="1719653" y="1536156"/>
                    </a:lnTo>
                    <a:cubicBezTo>
                      <a:pt x="1719653" y="1507724"/>
                      <a:pt x="1736940" y="1483329"/>
                      <a:pt x="1761577" y="1472908"/>
                    </a:cubicBezTo>
                    <a:lnTo>
                      <a:pt x="1769197" y="1471370"/>
                    </a:lnTo>
                    <a:lnTo>
                      <a:pt x="1762980" y="585408"/>
                    </a:lnTo>
                    <a:lnTo>
                      <a:pt x="1748466" y="575622"/>
                    </a:lnTo>
                    <a:cubicBezTo>
                      <a:pt x="1742255" y="569411"/>
                      <a:pt x="1737229" y="562016"/>
                      <a:pt x="1733755" y="553803"/>
                    </a:cubicBezTo>
                    <a:lnTo>
                      <a:pt x="1733366" y="551872"/>
                    </a:lnTo>
                    <a:lnTo>
                      <a:pt x="979173" y="123421"/>
                    </a:lnTo>
                    <a:lnTo>
                      <a:pt x="966611" y="131891"/>
                    </a:lnTo>
                    <a:cubicBezTo>
                      <a:pt x="958399" y="135364"/>
                      <a:pt x="949370" y="137285"/>
                      <a:pt x="939893" y="137285"/>
                    </a:cubicBezTo>
                    <a:cubicBezTo>
                      <a:pt x="930415" y="137285"/>
                      <a:pt x="921386" y="135364"/>
                      <a:pt x="913174" y="131891"/>
                    </a:cubicBezTo>
                    <a:close/>
                    <a:moveTo>
                      <a:pt x="939893" y="0"/>
                    </a:moveTo>
                    <a:cubicBezTo>
                      <a:pt x="977802" y="0"/>
                      <a:pt x="1008535" y="30732"/>
                      <a:pt x="1008535" y="68643"/>
                    </a:cubicBezTo>
                    <a:lnTo>
                      <a:pt x="1007047" y="76016"/>
                    </a:lnTo>
                    <a:lnTo>
                      <a:pt x="1739379" y="492025"/>
                    </a:lnTo>
                    <a:lnTo>
                      <a:pt x="1748466" y="478547"/>
                    </a:lnTo>
                    <a:cubicBezTo>
                      <a:pt x="1760888" y="466125"/>
                      <a:pt x="1778049" y="458442"/>
                      <a:pt x="1797004" y="458442"/>
                    </a:cubicBezTo>
                    <a:cubicBezTo>
                      <a:pt x="1834913" y="458442"/>
                      <a:pt x="1865646" y="489174"/>
                      <a:pt x="1865646" y="527085"/>
                    </a:cubicBezTo>
                    <a:cubicBezTo>
                      <a:pt x="1865646" y="555517"/>
                      <a:pt x="1848359" y="579912"/>
                      <a:pt x="1823722" y="590333"/>
                    </a:cubicBezTo>
                    <a:lnTo>
                      <a:pt x="1817981" y="591492"/>
                    </a:lnTo>
                    <a:lnTo>
                      <a:pt x="1824186" y="1479093"/>
                    </a:lnTo>
                    <a:lnTo>
                      <a:pt x="1836832" y="1487619"/>
                    </a:lnTo>
                    <a:cubicBezTo>
                      <a:pt x="1849254" y="1500041"/>
                      <a:pt x="1856937" y="1517201"/>
                      <a:pt x="1856937" y="1536156"/>
                    </a:cubicBezTo>
                    <a:cubicBezTo>
                      <a:pt x="1856937" y="1574066"/>
                      <a:pt x="1826204" y="1604798"/>
                      <a:pt x="1788295" y="1604798"/>
                    </a:cubicBezTo>
                    <a:cubicBezTo>
                      <a:pt x="1778818" y="1604798"/>
                      <a:pt x="1769789" y="1602878"/>
                      <a:pt x="1761577" y="1599404"/>
                    </a:cubicBezTo>
                    <a:lnTo>
                      <a:pt x="1753830" y="1594181"/>
                    </a:lnTo>
                    <a:lnTo>
                      <a:pt x="1006959" y="2032364"/>
                    </a:lnTo>
                    <a:lnTo>
                      <a:pt x="1008535" y="2040171"/>
                    </a:lnTo>
                    <a:cubicBezTo>
                      <a:pt x="1008535" y="2078080"/>
                      <a:pt x="977803" y="2108813"/>
                      <a:pt x="939893" y="2108813"/>
                    </a:cubicBezTo>
                    <a:cubicBezTo>
                      <a:pt x="901983" y="2108813"/>
                      <a:pt x="871250" y="2078080"/>
                      <a:pt x="871250" y="2040171"/>
                    </a:cubicBezTo>
                    <a:lnTo>
                      <a:pt x="874343" y="2024852"/>
                    </a:lnTo>
                    <a:lnTo>
                      <a:pt x="109094" y="1590145"/>
                    </a:lnTo>
                    <a:lnTo>
                      <a:pt x="95362" y="1599404"/>
                    </a:lnTo>
                    <a:cubicBezTo>
                      <a:pt x="87149" y="1602877"/>
                      <a:pt x="78120" y="1604798"/>
                      <a:pt x="68643" y="1604798"/>
                    </a:cubicBezTo>
                    <a:cubicBezTo>
                      <a:pt x="30732" y="1604798"/>
                      <a:pt x="0" y="1574065"/>
                      <a:pt x="0" y="1536156"/>
                    </a:cubicBezTo>
                    <a:cubicBezTo>
                      <a:pt x="0" y="1507723"/>
                      <a:pt x="17287" y="1483328"/>
                      <a:pt x="41923" y="1472907"/>
                    </a:cubicBezTo>
                    <a:lnTo>
                      <a:pt x="63975" y="1468456"/>
                    </a:lnTo>
                    <a:lnTo>
                      <a:pt x="57847" y="591789"/>
                    </a:lnTo>
                    <a:lnTo>
                      <a:pt x="50633" y="590333"/>
                    </a:lnTo>
                    <a:cubicBezTo>
                      <a:pt x="25997" y="579912"/>
                      <a:pt x="8710" y="555518"/>
                      <a:pt x="8710" y="527085"/>
                    </a:cubicBezTo>
                    <a:cubicBezTo>
                      <a:pt x="8710" y="489175"/>
                      <a:pt x="39442" y="458443"/>
                      <a:pt x="77352" y="458443"/>
                    </a:cubicBezTo>
                    <a:cubicBezTo>
                      <a:pt x="96307" y="458443"/>
                      <a:pt x="113468" y="466126"/>
                      <a:pt x="125890" y="478548"/>
                    </a:cubicBezTo>
                    <a:lnTo>
                      <a:pt x="140435" y="500122"/>
                    </a:lnTo>
                    <a:lnTo>
                      <a:pt x="871741" y="71071"/>
                    </a:lnTo>
                    <a:lnTo>
                      <a:pt x="871250" y="68643"/>
                    </a:lnTo>
                    <a:cubicBezTo>
                      <a:pt x="871250" y="30732"/>
                      <a:pt x="901982" y="0"/>
                      <a:pt x="9398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8" name="Freeform: Shape 57"/>
              <p:cNvSpPr/>
              <p:nvPr/>
            </p:nvSpPr>
            <p:spPr>
              <a:xfrm>
                <a:off x="5518243" y="2613915"/>
                <a:ext cx="1120377" cy="1272658"/>
              </a:xfrm>
              <a:custGeom>
                <a:avLst/>
                <a:gdLst>
                  <a:gd name="connsiteX0" fmla="*/ 885279 w 1850884"/>
                  <a:gd name="connsiteY0" fmla="*/ 117464 h 2102455"/>
                  <a:gd name="connsiteX1" fmla="*/ 134185 w 1850884"/>
                  <a:gd name="connsiteY1" fmla="*/ 551124 h 2102455"/>
                  <a:gd name="connsiteX2" fmla="*/ 137285 w 1850884"/>
                  <a:gd name="connsiteY2" fmla="*/ 566477 h 2102455"/>
                  <a:gd name="connsiteX3" fmla="*/ 117180 w 1850884"/>
                  <a:gd name="connsiteY3" fmla="*/ 615015 h 2102455"/>
                  <a:gd name="connsiteX4" fmla="*/ 96375 w 1850884"/>
                  <a:gd name="connsiteY4" fmla="*/ 629042 h 2102455"/>
                  <a:gd name="connsiteX5" fmla="*/ 96375 w 1850884"/>
                  <a:gd name="connsiteY5" fmla="*/ 1504603 h 2102455"/>
                  <a:gd name="connsiteX6" fmla="*/ 117180 w 1850884"/>
                  <a:gd name="connsiteY6" fmla="*/ 1518631 h 2102455"/>
                  <a:gd name="connsiteX7" fmla="*/ 131891 w 1850884"/>
                  <a:gd name="connsiteY7" fmla="*/ 1540450 h 2102455"/>
                  <a:gd name="connsiteX8" fmla="*/ 133209 w 1850884"/>
                  <a:gd name="connsiteY8" fmla="*/ 1546976 h 2102455"/>
                  <a:gd name="connsiteX9" fmla="*/ 888308 w 1850884"/>
                  <a:gd name="connsiteY9" fmla="*/ 1982948 h 2102455"/>
                  <a:gd name="connsiteX10" fmla="*/ 906675 w 1850884"/>
                  <a:gd name="connsiteY10" fmla="*/ 1970565 h 2102455"/>
                  <a:gd name="connsiteX11" fmla="*/ 933393 w 1850884"/>
                  <a:gd name="connsiteY11" fmla="*/ 1965171 h 2102455"/>
                  <a:gd name="connsiteX12" fmla="*/ 960112 w 1850884"/>
                  <a:gd name="connsiteY12" fmla="*/ 1970565 h 2102455"/>
                  <a:gd name="connsiteX13" fmla="*/ 967465 w 1850884"/>
                  <a:gd name="connsiteY13" fmla="*/ 1975523 h 2102455"/>
                  <a:gd name="connsiteX14" fmla="*/ 1718728 w 1850884"/>
                  <a:gd name="connsiteY14" fmla="*/ 1541766 h 2102455"/>
                  <a:gd name="connsiteX15" fmla="*/ 1718993 w 1850884"/>
                  <a:gd name="connsiteY15" fmla="*/ 1540450 h 2102455"/>
                  <a:gd name="connsiteX16" fmla="*/ 1733704 w 1850884"/>
                  <a:gd name="connsiteY16" fmla="*/ 1518631 h 2102455"/>
                  <a:gd name="connsiteX17" fmla="*/ 1746537 w 1850884"/>
                  <a:gd name="connsiteY17" fmla="*/ 1509979 h 2102455"/>
                  <a:gd name="connsiteX18" fmla="*/ 1746537 w 1850884"/>
                  <a:gd name="connsiteY18" fmla="*/ 623788 h 2102455"/>
                  <a:gd name="connsiteX19" fmla="*/ 1733525 w 1850884"/>
                  <a:gd name="connsiteY19" fmla="*/ 615015 h 2102455"/>
                  <a:gd name="connsiteX20" fmla="*/ 1713420 w 1850884"/>
                  <a:gd name="connsiteY20" fmla="*/ 566477 h 2102455"/>
                  <a:gd name="connsiteX21" fmla="*/ 1715706 w 1850884"/>
                  <a:gd name="connsiteY21" fmla="*/ 555154 h 2102455"/>
                  <a:gd name="connsiteX22" fmla="*/ 970494 w 1850884"/>
                  <a:gd name="connsiteY22" fmla="*/ 124890 h 2102455"/>
                  <a:gd name="connsiteX23" fmla="*/ 960112 w 1850884"/>
                  <a:gd name="connsiteY23" fmla="*/ 131890 h 2102455"/>
                  <a:gd name="connsiteX24" fmla="*/ 933393 w 1850884"/>
                  <a:gd name="connsiteY24" fmla="*/ 137284 h 2102455"/>
                  <a:gd name="connsiteX25" fmla="*/ 906675 w 1850884"/>
                  <a:gd name="connsiteY25" fmla="*/ 131890 h 2102455"/>
                  <a:gd name="connsiteX26" fmla="*/ 933393 w 1850884"/>
                  <a:gd name="connsiteY26" fmla="*/ 0 h 2102455"/>
                  <a:gd name="connsiteX27" fmla="*/ 1002035 w 1850884"/>
                  <a:gd name="connsiteY27" fmla="*/ 68642 h 2102455"/>
                  <a:gd name="connsiteX28" fmla="*/ 1000044 w 1850884"/>
                  <a:gd name="connsiteY28" fmla="*/ 78503 h 2102455"/>
                  <a:gd name="connsiteX29" fmla="*/ 1746256 w 1850884"/>
                  <a:gd name="connsiteY29" fmla="*/ 509357 h 2102455"/>
                  <a:gd name="connsiteX30" fmla="*/ 1755344 w 1850884"/>
                  <a:gd name="connsiteY30" fmla="*/ 503229 h 2102455"/>
                  <a:gd name="connsiteX31" fmla="*/ 1782063 w 1850884"/>
                  <a:gd name="connsiteY31" fmla="*/ 497835 h 2102455"/>
                  <a:gd name="connsiteX32" fmla="*/ 1850705 w 1850884"/>
                  <a:gd name="connsiteY32" fmla="*/ 566477 h 2102455"/>
                  <a:gd name="connsiteX33" fmla="*/ 1808782 w 1850884"/>
                  <a:gd name="connsiteY33" fmla="*/ 629726 h 2102455"/>
                  <a:gd name="connsiteX34" fmla="*/ 1801510 w 1850884"/>
                  <a:gd name="connsiteY34" fmla="*/ 631194 h 2102455"/>
                  <a:gd name="connsiteX35" fmla="*/ 1801510 w 1850884"/>
                  <a:gd name="connsiteY35" fmla="*/ 1502416 h 2102455"/>
                  <a:gd name="connsiteX36" fmla="*/ 1808960 w 1850884"/>
                  <a:gd name="connsiteY36" fmla="*/ 1503920 h 2102455"/>
                  <a:gd name="connsiteX37" fmla="*/ 1850884 w 1850884"/>
                  <a:gd name="connsiteY37" fmla="*/ 1567169 h 2102455"/>
                  <a:gd name="connsiteX38" fmla="*/ 1782242 w 1850884"/>
                  <a:gd name="connsiteY38" fmla="*/ 1635811 h 2102455"/>
                  <a:gd name="connsiteX39" fmla="*/ 1733704 w 1850884"/>
                  <a:gd name="connsiteY39" fmla="*/ 1615706 h 2102455"/>
                  <a:gd name="connsiteX40" fmla="*/ 1724436 w 1850884"/>
                  <a:gd name="connsiteY40" fmla="*/ 1601960 h 2102455"/>
                  <a:gd name="connsiteX41" fmla="*/ 999360 w 1850884"/>
                  <a:gd name="connsiteY41" fmla="*/ 2020561 h 2102455"/>
                  <a:gd name="connsiteX42" fmla="*/ 1002035 w 1850884"/>
                  <a:gd name="connsiteY42" fmla="*/ 2033813 h 2102455"/>
                  <a:gd name="connsiteX43" fmla="*/ 933393 w 1850884"/>
                  <a:gd name="connsiteY43" fmla="*/ 2102455 h 2102455"/>
                  <a:gd name="connsiteX44" fmla="*/ 864751 w 1850884"/>
                  <a:gd name="connsiteY44" fmla="*/ 2033813 h 2102455"/>
                  <a:gd name="connsiteX45" fmla="*/ 864934 w 1850884"/>
                  <a:gd name="connsiteY45" fmla="*/ 2032906 h 2102455"/>
                  <a:gd name="connsiteX46" fmla="*/ 124214 w 1850884"/>
                  <a:gd name="connsiteY46" fmla="*/ 1605273 h 2102455"/>
                  <a:gd name="connsiteX47" fmla="*/ 117180 w 1850884"/>
                  <a:gd name="connsiteY47" fmla="*/ 1615706 h 2102455"/>
                  <a:gd name="connsiteX48" fmla="*/ 68643 w 1850884"/>
                  <a:gd name="connsiteY48" fmla="*/ 1635811 h 2102455"/>
                  <a:gd name="connsiteX49" fmla="*/ 0 w 1850884"/>
                  <a:gd name="connsiteY49" fmla="*/ 1567169 h 2102455"/>
                  <a:gd name="connsiteX50" fmla="*/ 20105 w 1850884"/>
                  <a:gd name="connsiteY50" fmla="*/ 1518631 h 2102455"/>
                  <a:gd name="connsiteX51" fmla="*/ 41401 w 1850884"/>
                  <a:gd name="connsiteY51" fmla="*/ 1504273 h 2102455"/>
                  <a:gd name="connsiteX52" fmla="*/ 41401 w 1850884"/>
                  <a:gd name="connsiteY52" fmla="*/ 629373 h 2102455"/>
                  <a:gd name="connsiteX53" fmla="*/ 20105 w 1850884"/>
                  <a:gd name="connsiteY53" fmla="*/ 615015 h 2102455"/>
                  <a:gd name="connsiteX54" fmla="*/ 0 w 1850884"/>
                  <a:gd name="connsiteY54" fmla="*/ 566477 h 2102455"/>
                  <a:gd name="connsiteX55" fmla="*/ 68643 w 1850884"/>
                  <a:gd name="connsiteY55" fmla="*/ 497835 h 2102455"/>
                  <a:gd name="connsiteX56" fmla="*/ 95362 w 1850884"/>
                  <a:gd name="connsiteY56" fmla="*/ 503229 h 2102455"/>
                  <a:gd name="connsiteX57" fmla="*/ 100854 w 1850884"/>
                  <a:gd name="connsiteY57" fmla="*/ 506932 h 2102455"/>
                  <a:gd name="connsiteX58" fmla="*/ 865385 w 1850884"/>
                  <a:gd name="connsiteY58" fmla="*/ 65502 h 2102455"/>
                  <a:gd name="connsiteX59" fmla="*/ 870145 w 1850884"/>
                  <a:gd name="connsiteY59" fmla="*/ 41923 h 2102455"/>
                  <a:gd name="connsiteX60" fmla="*/ 933393 w 1850884"/>
                  <a:gd name="connsiteY60" fmla="*/ 0 h 210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850884" h="2102455">
                    <a:moveTo>
                      <a:pt x="885279" y="117464"/>
                    </a:moveTo>
                    <a:lnTo>
                      <a:pt x="134185" y="551124"/>
                    </a:lnTo>
                    <a:lnTo>
                      <a:pt x="137285" y="566477"/>
                    </a:lnTo>
                    <a:cubicBezTo>
                      <a:pt x="137285" y="585432"/>
                      <a:pt x="129602" y="602593"/>
                      <a:pt x="117180" y="615015"/>
                    </a:cubicBezTo>
                    <a:lnTo>
                      <a:pt x="96375" y="629042"/>
                    </a:lnTo>
                    <a:lnTo>
                      <a:pt x="96375" y="1504603"/>
                    </a:lnTo>
                    <a:lnTo>
                      <a:pt x="117180" y="1518631"/>
                    </a:lnTo>
                    <a:cubicBezTo>
                      <a:pt x="123391" y="1524842"/>
                      <a:pt x="128418" y="1532237"/>
                      <a:pt x="131891" y="1540450"/>
                    </a:cubicBezTo>
                    <a:lnTo>
                      <a:pt x="133209" y="1546976"/>
                    </a:lnTo>
                    <a:lnTo>
                      <a:pt x="888308" y="1982948"/>
                    </a:lnTo>
                    <a:lnTo>
                      <a:pt x="906675" y="1970565"/>
                    </a:lnTo>
                    <a:cubicBezTo>
                      <a:pt x="914887" y="1967092"/>
                      <a:pt x="923916" y="1965171"/>
                      <a:pt x="933393" y="1965171"/>
                    </a:cubicBezTo>
                    <a:cubicBezTo>
                      <a:pt x="942871" y="1965171"/>
                      <a:pt x="951900" y="1967092"/>
                      <a:pt x="960112" y="1970565"/>
                    </a:cubicBezTo>
                    <a:lnTo>
                      <a:pt x="967465" y="1975523"/>
                    </a:lnTo>
                    <a:lnTo>
                      <a:pt x="1718728" y="1541766"/>
                    </a:lnTo>
                    <a:lnTo>
                      <a:pt x="1718993" y="1540450"/>
                    </a:lnTo>
                    <a:cubicBezTo>
                      <a:pt x="1722467" y="1532237"/>
                      <a:pt x="1727493" y="1524842"/>
                      <a:pt x="1733704" y="1518631"/>
                    </a:cubicBezTo>
                    <a:lnTo>
                      <a:pt x="1746537" y="1509979"/>
                    </a:lnTo>
                    <a:lnTo>
                      <a:pt x="1746537" y="623788"/>
                    </a:lnTo>
                    <a:lnTo>
                      <a:pt x="1733525" y="615015"/>
                    </a:lnTo>
                    <a:cubicBezTo>
                      <a:pt x="1721103" y="602593"/>
                      <a:pt x="1713420" y="585433"/>
                      <a:pt x="1713420" y="566477"/>
                    </a:cubicBezTo>
                    <a:lnTo>
                      <a:pt x="1715706" y="555154"/>
                    </a:lnTo>
                    <a:lnTo>
                      <a:pt x="970494" y="124890"/>
                    </a:lnTo>
                    <a:lnTo>
                      <a:pt x="960112" y="131890"/>
                    </a:lnTo>
                    <a:cubicBezTo>
                      <a:pt x="951900" y="135363"/>
                      <a:pt x="942871" y="137284"/>
                      <a:pt x="933393" y="137284"/>
                    </a:cubicBezTo>
                    <a:cubicBezTo>
                      <a:pt x="923916" y="137284"/>
                      <a:pt x="914887" y="135363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1000044" y="78503"/>
                    </a:lnTo>
                    <a:lnTo>
                      <a:pt x="1746256" y="509357"/>
                    </a:lnTo>
                    <a:lnTo>
                      <a:pt x="1755344" y="503229"/>
                    </a:lnTo>
                    <a:cubicBezTo>
                      <a:pt x="1763556" y="499756"/>
                      <a:pt x="1772585" y="497835"/>
                      <a:pt x="1782063" y="497835"/>
                    </a:cubicBezTo>
                    <a:cubicBezTo>
                      <a:pt x="1819973" y="497835"/>
                      <a:pt x="1850705" y="528567"/>
                      <a:pt x="1850705" y="566477"/>
                    </a:cubicBezTo>
                    <a:cubicBezTo>
                      <a:pt x="1850705" y="594910"/>
                      <a:pt x="1833418" y="619305"/>
                      <a:pt x="1808782" y="629726"/>
                    </a:cubicBezTo>
                    <a:lnTo>
                      <a:pt x="1801510" y="631194"/>
                    </a:lnTo>
                    <a:lnTo>
                      <a:pt x="1801510" y="1502416"/>
                    </a:lnTo>
                    <a:lnTo>
                      <a:pt x="1808960" y="1503920"/>
                    </a:lnTo>
                    <a:cubicBezTo>
                      <a:pt x="1833597" y="1514341"/>
                      <a:pt x="1850884" y="1538736"/>
                      <a:pt x="1850884" y="1567169"/>
                    </a:cubicBezTo>
                    <a:cubicBezTo>
                      <a:pt x="1850884" y="1605079"/>
                      <a:pt x="1820151" y="1635811"/>
                      <a:pt x="1782242" y="1635811"/>
                    </a:cubicBezTo>
                    <a:cubicBezTo>
                      <a:pt x="1763286" y="1635811"/>
                      <a:pt x="1746126" y="1628128"/>
                      <a:pt x="1733704" y="1615706"/>
                    </a:cubicBezTo>
                    <a:lnTo>
                      <a:pt x="1724436" y="1601960"/>
                    </a:lnTo>
                    <a:lnTo>
                      <a:pt x="999360" y="2020561"/>
                    </a:lnTo>
                    <a:lnTo>
                      <a:pt x="1002035" y="2033813"/>
                    </a:lnTo>
                    <a:cubicBezTo>
                      <a:pt x="1002035" y="2071723"/>
                      <a:pt x="971303" y="2102455"/>
                      <a:pt x="933393" y="2102455"/>
                    </a:cubicBezTo>
                    <a:cubicBezTo>
                      <a:pt x="895483" y="2102455"/>
                      <a:pt x="864751" y="2071723"/>
                      <a:pt x="864751" y="2033813"/>
                    </a:cubicBezTo>
                    <a:lnTo>
                      <a:pt x="864934" y="2032906"/>
                    </a:lnTo>
                    <a:lnTo>
                      <a:pt x="124214" y="1605273"/>
                    </a:lnTo>
                    <a:lnTo>
                      <a:pt x="117180" y="1615706"/>
                    </a:lnTo>
                    <a:cubicBezTo>
                      <a:pt x="104759" y="1628128"/>
                      <a:pt x="87598" y="1635811"/>
                      <a:pt x="68643" y="1635811"/>
                    </a:cubicBezTo>
                    <a:cubicBezTo>
                      <a:pt x="30732" y="1635811"/>
                      <a:pt x="0" y="1605079"/>
                      <a:pt x="0" y="1567169"/>
                    </a:cubicBezTo>
                    <a:cubicBezTo>
                      <a:pt x="0" y="1548213"/>
                      <a:pt x="7683" y="1531053"/>
                      <a:pt x="20105" y="1518631"/>
                    </a:cubicBezTo>
                    <a:lnTo>
                      <a:pt x="41401" y="1504273"/>
                    </a:lnTo>
                    <a:lnTo>
                      <a:pt x="41401" y="629373"/>
                    </a:lnTo>
                    <a:lnTo>
                      <a:pt x="20105" y="615015"/>
                    </a:lnTo>
                    <a:cubicBezTo>
                      <a:pt x="7683" y="602593"/>
                      <a:pt x="0" y="585432"/>
                      <a:pt x="0" y="566477"/>
                    </a:cubicBezTo>
                    <a:cubicBezTo>
                      <a:pt x="0" y="528567"/>
                      <a:pt x="30732" y="497835"/>
                      <a:pt x="68643" y="497835"/>
                    </a:cubicBezTo>
                    <a:cubicBezTo>
                      <a:pt x="78120" y="497835"/>
                      <a:pt x="87149" y="499756"/>
                      <a:pt x="95362" y="503229"/>
                    </a:cubicBezTo>
                    <a:lnTo>
                      <a:pt x="100854" y="506932"/>
                    </a:lnTo>
                    <a:lnTo>
                      <a:pt x="865385" y="65502"/>
                    </a:lnTo>
                    <a:lnTo>
                      <a:pt x="870145" y="41923"/>
                    </a:lnTo>
                    <a:cubicBezTo>
                      <a:pt x="880566" y="17287"/>
                      <a:pt x="904961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9" name="Freeform: Shape 58"/>
              <p:cNvSpPr/>
              <p:nvPr/>
            </p:nvSpPr>
            <p:spPr>
              <a:xfrm>
                <a:off x="6196056" y="2999088"/>
                <a:ext cx="1124041" cy="1276146"/>
              </a:xfrm>
              <a:custGeom>
                <a:avLst/>
                <a:gdLst>
                  <a:gd name="connsiteX0" fmla="*/ 906556 w 1856937"/>
                  <a:gd name="connsiteY0" fmla="*/ 132313 h 2108217"/>
                  <a:gd name="connsiteX1" fmla="*/ 135496 w 1856937"/>
                  <a:gd name="connsiteY1" fmla="*/ 584744 h 2108217"/>
                  <a:gd name="connsiteX2" fmla="*/ 131891 w 1856937"/>
                  <a:gd name="connsiteY2" fmla="*/ 602599 h 2108217"/>
                  <a:gd name="connsiteX3" fmla="*/ 117180 w 1856937"/>
                  <a:gd name="connsiteY3" fmla="*/ 624418 h 2108217"/>
                  <a:gd name="connsiteX4" fmla="*/ 104171 w 1856937"/>
                  <a:gd name="connsiteY4" fmla="*/ 633189 h 2108217"/>
                  <a:gd name="connsiteX5" fmla="*/ 110432 w 1856937"/>
                  <a:gd name="connsiteY5" fmla="*/ 1525480 h 2108217"/>
                  <a:gd name="connsiteX6" fmla="*/ 117181 w 1856937"/>
                  <a:gd name="connsiteY6" fmla="*/ 1530030 h 2108217"/>
                  <a:gd name="connsiteX7" fmla="*/ 131891 w 1856937"/>
                  <a:gd name="connsiteY7" fmla="*/ 1551848 h 2108217"/>
                  <a:gd name="connsiteX8" fmla="*/ 135577 w 1856937"/>
                  <a:gd name="connsiteY8" fmla="*/ 1570104 h 2108217"/>
                  <a:gd name="connsiteX9" fmla="*/ 880994 w 1856937"/>
                  <a:gd name="connsiteY9" fmla="*/ 1993488 h 2108217"/>
                  <a:gd name="connsiteX10" fmla="*/ 882646 w 1856937"/>
                  <a:gd name="connsiteY10" fmla="*/ 1991037 h 2108217"/>
                  <a:gd name="connsiteX11" fmla="*/ 931184 w 1856937"/>
                  <a:gd name="connsiteY11" fmla="*/ 1970932 h 2108217"/>
                  <a:gd name="connsiteX12" fmla="*/ 979721 w 1856937"/>
                  <a:gd name="connsiteY12" fmla="*/ 1991037 h 2108217"/>
                  <a:gd name="connsiteX13" fmla="*/ 985317 w 1856937"/>
                  <a:gd name="connsiteY13" fmla="*/ 1999337 h 2108217"/>
                  <a:gd name="connsiteX14" fmla="*/ 1721968 w 1856937"/>
                  <a:gd name="connsiteY14" fmla="*/ 1567095 h 2108217"/>
                  <a:gd name="connsiteX15" fmla="*/ 1725046 w 1856937"/>
                  <a:gd name="connsiteY15" fmla="*/ 1551848 h 2108217"/>
                  <a:gd name="connsiteX16" fmla="*/ 1739757 w 1856937"/>
                  <a:gd name="connsiteY16" fmla="*/ 1530029 h 2108217"/>
                  <a:gd name="connsiteX17" fmla="*/ 1760609 w 1856937"/>
                  <a:gd name="connsiteY17" fmla="*/ 1515970 h 2108217"/>
                  <a:gd name="connsiteX18" fmla="*/ 1754422 w 1856937"/>
                  <a:gd name="connsiteY18" fmla="*/ 634305 h 2108217"/>
                  <a:gd name="connsiteX19" fmla="*/ 1739758 w 1856937"/>
                  <a:gd name="connsiteY19" fmla="*/ 624418 h 2108217"/>
                  <a:gd name="connsiteX20" fmla="*/ 1719653 w 1856937"/>
                  <a:gd name="connsiteY20" fmla="*/ 575881 h 2108217"/>
                  <a:gd name="connsiteX21" fmla="*/ 1720351 w 1856937"/>
                  <a:gd name="connsiteY21" fmla="*/ 572427 h 2108217"/>
                  <a:gd name="connsiteX22" fmla="*/ 948186 w 1856937"/>
                  <a:gd name="connsiteY22" fmla="*/ 133852 h 2108217"/>
                  <a:gd name="connsiteX23" fmla="*/ 931184 w 1856937"/>
                  <a:gd name="connsiteY23" fmla="*/ 137285 h 2108217"/>
                  <a:gd name="connsiteX24" fmla="*/ 931184 w 1856937"/>
                  <a:gd name="connsiteY24" fmla="*/ 0 h 2108217"/>
                  <a:gd name="connsiteX25" fmla="*/ 999826 w 1856937"/>
                  <a:gd name="connsiteY25" fmla="*/ 68643 h 2108217"/>
                  <a:gd name="connsiteX26" fmla="*/ 994432 w 1856937"/>
                  <a:gd name="connsiteY26" fmla="*/ 95361 h 2108217"/>
                  <a:gd name="connsiteX27" fmla="*/ 993705 w 1856937"/>
                  <a:gd name="connsiteY27" fmla="*/ 96440 h 2108217"/>
                  <a:gd name="connsiteX28" fmla="*/ 1745473 w 1856937"/>
                  <a:gd name="connsiteY28" fmla="*/ 523490 h 2108217"/>
                  <a:gd name="connsiteX29" fmla="*/ 1761577 w 1856937"/>
                  <a:gd name="connsiteY29" fmla="*/ 512633 h 2108217"/>
                  <a:gd name="connsiteX30" fmla="*/ 1788295 w 1856937"/>
                  <a:gd name="connsiteY30" fmla="*/ 507239 h 2108217"/>
                  <a:gd name="connsiteX31" fmla="*/ 1856937 w 1856937"/>
                  <a:gd name="connsiteY31" fmla="*/ 575881 h 2108217"/>
                  <a:gd name="connsiteX32" fmla="*/ 1815013 w 1856937"/>
                  <a:gd name="connsiteY32" fmla="*/ 639129 h 2108217"/>
                  <a:gd name="connsiteX33" fmla="*/ 1809427 w 1856937"/>
                  <a:gd name="connsiteY33" fmla="*/ 640257 h 2108217"/>
                  <a:gd name="connsiteX34" fmla="*/ 1815598 w 1856937"/>
                  <a:gd name="connsiteY34" fmla="*/ 1515712 h 2108217"/>
                  <a:gd name="connsiteX35" fmla="*/ 1836832 w 1856937"/>
                  <a:gd name="connsiteY35" fmla="*/ 1530029 h 2108217"/>
                  <a:gd name="connsiteX36" fmla="*/ 1856937 w 1856937"/>
                  <a:gd name="connsiteY36" fmla="*/ 1578567 h 2108217"/>
                  <a:gd name="connsiteX37" fmla="*/ 1788295 w 1856937"/>
                  <a:gd name="connsiteY37" fmla="*/ 1647209 h 2108217"/>
                  <a:gd name="connsiteX38" fmla="*/ 1739757 w 1856937"/>
                  <a:gd name="connsiteY38" fmla="*/ 1627104 h 2108217"/>
                  <a:gd name="connsiteX39" fmla="*/ 1736513 w 1856937"/>
                  <a:gd name="connsiteY39" fmla="*/ 1622293 h 2108217"/>
                  <a:gd name="connsiteX40" fmla="*/ 996396 w 1856937"/>
                  <a:gd name="connsiteY40" fmla="*/ 2056566 h 2108217"/>
                  <a:gd name="connsiteX41" fmla="*/ 994432 w 1856937"/>
                  <a:gd name="connsiteY41" fmla="*/ 2066293 h 2108217"/>
                  <a:gd name="connsiteX42" fmla="*/ 931184 w 1856937"/>
                  <a:gd name="connsiteY42" fmla="*/ 2108217 h 2108217"/>
                  <a:gd name="connsiteX43" fmla="*/ 867936 w 1856937"/>
                  <a:gd name="connsiteY43" fmla="*/ 2066293 h 2108217"/>
                  <a:gd name="connsiteX44" fmla="*/ 864047 w 1856937"/>
                  <a:gd name="connsiteY44" fmla="*/ 2047034 h 2108217"/>
                  <a:gd name="connsiteX45" fmla="*/ 119294 w 1856937"/>
                  <a:gd name="connsiteY45" fmla="*/ 1623969 h 2108217"/>
                  <a:gd name="connsiteX46" fmla="*/ 117181 w 1856937"/>
                  <a:gd name="connsiteY46" fmla="*/ 1627104 h 2108217"/>
                  <a:gd name="connsiteX47" fmla="*/ 68643 w 1856937"/>
                  <a:gd name="connsiteY47" fmla="*/ 1647209 h 2108217"/>
                  <a:gd name="connsiteX48" fmla="*/ 1 w 1856937"/>
                  <a:gd name="connsiteY48" fmla="*/ 1578567 h 2108217"/>
                  <a:gd name="connsiteX49" fmla="*/ 41924 w 1856937"/>
                  <a:gd name="connsiteY49" fmla="*/ 1515319 h 2108217"/>
                  <a:gd name="connsiteX50" fmla="*/ 55440 w 1856937"/>
                  <a:gd name="connsiteY50" fmla="*/ 1512591 h 2108217"/>
                  <a:gd name="connsiteX51" fmla="*/ 49293 w 1856937"/>
                  <a:gd name="connsiteY51" fmla="*/ 640616 h 2108217"/>
                  <a:gd name="connsiteX52" fmla="*/ 41923 w 1856937"/>
                  <a:gd name="connsiteY52" fmla="*/ 639129 h 2108217"/>
                  <a:gd name="connsiteX53" fmla="*/ 0 w 1856937"/>
                  <a:gd name="connsiteY53" fmla="*/ 575881 h 2108217"/>
                  <a:gd name="connsiteX54" fmla="*/ 68643 w 1856937"/>
                  <a:gd name="connsiteY54" fmla="*/ 507238 h 2108217"/>
                  <a:gd name="connsiteX55" fmla="*/ 117180 w 1856937"/>
                  <a:gd name="connsiteY55" fmla="*/ 527343 h 2108217"/>
                  <a:gd name="connsiteX56" fmla="*/ 119302 w 1856937"/>
                  <a:gd name="connsiteY56" fmla="*/ 530489 h 2108217"/>
                  <a:gd name="connsiteX57" fmla="*/ 867188 w 1856937"/>
                  <a:gd name="connsiteY57" fmla="*/ 91658 h 2108217"/>
                  <a:gd name="connsiteX58" fmla="*/ 862541 w 1856937"/>
                  <a:gd name="connsiteY58" fmla="*/ 68643 h 2108217"/>
                  <a:gd name="connsiteX59" fmla="*/ 931184 w 1856937"/>
                  <a:gd name="connsiteY59" fmla="*/ 0 h 2108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856937" h="2108217">
                    <a:moveTo>
                      <a:pt x="906556" y="132313"/>
                    </a:moveTo>
                    <a:lnTo>
                      <a:pt x="135496" y="584744"/>
                    </a:lnTo>
                    <a:lnTo>
                      <a:pt x="131891" y="602599"/>
                    </a:lnTo>
                    <a:cubicBezTo>
                      <a:pt x="128418" y="610812"/>
                      <a:pt x="123391" y="618207"/>
                      <a:pt x="117180" y="624418"/>
                    </a:cubicBezTo>
                    <a:lnTo>
                      <a:pt x="104171" y="633189"/>
                    </a:lnTo>
                    <a:lnTo>
                      <a:pt x="110432" y="1525480"/>
                    </a:lnTo>
                    <a:lnTo>
                      <a:pt x="117181" y="1530030"/>
                    </a:lnTo>
                    <a:cubicBezTo>
                      <a:pt x="123391" y="1536241"/>
                      <a:pt x="128418" y="1543636"/>
                      <a:pt x="131891" y="1551848"/>
                    </a:cubicBezTo>
                    <a:lnTo>
                      <a:pt x="135577" y="1570104"/>
                    </a:lnTo>
                    <a:lnTo>
                      <a:pt x="880994" y="1993488"/>
                    </a:lnTo>
                    <a:lnTo>
                      <a:pt x="882646" y="1991037"/>
                    </a:lnTo>
                    <a:cubicBezTo>
                      <a:pt x="895068" y="1978615"/>
                      <a:pt x="912229" y="1970932"/>
                      <a:pt x="931184" y="1970932"/>
                    </a:cubicBezTo>
                    <a:cubicBezTo>
                      <a:pt x="950139" y="1970932"/>
                      <a:pt x="967299" y="1978615"/>
                      <a:pt x="979721" y="1991037"/>
                    </a:cubicBezTo>
                    <a:lnTo>
                      <a:pt x="985317" y="1999337"/>
                    </a:lnTo>
                    <a:lnTo>
                      <a:pt x="1721968" y="1567095"/>
                    </a:lnTo>
                    <a:lnTo>
                      <a:pt x="1725046" y="1551848"/>
                    </a:lnTo>
                    <a:cubicBezTo>
                      <a:pt x="1728520" y="1543635"/>
                      <a:pt x="1733546" y="1536240"/>
                      <a:pt x="1739757" y="1530029"/>
                    </a:cubicBezTo>
                    <a:lnTo>
                      <a:pt x="1760609" y="1515970"/>
                    </a:lnTo>
                    <a:lnTo>
                      <a:pt x="1754422" y="634305"/>
                    </a:lnTo>
                    <a:lnTo>
                      <a:pt x="1739758" y="624418"/>
                    </a:lnTo>
                    <a:cubicBezTo>
                      <a:pt x="1727336" y="611997"/>
                      <a:pt x="1719653" y="594836"/>
                      <a:pt x="1719653" y="575881"/>
                    </a:cubicBezTo>
                    <a:lnTo>
                      <a:pt x="1720351" y="572427"/>
                    </a:lnTo>
                    <a:lnTo>
                      <a:pt x="948186" y="133852"/>
                    </a:lnTo>
                    <a:lnTo>
                      <a:pt x="931184" y="137285"/>
                    </a:lnTo>
                    <a:close/>
                    <a:moveTo>
                      <a:pt x="931184" y="0"/>
                    </a:moveTo>
                    <a:cubicBezTo>
                      <a:pt x="969094" y="0"/>
                      <a:pt x="999826" y="30732"/>
                      <a:pt x="999826" y="68643"/>
                    </a:cubicBezTo>
                    <a:cubicBezTo>
                      <a:pt x="999826" y="78120"/>
                      <a:pt x="997906" y="87149"/>
                      <a:pt x="994432" y="95361"/>
                    </a:cubicBezTo>
                    <a:lnTo>
                      <a:pt x="993705" y="96440"/>
                    </a:lnTo>
                    <a:lnTo>
                      <a:pt x="1745473" y="523490"/>
                    </a:lnTo>
                    <a:lnTo>
                      <a:pt x="1761577" y="512633"/>
                    </a:lnTo>
                    <a:cubicBezTo>
                      <a:pt x="1769789" y="509160"/>
                      <a:pt x="1778818" y="507239"/>
                      <a:pt x="1788295" y="507239"/>
                    </a:cubicBezTo>
                    <a:cubicBezTo>
                      <a:pt x="1826204" y="507239"/>
                      <a:pt x="1856937" y="537971"/>
                      <a:pt x="1856937" y="575881"/>
                    </a:cubicBezTo>
                    <a:cubicBezTo>
                      <a:pt x="1856937" y="604314"/>
                      <a:pt x="1839650" y="628708"/>
                      <a:pt x="1815013" y="639129"/>
                    </a:cubicBezTo>
                    <a:lnTo>
                      <a:pt x="1809427" y="640257"/>
                    </a:lnTo>
                    <a:lnTo>
                      <a:pt x="1815598" y="1515712"/>
                    </a:lnTo>
                    <a:lnTo>
                      <a:pt x="1836832" y="1530029"/>
                    </a:lnTo>
                    <a:cubicBezTo>
                      <a:pt x="1849254" y="1542451"/>
                      <a:pt x="1856937" y="1559611"/>
                      <a:pt x="1856937" y="1578567"/>
                    </a:cubicBezTo>
                    <a:cubicBezTo>
                      <a:pt x="1856937" y="1616477"/>
                      <a:pt x="1826204" y="1647209"/>
                      <a:pt x="1788295" y="1647209"/>
                    </a:cubicBezTo>
                    <a:cubicBezTo>
                      <a:pt x="1769340" y="1647209"/>
                      <a:pt x="1752179" y="1639526"/>
                      <a:pt x="1739757" y="1627104"/>
                    </a:cubicBezTo>
                    <a:lnTo>
                      <a:pt x="1736513" y="1622293"/>
                    </a:lnTo>
                    <a:lnTo>
                      <a:pt x="996396" y="2056566"/>
                    </a:lnTo>
                    <a:lnTo>
                      <a:pt x="994432" y="2066293"/>
                    </a:lnTo>
                    <a:cubicBezTo>
                      <a:pt x="984011" y="2090930"/>
                      <a:pt x="959616" y="2108217"/>
                      <a:pt x="931184" y="2108217"/>
                    </a:cubicBezTo>
                    <a:cubicBezTo>
                      <a:pt x="902751" y="2108217"/>
                      <a:pt x="878356" y="2090930"/>
                      <a:pt x="867936" y="2066293"/>
                    </a:cubicBezTo>
                    <a:lnTo>
                      <a:pt x="864047" y="2047034"/>
                    </a:lnTo>
                    <a:lnTo>
                      <a:pt x="119294" y="1623969"/>
                    </a:lnTo>
                    <a:lnTo>
                      <a:pt x="117181" y="1627104"/>
                    </a:lnTo>
                    <a:cubicBezTo>
                      <a:pt x="104759" y="1639526"/>
                      <a:pt x="87598" y="1647209"/>
                      <a:pt x="68643" y="1647209"/>
                    </a:cubicBezTo>
                    <a:cubicBezTo>
                      <a:pt x="30733" y="1647209"/>
                      <a:pt x="1" y="1616477"/>
                      <a:pt x="1" y="1578567"/>
                    </a:cubicBezTo>
                    <a:cubicBezTo>
                      <a:pt x="1" y="1550134"/>
                      <a:pt x="17288" y="1525740"/>
                      <a:pt x="41924" y="1515319"/>
                    </a:cubicBezTo>
                    <a:lnTo>
                      <a:pt x="55440" y="1512591"/>
                    </a:lnTo>
                    <a:lnTo>
                      <a:pt x="49293" y="640616"/>
                    </a:lnTo>
                    <a:lnTo>
                      <a:pt x="41923" y="639129"/>
                    </a:lnTo>
                    <a:cubicBezTo>
                      <a:pt x="17287" y="628708"/>
                      <a:pt x="0" y="604313"/>
                      <a:pt x="0" y="575881"/>
                    </a:cubicBezTo>
                    <a:cubicBezTo>
                      <a:pt x="0" y="537970"/>
                      <a:pt x="30732" y="507238"/>
                      <a:pt x="68643" y="507238"/>
                    </a:cubicBezTo>
                    <a:cubicBezTo>
                      <a:pt x="87598" y="507238"/>
                      <a:pt x="104759" y="514921"/>
                      <a:pt x="117180" y="527343"/>
                    </a:cubicBezTo>
                    <a:lnTo>
                      <a:pt x="119302" y="530489"/>
                    </a:lnTo>
                    <a:lnTo>
                      <a:pt x="867188" y="91658"/>
                    </a:lnTo>
                    <a:lnTo>
                      <a:pt x="862541" y="68643"/>
                    </a:lnTo>
                    <a:cubicBezTo>
                      <a:pt x="862541" y="30732"/>
                      <a:pt x="893274" y="0"/>
                      <a:pt x="9311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0" name="Freeform: Shape 59"/>
              <p:cNvSpPr/>
              <p:nvPr/>
            </p:nvSpPr>
            <p:spPr>
              <a:xfrm>
                <a:off x="4833263" y="3803471"/>
                <a:ext cx="1126929" cy="1276507"/>
              </a:xfrm>
              <a:custGeom>
                <a:avLst/>
                <a:gdLst>
                  <a:gd name="connsiteX0" fmla="*/ 883302 w 1861709"/>
                  <a:gd name="connsiteY0" fmla="*/ 114259 h 2108813"/>
                  <a:gd name="connsiteX1" fmla="*/ 141458 w 1861709"/>
                  <a:gd name="connsiteY1" fmla="*/ 549547 h 2108813"/>
                  <a:gd name="connsiteX2" fmla="*/ 140599 w 1861709"/>
                  <a:gd name="connsiteY2" fmla="*/ 553803 h 2108813"/>
                  <a:gd name="connsiteX3" fmla="*/ 104069 w 1861709"/>
                  <a:gd name="connsiteY3" fmla="*/ 590333 h 2108813"/>
                  <a:gd name="connsiteX4" fmla="*/ 89500 w 1861709"/>
                  <a:gd name="connsiteY4" fmla="*/ 593274 h 2108813"/>
                  <a:gd name="connsiteX5" fmla="*/ 95674 w 1861709"/>
                  <a:gd name="connsiteY5" fmla="*/ 1473120 h 2108813"/>
                  <a:gd name="connsiteX6" fmla="*/ 117179 w 1861709"/>
                  <a:gd name="connsiteY6" fmla="*/ 1487619 h 2108813"/>
                  <a:gd name="connsiteX7" fmla="*/ 137284 w 1861709"/>
                  <a:gd name="connsiteY7" fmla="*/ 1536156 h 2108813"/>
                  <a:gd name="connsiteX8" fmla="*/ 133657 w 1861709"/>
                  <a:gd name="connsiteY8" fmla="*/ 1554120 h 2108813"/>
                  <a:gd name="connsiteX9" fmla="*/ 893813 w 1861709"/>
                  <a:gd name="connsiteY9" fmla="*/ 1985874 h 2108813"/>
                  <a:gd name="connsiteX10" fmla="*/ 907090 w 1861709"/>
                  <a:gd name="connsiteY10" fmla="*/ 1976922 h 2108813"/>
                  <a:gd name="connsiteX11" fmla="*/ 933809 w 1861709"/>
                  <a:gd name="connsiteY11" fmla="*/ 1971528 h 2108813"/>
                  <a:gd name="connsiteX12" fmla="*/ 960528 w 1861709"/>
                  <a:gd name="connsiteY12" fmla="*/ 1976922 h 2108813"/>
                  <a:gd name="connsiteX13" fmla="*/ 964699 w 1861709"/>
                  <a:gd name="connsiteY13" fmla="*/ 1979735 h 2108813"/>
                  <a:gd name="connsiteX14" fmla="*/ 1718163 w 1861709"/>
                  <a:gd name="connsiteY14" fmla="*/ 1537628 h 2108813"/>
                  <a:gd name="connsiteX15" fmla="*/ 1717866 w 1861709"/>
                  <a:gd name="connsiteY15" fmla="*/ 1536156 h 2108813"/>
                  <a:gd name="connsiteX16" fmla="*/ 1737971 w 1861709"/>
                  <a:gd name="connsiteY16" fmla="*/ 1487618 h 2108813"/>
                  <a:gd name="connsiteX17" fmla="*/ 1745981 w 1861709"/>
                  <a:gd name="connsiteY17" fmla="*/ 1482218 h 2108813"/>
                  <a:gd name="connsiteX18" fmla="*/ 1739569 w 1861709"/>
                  <a:gd name="connsiteY18" fmla="*/ 568449 h 2108813"/>
                  <a:gd name="connsiteX19" fmla="*/ 965295 w 1861709"/>
                  <a:gd name="connsiteY19" fmla="*/ 128677 h 2108813"/>
                  <a:gd name="connsiteX20" fmla="*/ 960528 w 1861709"/>
                  <a:gd name="connsiteY20" fmla="*/ 131891 h 2108813"/>
                  <a:gd name="connsiteX21" fmla="*/ 933809 w 1861709"/>
                  <a:gd name="connsiteY21" fmla="*/ 137285 h 2108813"/>
                  <a:gd name="connsiteX22" fmla="*/ 885271 w 1861709"/>
                  <a:gd name="connsiteY22" fmla="*/ 117180 h 2108813"/>
                  <a:gd name="connsiteX23" fmla="*/ 933809 w 1861709"/>
                  <a:gd name="connsiteY23" fmla="*/ 0 h 2108813"/>
                  <a:gd name="connsiteX24" fmla="*/ 1002451 w 1861709"/>
                  <a:gd name="connsiteY24" fmla="*/ 68643 h 2108813"/>
                  <a:gd name="connsiteX25" fmla="*/ 999208 w 1861709"/>
                  <a:gd name="connsiteY25" fmla="*/ 84708 h 2108813"/>
                  <a:gd name="connsiteX26" fmla="*/ 1730125 w 1861709"/>
                  <a:gd name="connsiteY26" fmla="*/ 499913 h 2108813"/>
                  <a:gd name="connsiteX27" fmla="*/ 1744530 w 1861709"/>
                  <a:gd name="connsiteY27" fmla="*/ 478548 h 2108813"/>
                  <a:gd name="connsiteX28" fmla="*/ 1793067 w 1861709"/>
                  <a:gd name="connsiteY28" fmla="*/ 458443 h 2108813"/>
                  <a:gd name="connsiteX29" fmla="*/ 1861709 w 1861709"/>
                  <a:gd name="connsiteY29" fmla="*/ 527085 h 2108813"/>
                  <a:gd name="connsiteX30" fmla="*/ 1819786 w 1861709"/>
                  <a:gd name="connsiteY30" fmla="*/ 590333 h 2108813"/>
                  <a:gd name="connsiteX31" fmla="*/ 1794661 w 1861709"/>
                  <a:gd name="connsiteY31" fmla="*/ 595405 h 2108813"/>
                  <a:gd name="connsiteX32" fmla="*/ 1800828 w 1861709"/>
                  <a:gd name="connsiteY32" fmla="*/ 1470404 h 2108813"/>
                  <a:gd name="connsiteX33" fmla="*/ 1813228 w 1861709"/>
                  <a:gd name="connsiteY33" fmla="*/ 1472907 h 2108813"/>
                  <a:gd name="connsiteX34" fmla="*/ 1855151 w 1861709"/>
                  <a:gd name="connsiteY34" fmla="*/ 1536156 h 2108813"/>
                  <a:gd name="connsiteX35" fmla="*/ 1786509 w 1861709"/>
                  <a:gd name="connsiteY35" fmla="*/ 1604798 h 2108813"/>
                  <a:gd name="connsiteX36" fmla="*/ 1759790 w 1861709"/>
                  <a:gd name="connsiteY36" fmla="*/ 1599404 h 2108813"/>
                  <a:gd name="connsiteX37" fmla="*/ 1741991 w 1861709"/>
                  <a:gd name="connsiteY37" fmla="*/ 1587404 h 2108813"/>
                  <a:gd name="connsiteX38" fmla="*/ 999052 w 1861709"/>
                  <a:gd name="connsiteY38" fmla="*/ 2023332 h 2108813"/>
                  <a:gd name="connsiteX39" fmla="*/ 1002451 w 1861709"/>
                  <a:gd name="connsiteY39" fmla="*/ 2040171 h 2108813"/>
                  <a:gd name="connsiteX40" fmla="*/ 933809 w 1861709"/>
                  <a:gd name="connsiteY40" fmla="*/ 2108813 h 2108813"/>
                  <a:gd name="connsiteX41" fmla="*/ 865166 w 1861709"/>
                  <a:gd name="connsiteY41" fmla="*/ 2040171 h 2108813"/>
                  <a:gd name="connsiteX42" fmla="*/ 866489 w 1861709"/>
                  <a:gd name="connsiteY42" fmla="*/ 2033621 h 2108813"/>
                  <a:gd name="connsiteX43" fmla="*/ 98444 w 1861709"/>
                  <a:gd name="connsiteY43" fmla="*/ 1597326 h 2108813"/>
                  <a:gd name="connsiteX44" fmla="*/ 95361 w 1861709"/>
                  <a:gd name="connsiteY44" fmla="*/ 1599404 h 2108813"/>
                  <a:gd name="connsiteX45" fmla="*/ 68642 w 1861709"/>
                  <a:gd name="connsiteY45" fmla="*/ 1604798 h 2108813"/>
                  <a:gd name="connsiteX46" fmla="*/ 0 w 1861709"/>
                  <a:gd name="connsiteY46" fmla="*/ 1536156 h 2108813"/>
                  <a:gd name="connsiteX47" fmla="*/ 20105 w 1861709"/>
                  <a:gd name="connsiteY47" fmla="*/ 1487619 h 2108813"/>
                  <a:gd name="connsiteX48" fmla="*/ 40715 w 1861709"/>
                  <a:gd name="connsiteY48" fmla="*/ 1473723 h 2108813"/>
                  <a:gd name="connsiteX49" fmla="*/ 34411 w 1861709"/>
                  <a:gd name="connsiteY49" fmla="*/ 579397 h 2108813"/>
                  <a:gd name="connsiteX50" fmla="*/ 28813 w 1861709"/>
                  <a:gd name="connsiteY50" fmla="*/ 575622 h 2108813"/>
                  <a:gd name="connsiteX51" fmla="*/ 8708 w 1861709"/>
                  <a:gd name="connsiteY51" fmla="*/ 527085 h 2108813"/>
                  <a:gd name="connsiteX52" fmla="*/ 77351 w 1861709"/>
                  <a:gd name="connsiteY52" fmla="*/ 458442 h 2108813"/>
                  <a:gd name="connsiteX53" fmla="*/ 125888 w 1861709"/>
                  <a:gd name="connsiteY53" fmla="*/ 478547 h 2108813"/>
                  <a:gd name="connsiteX54" fmla="*/ 133809 w 1861709"/>
                  <a:gd name="connsiteY54" fmla="*/ 490296 h 2108813"/>
                  <a:gd name="connsiteX55" fmla="*/ 866890 w 1861709"/>
                  <a:gd name="connsiteY55" fmla="*/ 60102 h 2108813"/>
                  <a:gd name="connsiteX56" fmla="*/ 870561 w 1861709"/>
                  <a:gd name="connsiteY56" fmla="*/ 41924 h 2108813"/>
                  <a:gd name="connsiteX57" fmla="*/ 933809 w 1861709"/>
                  <a:gd name="connsiteY57" fmla="*/ 0 h 2108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1861709" h="2108813">
                    <a:moveTo>
                      <a:pt x="883302" y="114259"/>
                    </a:moveTo>
                    <a:lnTo>
                      <a:pt x="141458" y="549547"/>
                    </a:lnTo>
                    <a:lnTo>
                      <a:pt x="140599" y="553803"/>
                    </a:lnTo>
                    <a:cubicBezTo>
                      <a:pt x="133652" y="570228"/>
                      <a:pt x="120494" y="583386"/>
                      <a:pt x="104069" y="590333"/>
                    </a:cubicBezTo>
                    <a:lnTo>
                      <a:pt x="89500" y="593274"/>
                    </a:lnTo>
                    <a:lnTo>
                      <a:pt x="95674" y="1473120"/>
                    </a:lnTo>
                    <a:lnTo>
                      <a:pt x="117179" y="1487619"/>
                    </a:lnTo>
                    <a:cubicBezTo>
                      <a:pt x="129601" y="1500041"/>
                      <a:pt x="137284" y="1517201"/>
                      <a:pt x="137284" y="1536156"/>
                    </a:cubicBezTo>
                    <a:lnTo>
                      <a:pt x="133657" y="1554120"/>
                    </a:lnTo>
                    <a:lnTo>
                      <a:pt x="893813" y="1985874"/>
                    </a:lnTo>
                    <a:lnTo>
                      <a:pt x="907090" y="1976922"/>
                    </a:lnTo>
                    <a:cubicBezTo>
                      <a:pt x="915302" y="1973449"/>
                      <a:pt x="924331" y="1971528"/>
                      <a:pt x="933809" y="1971528"/>
                    </a:cubicBezTo>
                    <a:cubicBezTo>
                      <a:pt x="943286" y="1971528"/>
                      <a:pt x="952315" y="1973449"/>
                      <a:pt x="960528" y="1976922"/>
                    </a:cubicBezTo>
                    <a:lnTo>
                      <a:pt x="964699" y="1979735"/>
                    </a:lnTo>
                    <a:lnTo>
                      <a:pt x="1718163" y="1537628"/>
                    </a:lnTo>
                    <a:lnTo>
                      <a:pt x="1717866" y="1536156"/>
                    </a:lnTo>
                    <a:cubicBezTo>
                      <a:pt x="1717866" y="1517201"/>
                      <a:pt x="1725549" y="1500040"/>
                      <a:pt x="1737971" y="1487618"/>
                    </a:cubicBezTo>
                    <a:lnTo>
                      <a:pt x="1745981" y="1482218"/>
                    </a:lnTo>
                    <a:lnTo>
                      <a:pt x="1739569" y="568449"/>
                    </a:lnTo>
                    <a:lnTo>
                      <a:pt x="965295" y="128677"/>
                    </a:lnTo>
                    <a:lnTo>
                      <a:pt x="960528" y="131891"/>
                    </a:lnTo>
                    <a:cubicBezTo>
                      <a:pt x="952315" y="135364"/>
                      <a:pt x="943286" y="137285"/>
                      <a:pt x="933809" y="137285"/>
                    </a:cubicBezTo>
                    <a:cubicBezTo>
                      <a:pt x="914854" y="137285"/>
                      <a:pt x="897693" y="129602"/>
                      <a:pt x="885271" y="117180"/>
                    </a:cubicBezTo>
                    <a:close/>
                    <a:moveTo>
                      <a:pt x="933809" y="0"/>
                    </a:moveTo>
                    <a:cubicBezTo>
                      <a:pt x="971719" y="0"/>
                      <a:pt x="1002451" y="30732"/>
                      <a:pt x="1002451" y="68643"/>
                    </a:cubicBezTo>
                    <a:lnTo>
                      <a:pt x="999208" y="84708"/>
                    </a:lnTo>
                    <a:lnTo>
                      <a:pt x="1730125" y="499913"/>
                    </a:lnTo>
                    <a:lnTo>
                      <a:pt x="1744530" y="478548"/>
                    </a:lnTo>
                    <a:cubicBezTo>
                      <a:pt x="1756952" y="466126"/>
                      <a:pt x="1774112" y="458443"/>
                      <a:pt x="1793067" y="458443"/>
                    </a:cubicBezTo>
                    <a:cubicBezTo>
                      <a:pt x="1830977" y="458443"/>
                      <a:pt x="1861709" y="489175"/>
                      <a:pt x="1861709" y="527085"/>
                    </a:cubicBezTo>
                    <a:cubicBezTo>
                      <a:pt x="1861709" y="555518"/>
                      <a:pt x="1844422" y="579912"/>
                      <a:pt x="1819786" y="590333"/>
                    </a:cubicBezTo>
                    <a:lnTo>
                      <a:pt x="1794661" y="595405"/>
                    </a:lnTo>
                    <a:lnTo>
                      <a:pt x="1800828" y="1470404"/>
                    </a:lnTo>
                    <a:lnTo>
                      <a:pt x="1813228" y="1472907"/>
                    </a:lnTo>
                    <a:cubicBezTo>
                      <a:pt x="1837864" y="1483328"/>
                      <a:pt x="1855151" y="1507723"/>
                      <a:pt x="1855151" y="1536156"/>
                    </a:cubicBezTo>
                    <a:cubicBezTo>
                      <a:pt x="1855151" y="1574066"/>
                      <a:pt x="1824419" y="1604798"/>
                      <a:pt x="1786509" y="1604798"/>
                    </a:cubicBezTo>
                    <a:cubicBezTo>
                      <a:pt x="1777031" y="1604798"/>
                      <a:pt x="1768002" y="1602878"/>
                      <a:pt x="1759790" y="1599404"/>
                    </a:cubicBezTo>
                    <a:lnTo>
                      <a:pt x="1741991" y="1587404"/>
                    </a:lnTo>
                    <a:lnTo>
                      <a:pt x="999052" y="2023332"/>
                    </a:lnTo>
                    <a:lnTo>
                      <a:pt x="1002451" y="2040171"/>
                    </a:lnTo>
                    <a:cubicBezTo>
                      <a:pt x="1002451" y="2078081"/>
                      <a:pt x="971719" y="2108813"/>
                      <a:pt x="933809" y="2108813"/>
                    </a:cubicBezTo>
                    <a:cubicBezTo>
                      <a:pt x="895898" y="2108813"/>
                      <a:pt x="865166" y="2078081"/>
                      <a:pt x="865166" y="2040171"/>
                    </a:cubicBezTo>
                    <a:lnTo>
                      <a:pt x="866489" y="2033621"/>
                    </a:lnTo>
                    <a:lnTo>
                      <a:pt x="98444" y="1597326"/>
                    </a:lnTo>
                    <a:lnTo>
                      <a:pt x="95361" y="1599404"/>
                    </a:lnTo>
                    <a:cubicBezTo>
                      <a:pt x="87149" y="1602878"/>
                      <a:pt x="78120" y="1604798"/>
                      <a:pt x="68642" y="1604798"/>
                    </a:cubicBezTo>
                    <a:cubicBezTo>
                      <a:pt x="30732" y="1604798"/>
                      <a:pt x="0" y="1574066"/>
                      <a:pt x="0" y="1536156"/>
                    </a:cubicBezTo>
                    <a:cubicBezTo>
                      <a:pt x="0" y="1517201"/>
                      <a:pt x="7683" y="1500041"/>
                      <a:pt x="20105" y="1487619"/>
                    </a:cubicBezTo>
                    <a:lnTo>
                      <a:pt x="40715" y="1473723"/>
                    </a:lnTo>
                    <a:lnTo>
                      <a:pt x="34411" y="579397"/>
                    </a:lnTo>
                    <a:lnTo>
                      <a:pt x="28813" y="575622"/>
                    </a:lnTo>
                    <a:cubicBezTo>
                      <a:pt x="16391" y="563200"/>
                      <a:pt x="8708" y="546040"/>
                      <a:pt x="8708" y="527085"/>
                    </a:cubicBezTo>
                    <a:cubicBezTo>
                      <a:pt x="8708" y="489174"/>
                      <a:pt x="39440" y="458442"/>
                      <a:pt x="77351" y="458442"/>
                    </a:cubicBezTo>
                    <a:cubicBezTo>
                      <a:pt x="96306" y="458442"/>
                      <a:pt x="113466" y="466125"/>
                      <a:pt x="125888" y="478547"/>
                    </a:cubicBezTo>
                    <a:lnTo>
                      <a:pt x="133809" y="490296"/>
                    </a:lnTo>
                    <a:lnTo>
                      <a:pt x="866890" y="60102"/>
                    </a:lnTo>
                    <a:lnTo>
                      <a:pt x="870561" y="41924"/>
                    </a:lnTo>
                    <a:cubicBezTo>
                      <a:pt x="880981" y="17287"/>
                      <a:pt x="905376" y="0"/>
                      <a:pt x="9338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1" name="Freeform: Shape 60"/>
              <p:cNvSpPr/>
              <p:nvPr/>
            </p:nvSpPr>
            <p:spPr>
              <a:xfrm>
                <a:off x="5518243" y="4192133"/>
                <a:ext cx="1123231" cy="1274464"/>
              </a:xfrm>
              <a:custGeom>
                <a:avLst/>
                <a:gdLst>
                  <a:gd name="connsiteX0" fmla="*/ 888594 w 1855599"/>
                  <a:gd name="connsiteY0" fmla="*/ 119700 h 2105439"/>
                  <a:gd name="connsiteX1" fmla="*/ 134265 w 1855599"/>
                  <a:gd name="connsiteY1" fmla="*/ 555227 h 2105439"/>
                  <a:gd name="connsiteX2" fmla="*/ 131891 w 1855599"/>
                  <a:gd name="connsiteY2" fmla="*/ 566988 h 2105439"/>
                  <a:gd name="connsiteX3" fmla="*/ 117180 w 1855599"/>
                  <a:gd name="connsiteY3" fmla="*/ 588806 h 2105439"/>
                  <a:gd name="connsiteX4" fmla="*/ 96375 w 1855599"/>
                  <a:gd name="connsiteY4" fmla="*/ 602834 h 2105439"/>
                  <a:gd name="connsiteX5" fmla="*/ 96375 w 1855599"/>
                  <a:gd name="connsiteY5" fmla="*/ 1474068 h 2105439"/>
                  <a:gd name="connsiteX6" fmla="*/ 117180 w 1855599"/>
                  <a:gd name="connsiteY6" fmla="*/ 1488095 h 2105439"/>
                  <a:gd name="connsiteX7" fmla="*/ 137285 w 1855599"/>
                  <a:gd name="connsiteY7" fmla="*/ 1536633 h 2105439"/>
                  <a:gd name="connsiteX8" fmla="*/ 134239 w 1855599"/>
                  <a:gd name="connsiteY8" fmla="*/ 1551721 h 2105439"/>
                  <a:gd name="connsiteX9" fmla="*/ 887376 w 1855599"/>
                  <a:gd name="connsiteY9" fmla="*/ 1986561 h 2105439"/>
                  <a:gd name="connsiteX10" fmla="*/ 906675 w 1855599"/>
                  <a:gd name="connsiteY10" fmla="*/ 1973549 h 2105439"/>
                  <a:gd name="connsiteX11" fmla="*/ 933393 w 1855599"/>
                  <a:gd name="connsiteY11" fmla="*/ 1968155 h 2105439"/>
                  <a:gd name="connsiteX12" fmla="*/ 960112 w 1855599"/>
                  <a:gd name="connsiteY12" fmla="*/ 1973549 h 2105439"/>
                  <a:gd name="connsiteX13" fmla="*/ 968397 w 1855599"/>
                  <a:gd name="connsiteY13" fmla="*/ 1979135 h 2105439"/>
                  <a:gd name="connsiteX14" fmla="*/ 1720036 w 1855599"/>
                  <a:gd name="connsiteY14" fmla="*/ 1545161 h 2105439"/>
                  <a:gd name="connsiteX15" fmla="*/ 1718314 w 1855599"/>
                  <a:gd name="connsiteY15" fmla="*/ 1536633 h 2105439"/>
                  <a:gd name="connsiteX16" fmla="*/ 1738419 w 1855599"/>
                  <a:gd name="connsiteY16" fmla="*/ 1488095 h 2105439"/>
                  <a:gd name="connsiteX17" fmla="*/ 1746537 w 1855599"/>
                  <a:gd name="connsiteY17" fmla="*/ 1482622 h 2105439"/>
                  <a:gd name="connsiteX18" fmla="*/ 1746537 w 1855599"/>
                  <a:gd name="connsiteY18" fmla="*/ 592877 h 2105439"/>
                  <a:gd name="connsiteX19" fmla="*/ 1737046 w 1855599"/>
                  <a:gd name="connsiteY19" fmla="*/ 586478 h 2105439"/>
                  <a:gd name="connsiteX20" fmla="*/ 1722335 w 1855599"/>
                  <a:gd name="connsiteY20" fmla="*/ 564659 h 2105439"/>
                  <a:gd name="connsiteX21" fmla="*/ 1721986 w 1855599"/>
                  <a:gd name="connsiteY21" fmla="*/ 562929 h 2105439"/>
                  <a:gd name="connsiteX22" fmla="*/ 967179 w 1855599"/>
                  <a:gd name="connsiteY22" fmla="*/ 127125 h 2105439"/>
                  <a:gd name="connsiteX23" fmla="*/ 960112 w 1855599"/>
                  <a:gd name="connsiteY23" fmla="*/ 131890 h 2105439"/>
                  <a:gd name="connsiteX24" fmla="*/ 933393 w 1855599"/>
                  <a:gd name="connsiteY24" fmla="*/ 137284 h 2105439"/>
                  <a:gd name="connsiteX25" fmla="*/ 906675 w 1855599"/>
                  <a:gd name="connsiteY25" fmla="*/ 131890 h 2105439"/>
                  <a:gd name="connsiteX26" fmla="*/ 933393 w 1855599"/>
                  <a:gd name="connsiteY26" fmla="*/ 0 h 2105439"/>
                  <a:gd name="connsiteX27" fmla="*/ 1002035 w 1855599"/>
                  <a:gd name="connsiteY27" fmla="*/ 68642 h 2105439"/>
                  <a:gd name="connsiteX28" fmla="*/ 999295 w 1855599"/>
                  <a:gd name="connsiteY28" fmla="*/ 82214 h 2105439"/>
                  <a:gd name="connsiteX29" fmla="*/ 1727956 w 1855599"/>
                  <a:gd name="connsiteY29" fmla="*/ 502885 h 2105439"/>
                  <a:gd name="connsiteX30" fmla="*/ 1737046 w 1855599"/>
                  <a:gd name="connsiteY30" fmla="*/ 489403 h 2105439"/>
                  <a:gd name="connsiteX31" fmla="*/ 1785584 w 1855599"/>
                  <a:gd name="connsiteY31" fmla="*/ 469298 h 2105439"/>
                  <a:gd name="connsiteX32" fmla="*/ 1854226 w 1855599"/>
                  <a:gd name="connsiteY32" fmla="*/ 537941 h 2105439"/>
                  <a:gd name="connsiteX33" fmla="*/ 1812302 w 1855599"/>
                  <a:gd name="connsiteY33" fmla="*/ 601189 h 2105439"/>
                  <a:gd name="connsiteX34" fmla="*/ 1801510 w 1855599"/>
                  <a:gd name="connsiteY34" fmla="*/ 603368 h 2105439"/>
                  <a:gd name="connsiteX35" fmla="*/ 1801510 w 1855599"/>
                  <a:gd name="connsiteY35" fmla="*/ 1470929 h 2105439"/>
                  <a:gd name="connsiteX36" fmla="*/ 1813676 w 1855599"/>
                  <a:gd name="connsiteY36" fmla="*/ 1473385 h 2105439"/>
                  <a:gd name="connsiteX37" fmla="*/ 1855599 w 1855599"/>
                  <a:gd name="connsiteY37" fmla="*/ 1536633 h 2105439"/>
                  <a:gd name="connsiteX38" fmla="*/ 1786957 w 1855599"/>
                  <a:gd name="connsiteY38" fmla="*/ 1605275 h 2105439"/>
                  <a:gd name="connsiteX39" fmla="*/ 1760238 w 1855599"/>
                  <a:gd name="connsiteY39" fmla="*/ 1599881 h 2105439"/>
                  <a:gd name="connsiteX40" fmla="*/ 1748653 w 1855599"/>
                  <a:gd name="connsiteY40" fmla="*/ 1592070 h 2105439"/>
                  <a:gd name="connsiteX41" fmla="*/ 999560 w 1855599"/>
                  <a:gd name="connsiteY41" fmla="*/ 2024536 h 2105439"/>
                  <a:gd name="connsiteX42" fmla="*/ 1002035 w 1855599"/>
                  <a:gd name="connsiteY42" fmla="*/ 2036797 h 2105439"/>
                  <a:gd name="connsiteX43" fmla="*/ 933393 w 1855599"/>
                  <a:gd name="connsiteY43" fmla="*/ 2105439 h 2105439"/>
                  <a:gd name="connsiteX44" fmla="*/ 870146 w 1855599"/>
                  <a:gd name="connsiteY44" fmla="*/ 2063516 h 2105439"/>
                  <a:gd name="connsiteX45" fmla="*/ 864773 w 1855599"/>
                  <a:gd name="connsiteY45" fmla="*/ 2036903 h 2105439"/>
                  <a:gd name="connsiteX46" fmla="*/ 101094 w 1855599"/>
                  <a:gd name="connsiteY46" fmla="*/ 1596016 h 2105439"/>
                  <a:gd name="connsiteX47" fmla="*/ 95362 w 1855599"/>
                  <a:gd name="connsiteY47" fmla="*/ 1599881 h 2105439"/>
                  <a:gd name="connsiteX48" fmla="*/ 68643 w 1855599"/>
                  <a:gd name="connsiteY48" fmla="*/ 1605275 h 2105439"/>
                  <a:gd name="connsiteX49" fmla="*/ 0 w 1855599"/>
                  <a:gd name="connsiteY49" fmla="*/ 1536633 h 2105439"/>
                  <a:gd name="connsiteX50" fmla="*/ 20105 w 1855599"/>
                  <a:gd name="connsiteY50" fmla="*/ 1488095 h 2105439"/>
                  <a:gd name="connsiteX51" fmla="*/ 41401 w 1855599"/>
                  <a:gd name="connsiteY51" fmla="*/ 1473737 h 2105439"/>
                  <a:gd name="connsiteX52" fmla="*/ 41401 w 1855599"/>
                  <a:gd name="connsiteY52" fmla="*/ 603165 h 2105439"/>
                  <a:gd name="connsiteX53" fmla="*/ 20105 w 1855599"/>
                  <a:gd name="connsiteY53" fmla="*/ 588806 h 2105439"/>
                  <a:gd name="connsiteX54" fmla="*/ 0 w 1855599"/>
                  <a:gd name="connsiteY54" fmla="*/ 540269 h 2105439"/>
                  <a:gd name="connsiteX55" fmla="*/ 68643 w 1855599"/>
                  <a:gd name="connsiteY55" fmla="*/ 471626 h 2105439"/>
                  <a:gd name="connsiteX56" fmla="*/ 117180 w 1855599"/>
                  <a:gd name="connsiteY56" fmla="*/ 491731 h 2105439"/>
                  <a:gd name="connsiteX57" fmla="*/ 121970 w 1855599"/>
                  <a:gd name="connsiteY57" fmla="*/ 498835 h 2105439"/>
                  <a:gd name="connsiteX58" fmla="*/ 864999 w 1855599"/>
                  <a:gd name="connsiteY58" fmla="*/ 69870 h 2105439"/>
                  <a:gd name="connsiteX59" fmla="*/ 864751 w 1855599"/>
                  <a:gd name="connsiteY59" fmla="*/ 68642 h 2105439"/>
                  <a:gd name="connsiteX60" fmla="*/ 933393 w 1855599"/>
                  <a:gd name="connsiteY60" fmla="*/ 0 h 2105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855599" h="2105439">
                    <a:moveTo>
                      <a:pt x="888594" y="119700"/>
                    </a:moveTo>
                    <a:lnTo>
                      <a:pt x="134265" y="555227"/>
                    </a:lnTo>
                    <a:lnTo>
                      <a:pt x="131891" y="566988"/>
                    </a:lnTo>
                    <a:cubicBezTo>
                      <a:pt x="128418" y="575200"/>
                      <a:pt x="123391" y="582596"/>
                      <a:pt x="117180" y="588806"/>
                    </a:cubicBezTo>
                    <a:lnTo>
                      <a:pt x="96375" y="602834"/>
                    </a:lnTo>
                    <a:lnTo>
                      <a:pt x="96375" y="1474068"/>
                    </a:lnTo>
                    <a:lnTo>
                      <a:pt x="117180" y="1488095"/>
                    </a:lnTo>
                    <a:cubicBezTo>
                      <a:pt x="129602" y="1500517"/>
                      <a:pt x="137285" y="1517678"/>
                      <a:pt x="137285" y="1536633"/>
                    </a:cubicBezTo>
                    <a:lnTo>
                      <a:pt x="134239" y="1551721"/>
                    </a:lnTo>
                    <a:lnTo>
                      <a:pt x="887376" y="1986561"/>
                    </a:lnTo>
                    <a:lnTo>
                      <a:pt x="906675" y="1973549"/>
                    </a:lnTo>
                    <a:cubicBezTo>
                      <a:pt x="914887" y="1970076"/>
                      <a:pt x="923916" y="1968155"/>
                      <a:pt x="933393" y="1968155"/>
                    </a:cubicBezTo>
                    <a:cubicBezTo>
                      <a:pt x="942871" y="1968155"/>
                      <a:pt x="951900" y="1970076"/>
                      <a:pt x="960112" y="1973549"/>
                    </a:cubicBezTo>
                    <a:lnTo>
                      <a:pt x="968397" y="1979135"/>
                    </a:lnTo>
                    <a:lnTo>
                      <a:pt x="1720036" y="1545161"/>
                    </a:lnTo>
                    <a:lnTo>
                      <a:pt x="1718314" y="1536633"/>
                    </a:lnTo>
                    <a:cubicBezTo>
                      <a:pt x="1718314" y="1517678"/>
                      <a:pt x="1725998" y="1500517"/>
                      <a:pt x="1738419" y="1488095"/>
                    </a:cubicBezTo>
                    <a:lnTo>
                      <a:pt x="1746537" y="1482622"/>
                    </a:lnTo>
                    <a:lnTo>
                      <a:pt x="1746537" y="592877"/>
                    </a:lnTo>
                    <a:lnTo>
                      <a:pt x="1737046" y="586478"/>
                    </a:lnTo>
                    <a:cubicBezTo>
                      <a:pt x="1730835" y="580267"/>
                      <a:pt x="1725809" y="572871"/>
                      <a:pt x="1722335" y="564659"/>
                    </a:cubicBezTo>
                    <a:lnTo>
                      <a:pt x="1721986" y="562929"/>
                    </a:lnTo>
                    <a:lnTo>
                      <a:pt x="967179" y="127125"/>
                    </a:lnTo>
                    <a:lnTo>
                      <a:pt x="960112" y="131890"/>
                    </a:lnTo>
                    <a:cubicBezTo>
                      <a:pt x="951900" y="135364"/>
                      <a:pt x="942871" y="137284"/>
                      <a:pt x="933393" y="137284"/>
                    </a:cubicBezTo>
                    <a:cubicBezTo>
                      <a:pt x="923916" y="137284"/>
                      <a:pt x="914887" y="135364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999295" y="82214"/>
                    </a:lnTo>
                    <a:lnTo>
                      <a:pt x="1727956" y="502885"/>
                    </a:lnTo>
                    <a:lnTo>
                      <a:pt x="1737046" y="489403"/>
                    </a:lnTo>
                    <a:cubicBezTo>
                      <a:pt x="1749468" y="476981"/>
                      <a:pt x="1766629" y="469298"/>
                      <a:pt x="1785584" y="469298"/>
                    </a:cubicBezTo>
                    <a:cubicBezTo>
                      <a:pt x="1823493" y="469298"/>
                      <a:pt x="1854226" y="500030"/>
                      <a:pt x="1854226" y="537941"/>
                    </a:cubicBezTo>
                    <a:cubicBezTo>
                      <a:pt x="1854226" y="566373"/>
                      <a:pt x="1836939" y="590768"/>
                      <a:pt x="1812302" y="601189"/>
                    </a:cubicBezTo>
                    <a:lnTo>
                      <a:pt x="1801510" y="603368"/>
                    </a:lnTo>
                    <a:lnTo>
                      <a:pt x="1801510" y="1470929"/>
                    </a:lnTo>
                    <a:lnTo>
                      <a:pt x="1813676" y="1473385"/>
                    </a:lnTo>
                    <a:cubicBezTo>
                      <a:pt x="1838313" y="1483805"/>
                      <a:pt x="1855599" y="1508201"/>
                      <a:pt x="1855599" y="1536633"/>
                    </a:cubicBezTo>
                    <a:cubicBezTo>
                      <a:pt x="1855599" y="1574543"/>
                      <a:pt x="1824867" y="1605275"/>
                      <a:pt x="1786957" y="1605275"/>
                    </a:cubicBezTo>
                    <a:cubicBezTo>
                      <a:pt x="1777479" y="1605275"/>
                      <a:pt x="1768451" y="1603355"/>
                      <a:pt x="1760238" y="1599881"/>
                    </a:cubicBezTo>
                    <a:lnTo>
                      <a:pt x="1748653" y="1592070"/>
                    </a:lnTo>
                    <a:lnTo>
                      <a:pt x="999560" y="2024536"/>
                    </a:lnTo>
                    <a:lnTo>
                      <a:pt x="1002035" y="2036797"/>
                    </a:lnTo>
                    <a:cubicBezTo>
                      <a:pt x="1002035" y="2074707"/>
                      <a:pt x="971303" y="2105439"/>
                      <a:pt x="933393" y="2105439"/>
                    </a:cubicBezTo>
                    <a:cubicBezTo>
                      <a:pt x="904961" y="2105439"/>
                      <a:pt x="880566" y="2088152"/>
                      <a:pt x="870146" y="2063516"/>
                    </a:cubicBezTo>
                    <a:lnTo>
                      <a:pt x="864773" y="2036903"/>
                    </a:lnTo>
                    <a:lnTo>
                      <a:pt x="101094" y="1596016"/>
                    </a:lnTo>
                    <a:lnTo>
                      <a:pt x="95362" y="1599881"/>
                    </a:lnTo>
                    <a:cubicBezTo>
                      <a:pt x="87149" y="1603354"/>
                      <a:pt x="78120" y="1605275"/>
                      <a:pt x="68643" y="1605275"/>
                    </a:cubicBezTo>
                    <a:cubicBezTo>
                      <a:pt x="30732" y="1605275"/>
                      <a:pt x="0" y="1574542"/>
                      <a:pt x="0" y="1536633"/>
                    </a:cubicBezTo>
                    <a:cubicBezTo>
                      <a:pt x="0" y="1517678"/>
                      <a:pt x="7683" y="1500517"/>
                      <a:pt x="20105" y="1488095"/>
                    </a:cubicBezTo>
                    <a:lnTo>
                      <a:pt x="41401" y="1473737"/>
                    </a:lnTo>
                    <a:lnTo>
                      <a:pt x="41401" y="603165"/>
                    </a:lnTo>
                    <a:lnTo>
                      <a:pt x="20105" y="588806"/>
                    </a:lnTo>
                    <a:cubicBezTo>
                      <a:pt x="7683" y="576385"/>
                      <a:pt x="0" y="559224"/>
                      <a:pt x="0" y="540269"/>
                    </a:cubicBezTo>
                    <a:cubicBezTo>
                      <a:pt x="0" y="502358"/>
                      <a:pt x="30732" y="471626"/>
                      <a:pt x="68643" y="471626"/>
                    </a:cubicBezTo>
                    <a:cubicBezTo>
                      <a:pt x="87598" y="471626"/>
                      <a:pt x="104759" y="479309"/>
                      <a:pt x="117180" y="491731"/>
                    </a:cubicBezTo>
                    <a:lnTo>
                      <a:pt x="121970" y="498835"/>
                    </a:lnTo>
                    <a:lnTo>
                      <a:pt x="864999" y="69870"/>
                    </a:lnTo>
                    <a:lnTo>
                      <a:pt x="864751" y="68642"/>
                    </a:lnTo>
                    <a:cubicBezTo>
                      <a:pt x="864751" y="30732"/>
                      <a:pt x="895483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: Shape 61"/>
            <p:cNvSpPr/>
            <p:nvPr/>
          </p:nvSpPr>
          <p:spPr>
            <a:xfrm>
              <a:off x="2595393" y="3785969"/>
              <a:ext cx="2095685" cy="476814"/>
            </a:xfrm>
            <a:custGeom>
              <a:avLst/>
              <a:gdLst/>
              <a:ahLst/>
              <a:cxnLst/>
              <a:rect l="l" t="t" r="r" b="b"/>
              <a:pathLst>
                <a:path w="1903511" h="433090">
                  <a:moveTo>
                    <a:pt x="105668" y="252413"/>
                  </a:moveTo>
                  <a:lnTo>
                    <a:pt x="105668" y="338138"/>
                  </a:lnTo>
                  <a:lnTo>
                    <a:pt x="129113" y="338138"/>
                  </a:lnTo>
                  <a:cubicBezTo>
                    <a:pt x="156016" y="338138"/>
                    <a:pt x="174811" y="334963"/>
                    <a:pt x="185495" y="328613"/>
                  </a:cubicBezTo>
                  <a:cubicBezTo>
                    <a:pt x="197563" y="321469"/>
                    <a:pt x="203596" y="310555"/>
                    <a:pt x="203596" y="295870"/>
                  </a:cubicBezTo>
                  <a:cubicBezTo>
                    <a:pt x="203596" y="272256"/>
                    <a:pt x="191430" y="258366"/>
                    <a:pt x="167096" y="254198"/>
                  </a:cubicBezTo>
                  <a:cubicBezTo>
                    <a:pt x="159379" y="253008"/>
                    <a:pt x="146124" y="252413"/>
                    <a:pt x="127331" y="252413"/>
                  </a:cubicBezTo>
                  <a:close/>
                  <a:moveTo>
                    <a:pt x="873323" y="102394"/>
                  </a:moveTo>
                  <a:cubicBezTo>
                    <a:pt x="849052" y="102394"/>
                    <a:pt x="827068" y="109208"/>
                    <a:pt x="807371" y="122837"/>
                  </a:cubicBezTo>
                  <a:cubicBezTo>
                    <a:pt x="787675" y="136465"/>
                    <a:pt x="773648" y="154620"/>
                    <a:pt x="765292" y="177301"/>
                  </a:cubicBezTo>
                  <a:cubicBezTo>
                    <a:pt x="760518" y="190233"/>
                    <a:pt x="758130" y="203364"/>
                    <a:pt x="758130" y="216694"/>
                  </a:cubicBezTo>
                  <a:cubicBezTo>
                    <a:pt x="758130" y="244149"/>
                    <a:pt x="767282" y="268720"/>
                    <a:pt x="785584" y="290406"/>
                  </a:cubicBezTo>
                  <a:cubicBezTo>
                    <a:pt x="808265" y="317266"/>
                    <a:pt x="837511" y="330696"/>
                    <a:pt x="873323" y="330696"/>
                  </a:cubicBezTo>
                  <a:cubicBezTo>
                    <a:pt x="909135" y="330696"/>
                    <a:pt x="938480" y="317367"/>
                    <a:pt x="961359" y="290708"/>
                  </a:cubicBezTo>
                  <a:cubicBezTo>
                    <a:pt x="979662" y="269419"/>
                    <a:pt x="988814" y="244748"/>
                    <a:pt x="988814" y="216694"/>
                  </a:cubicBezTo>
                  <a:cubicBezTo>
                    <a:pt x="988814" y="188044"/>
                    <a:pt x="979662" y="163274"/>
                    <a:pt x="961359" y="142382"/>
                  </a:cubicBezTo>
                  <a:cubicBezTo>
                    <a:pt x="937882" y="115723"/>
                    <a:pt x="908536" y="102394"/>
                    <a:pt x="873323" y="102394"/>
                  </a:cubicBezTo>
                  <a:close/>
                  <a:moveTo>
                    <a:pt x="105668" y="92571"/>
                  </a:moveTo>
                  <a:lnTo>
                    <a:pt x="105668" y="172045"/>
                  </a:lnTo>
                  <a:lnTo>
                    <a:pt x="124932" y="172045"/>
                  </a:lnTo>
                  <a:cubicBezTo>
                    <a:pt x="143107" y="172045"/>
                    <a:pt x="156147" y="167581"/>
                    <a:pt x="164050" y="158651"/>
                  </a:cubicBezTo>
                  <a:cubicBezTo>
                    <a:pt x="170372" y="151507"/>
                    <a:pt x="173533" y="142677"/>
                    <a:pt x="173533" y="132159"/>
                  </a:cubicBezTo>
                  <a:cubicBezTo>
                    <a:pt x="173533" y="113705"/>
                    <a:pt x="165234" y="101501"/>
                    <a:pt x="148637" y="95548"/>
                  </a:cubicBezTo>
                  <a:cubicBezTo>
                    <a:pt x="142712" y="93563"/>
                    <a:pt x="134810" y="92571"/>
                    <a:pt x="124932" y="92571"/>
                  </a:cubicBezTo>
                  <a:close/>
                  <a:moveTo>
                    <a:pt x="1524000" y="12204"/>
                  </a:moveTo>
                  <a:lnTo>
                    <a:pt x="1629667" y="12204"/>
                  </a:lnTo>
                  <a:lnTo>
                    <a:pt x="1629667" y="179784"/>
                  </a:lnTo>
                  <a:lnTo>
                    <a:pt x="1758553" y="12204"/>
                  </a:lnTo>
                  <a:lnTo>
                    <a:pt x="1888628" y="12204"/>
                  </a:lnTo>
                  <a:lnTo>
                    <a:pt x="1727596" y="204490"/>
                  </a:lnTo>
                  <a:lnTo>
                    <a:pt x="1903511" y="418505"/>
                  </a:lnTo>
                  <a:lnTo>
                    <a:pt x="1766887" y="418505"/>
                  </a:lnTo>
                  <a:lnTo>
                    <a:pt x="1629667" y="242292"/>
                  </a:lnTo>
                  <a:lnTo>
                    <a:pt x="1629667" y="418505"/>
                  </a:lnTo>
                  <a:lnTo>
                    <a:pt x="1524000" y="418505"/>
                  </a:lnTo>
                  <a:close/>
                  <a:moveTo>
                    <a:pt x="381000" y="12204"/>
                  </a:moveTo>
                  <a:lnTo>
                    <a:pt x="486668" y="12204"/>
                  </a:lnTo>
                  <a:lnTo>
                    <a:pt x="486668" y="330398"/>
                  </a:lnTo>
                  <a:lnTo>
                    <a:pt x="613469" y="330398"/>
                  </a:lnTo>
                  <a:lnTo>
                    <a:pt x="613469" y="418505"/>
                  </a:lnTo>
                  <a:lnTo>
                    <a:pt x="381000" y="418505"/>
                  </a:lnTo>
                  <a:close/>
                  <a:moveTo>
                    <a:pt x="0" y="12204"/>
                  </a:moveTo>
                  <a:lnTo>
                    <a:pt x="157162" y="12204"/>
                  </a:lnTo>
                  <a:cubicBezTo>
                    <a:pt x="233362" y="12204"/>
                    <a:pt x="271462" y="47526"/>
                    <a:pt x="271462" y="118170"/>
                  </a:cubicBezTo>
                  <a:cubicBezTo>
                    <a:pt x="271462" y="139402"/>
                    <a:pt x="267295" y="157163"/>
                    <a:pt x="258961" y="171450"/>
                  </a:cubicBezTo>
                  <a:cubicBezTo>
                    <a:pt x="252015" y="183555"/>
                    <a:pt x="241300" y="193873"/>
                    <a:pt x="226814" y="202406"/>
                  </a:cubicBezTo>
                  <a:cubicBezTo>
                    <a:pt x="259240" y="209153"/>
                    <a:pt x="281384" y="222151"/>
                    <a:pt x="293247" y="241399"/>
                  </a:cubicBezTo>
                  <a:cubicBezTo>
                    <a:pt x="303925" y="259060"/>
                    <a:pt x="309264" y="279598"/>
                    <a:pt x="309264" y="303014"/>
                  </a:cubicBezTo>
                  <a:cubicBezTo>
                    <a:pt x="309264" y="333375"/>
                    <a:pt x="300632" y="358080"/>
                    <a:pt x="283368" y="377130"/>
                  </a:cubicBezTo>
                  <a:cubicBezTo>
                    <a:pt x="258365" y="404713"/>
                    <a:pt x="220265" y="418505"/>
                    <a:pt x="169068" y="418505"/>
                  </a:cubicBezTo>
                  <a:lnTo>
                    <a:pt x="0" y="418505"/>
                  </a:lnTo>
                  <a:close/>
                  <a:moveTo>
                    <a:pt x="1359693" y="3572"/>
                  </a:moveTo>
                  <a:cubicBezTo>
                    <a:pt x="1387871" y="3572"/>
                    <a:pt x="1419522" y="10418"/>
                    <a:pt x="1454646" y="24110"/>
                  </a:cubicBezTo>
                  <a:lnTo>
                    <a:pt x="1454646" y="150614"/>
                  </a:lnTo>
                  <a:cubicBezTo>
                    <a:pt x="1444708" y="138429"/>
                    <a:pt x="1434572" y="129239"/>
                    <a:pt x="1424238" y="123044"/>
                  </a:cubicBezTo>
                  <a:cubicBezTo>
                    <a:pt x="1405359" y="111658"/>
                    <a:pt x="1385089" y="105966"/>
                    <a:pt x="1363428" y="105966"/>
                  </a:cubicBezTo>
                  <a:cubicBezTo>
                    <a:pt x="1336003" y="105966"/>
                    <a:pt x="1312155" y="114223"/>
                    <a:pt x="1291883" y="130736"/>
                  </a:cubicBezTo>
                  <a:cubicBezTo>
                    <a:pt x="1266248" y="151628"/>
                    <a:pt x="1253430" y="180281"/>
                    <a:pt x="1253430" y="216694"/>
                  </a:cubicBezTo>
                  <a:cubicBezTo>
                    <a:pt x="1253430" y="252909"/>
                    <a:pt x="1266248" y="281462"/>
                    <a:pt x="1291883" y="302354"/>
                  </a:cubicBezTo>
                  <a:cubicBezTo>
                    <a:pt x="1312155" y="318867"/>
                    <a:pt x="1336003" y="327124"/>
                    <a:pt x="1363428" y="327124"/>
                  </a:cubicBezTo>
                  <a:cubicBezTo>
                    <a:pt x="1385089" y="327124"/>
                    <a:pt x="1405359" y="321432"/>
                    <a:pt x="1424238" y="310046"/>
                  </a:cubicBezTo>
                  <a:cubicBezTo>
                    <a:pt x="1434374" y="304053"/>
                    <a:pt x="1444510" y="294863"/>
                    <a:pt x="1454646" y="282476"/>
                  </a:cubicBezTo>
                  <a:lnTo>
                    <a:pt x="1454646" y="408980"/>
                  </a:lnTo>
                  <a:cubicBezTo>
                    <a:pt x="1420117" y="422672"/>
                    <a:pt x="1388169" y="429518"/>
                    <a:pt x="1358800" y="429518"/>
                  </a:cubicBezTo>
                  <a:cubicBezTo>
                    <a:pt x="1307603" y="429518"/>
                    <a:pt x="1261764" y="413147"/>
                    <a:pt x="1221283" y="380405"/>
                  </a:cubicBezTo>
                  <a:cubicBezTo>
                    <a:pt x="1169689" y="338534"/>
                    <a:pt x="1143892" y="283964"/>
                    <a:pt x="1143892" y="216694"/>
                  </a:cubicBezTo>
                  <a:cubicBezTo>
                    <a:pt x="1143892" y="149225"/>
                    <a:pt x="1169689" y="94556"/>
                    <a:pt x="1221283" y="52685"/>
                  </a:cubicBezTo>
                  <a:cubicBezTo>
                    <a:pt x="1261764" y="19943"/>
                    <a:pt x="1307901" y="3572"/>
                    <a:pt x="1359693" y="3572"/>
                  </a:cubicBezTo>
                  <a:close/>
                  <a:moveTo>
                    <a:pt x="873323" y="0"/>
                  </a:moveTo>
                  <a:cubicBezTo>
                    <a:pt x="944760" y="0"/>
                    <a:pt x="1001414" y="23713"/>
                    <a:pt x="1043285" y="71140"/>
                  </a:cubicBezTo>
                  <a:cubicBezTo>
                    <a:pt x="1079996" y="112812"/>
                    <a:pt x="1098351" y="161330"/>
                    <a:pt x="1098351" y="216694"/>
                  </a:cubicBezTo>
                  <a:cubicBezTo>
                    <a:pt x="1098351" y="271859"/>
                    <a:pt x="1079996" y="320278"/>
                    <a:pt x="1043285" y="361950"/>
                  </a:cubicBezTo>
                  <a:cubicBezTo>
                    <a:pt x="1001414" y="409377"/>
                    <a:pt x="944760" y="433090"/>
                    <a:pt x="873323" y="433090"/>
                  </a:cubicBezTo>
                  <a:cubicBezTo>
                    <a:pt x="802084" y="433090"/>
                    <a:pt x="745529" y="409377"/>
                    <a:pt x="703659" y="361950"/>
                  </a:cubicBezTo>
                  <a:cubicBezTo>
                    <a:pt x="666948" y="320278"/>
                    <a:pt x="648593" y="271859"/>
                    <a:pt x="648593" y="216694"/>
                  </a:cubicBezTo>
                  <a:cubicBezTo>
                    <a:pt x="648593" y="191492"/>
                    <a:pt x="653554" y="165646"/>
                    <a:pt x="663475" y="139154"/>
                  </a:cubicBezTo>
                  <a:cubicBezTo>
                    <a:pt x="673397" y="112663"/>
                    <a:pt x="686693" y="89991"/>
                    <a:pt x="703361" y="71140"/>
                  </a:cubicBezTo>
                  <a:cubicBezTo>
                    <a:pt x="745232" y="23713"/>
                    <a:pt x="801885" y="0"/>
                    <a:pt x="873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: Shape 62"/>
            <p:cNvSpPr/>
            <p:nvPr/>
          </p:nvSpPr>
          <p:spPr>
            <a:xfrm>
              <a:off x="7556959" y="3784374"/>
              <a:ext cx="2039648" cy="468949"/>
            </a:xfrm>
            <a:custGeom>
              <a:avLst/>
              <a:gdLst/>
              <a:ahLst/>
              <a:cxnLst/>
              <a:rect l="l" t="t" r="r" b="b"/>
              <a:pathLst>
                <a:path w="1852613" h="425946">
                  <a:moveTo>
                    <a:pt x="1002507" y="134243"/>
                  </a:moveTo>
                  <a:lnTo>
                    <a:pt x="958156" y="263723"/>
                  </a:lnTo>
                  <a:lnTo>
                    <a:pt x="1046262" y="263723"/>
                  </a:lnTo>
                  <a:close/>
                  <a:moveTo>
                    <a:pt x="1446907" y="8632"/>
                  </a:moveTo>
                  <a:lnTo>
                    <a:pt x="1552575" y="8632"/>
                  </a:lnTo>
                  <a:lnTo>
                    <a:pt x="1746945" y="257175"/>
                  </a:lnTo>
                  <a:lnTo>
                    <a:pt x="1746945" y="8632"/>
                  </a:lnTo>
                  <a:lnTo>
                    <a:pt x="1852613" y="8632"/>
                  </a:lnTo>
                  <a:lnTo>
                    <a:pt x="1852613" y="414933"/>
                  </a:lnTo>
                  <a:lnTo>
                    <a:pt x="1746945" y="414933"/>
                  </a:lnTo>
                  <a:lnTo>
                    <a:pt x="1552575" y="166092"/>
                  </a:lnTo>
                  <a:lnTo>
                    <a:pt x="1552575" y="414933"/>
                  </a:lnTo>
                  <a:lnTo>
                    <a:pt x="1446907" y="414933"/>
                  </a:lnTo>
                  <a:close/>
                  <a:moveTo>
                    <a:pt x="1256407" y="8632"/>
                  </a:moveTo>
                  <a:lnTo>
                    <a:pt x="1362075" y="8632"/>
                  </a:lnTo>
                  <a:lnTo>
                    <a:pt x="1362075" y="414933"/>
                  </a:lnTo>
                  <a:lnTo>
                    <a:pt x="1256407" y="414933"/>
                  </a:lnTo>
                  <a:close/>
                  <a:moveTo>
                    <a:pt x="945654" y="8632"/>
                  </a:moveTo>
                  <a:lnTo>
                    <a:pt x="1060847" y="8632"/>
                  </a:lnTo>
                  <a:lnTo>
                    <a:pt x="1213843" y="414933"/>
                  </a:lnTo>
                  <a:lnTo>
                    <a:pt x="1101031" y="414933"/>
                  </a:lnTo>
                  <a:lnTo>
                    <a:pt x="1074837" y="344091"/>
                  </a:lnTo>
                  <a:lnTo>
                    <a:pt x="928985" y="344091"/>
                  </a:lnTo>
                  <a:lnTo>
                    <a:pt x="901006" y="414933"/>
                  </a:lnTo>
                  <a:lnTo>
                    <a:pt x="789385" y="414933"/>
                  </a:lnTo>
                  <a:close/>
                  <a:moveTo>
                    <a:pt x="380107" y="8632"/>
                  </a:moveTo>
                  <a:lnTo>
                    <a:pt x="485775" y="8632"/>
                  </a:lnTo>
                  <a:lnTo>
                    <a:pt x="485775" y="165497"/>
                  </a:lnTo>
                  <a:lnTo>
                    <a:pt x="638175" y="165497"/>
                  </a:lnTo>
                  <a:lnTo>
                    <a:pt x="638175" y="8632"/>
                  </a:lnTo>
                  <a:lnTo>
                    <a:pt x="743843" y="8632"/>
                  </a:lnTo>
                  <a:lnTo>
                    <a:pt x="743843" y="414933"/>
                  </a:lnTo>
                  <a:lnTo>
                    <a:pt x="638175" y="414933"/>
                  </a:lnTo>
                  <a:lnTo>
                    <a:pt x="638175" y="245864"/>
                  </a:lnTo>
                  <a:lnTo>
                    <a:pt x="485775" y="245864"/>
                  </a:lnTo>
                  <a:lnTo>
                    <a:pt x="485775" y="414933"/>
                  </a:lnTo>
                  <a:lnTo>
                    <a:pt x="380107" y="414933"/>
                  </a:lnTo>
                  <a:close/>
                  <a:moveTo>
                    <a:pt x="215801" y="0"/>
                  </a:moveTo>
                  <a:cubicBezTo>
                    <a:pt x="243979" y="0"/>
                    <a:pt x="275630" y="6846"/>
                    <a:pt x="310753" y="20538"/>
                  </a:cubicBezTo>
                  <a:lnTo>
                    <a:pt x="310753" y="147042"/>
                  </a:lnTo>
                  <a:cubicBezTo>
                    <a:pt x="300816" y="134857"/>
                    <a:pt x="290680" y="125667"/>
                    <a:pt x="280346" y="119472"/>
                  </a:cubicBezTo>
                  <a:cubicBezTo>
                    <a:pt x="261467" y="108086"/>
                    <a:pt x="241196" y="102394"/>
                    <a:pt x="219536" y="102394"/>
                  </a:cubicBezTo>
                  <a:cubicBezTo>
                    <a:pt x="192111" y="102394"/>
                    <a:pt x="168263" y="110651"/>
                    <a:pt x="147991" y="127164"/>
                  </a:cubicBezTo>
                  <a:cubicBezTo>
                    <a:pt x="122356" y="148056"/>
                    <a:pt x="109538" y="176709"/>
                    <a:pt x="109538" y="213122"/>
                  </a:cubicBezTo>
                  <a:cubicBezTo>
                    <a:pt x="109538" y="249337"/>
                    <a:pt x="122356" y="277890"/>
                    <a:pt x="147991" y="298782"/>
                  </a:cubicBezTo>
                  <a:cubicBezTo>
                    <a:pt x="168263" y="315295"/>
                    <a:pt x="192111" y="323552"/>
                    <a:pt x="219536" y="323552"/>
                  </a:cubicBezTo>
                  <a:cubicBezTo>
                    <a:pt x="241196" y="323552"/>
                    <a:pt x="261467" y="317860"/>
                    <a:pt x="280346" y="306474"/>
                  </a:cubicBezTo>
                  <a:cubicBezTo>
                    <a:pt x="290482" y="300481"/>
                    <a:pt x="300618" y="291291"/>
                    <a:pt x="310753" y="278904"/>
                  </a:cubicBezTo>
                  <a:lnTo>
                    <a:pt x="310753" y="405408"/>
                  </a:lnTo>
                  <a:cubicBezTo>
                    <a:pt x="276225" y="419100"/>
                    <a:pt x="244277" y="425946"/>
                    <a:pt x="214908" y="425946"/>
                  </a:cubicBezTo>
                  <a:cubicBezTo>
                    <a:pt x="163711" y="425946"/>
                    <a:pt x="117872" y="409575"/>
                    <a:pt x="77391" y="376833"/>
                  </a:cubicBezTo>
                  <a:cubicBezTo>
                    <a:pt x="25797" y="334962"/>
                    <a:pt x="0" y="280392"/>
                    <a:pt x="0" y="213122"/>
                  </a:cubicBezTo>
                  <a:cubicBezTo>
                    <a:pt x="0" y="145653"/>
                    <a:pt x="25797" y="90984"/>
                    <a:pt x="77391" y="49113"/>
                  </a:cubicBezTo>
                  <a:cubicBezTo>
                    <a:pt x="117872" y="16371"/>
                    <a:pt x="164009" y="0"/>
                    <a:pt x="2158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5" name="Graphic 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8497" y="1754066"/>
            <a:ext cx="3856123" cy="4985085"/>
          </a:xfrm>
          <a:prstGeom prst="rect">
            <a:avLst/>
          </a:prstGeom>
        </p:spPr>
      </p:pic>
      <p:pic>
        <p:nvPicPr>
          <p:cNvPr id="66" name="Graphic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7396" y="425512"/>
            <a:ext cx="1311073" cy="621067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2598535" y="3718345"/>
            <a:ext cx="4408376" cy="577331"/>
            <a:chOff x="2598535" y="3718345"/>
            <a:chExt cx="4408376" cy="577331"/>
          </a:xfrm>
        </p:grpSpPr>
        <p:sp>
          <p:nvSpPr>
            <p:cNvPr id="67" name="Rounded Rectangle 4"/>
            <p:cNvSpPr/>
            <p:nvPr/>
          </p:nvSpPr>
          <p:spPr>
            <a:xfrm rot="5400000">
              <a:off x="5914626" y="3203392"/>
              <a:ext cx="577331" cy="1607238"/>
            </a:xfrm>
            <a:prstGeom prst="roundRect">
              <a:avLst>
                <a:gd name="adj" fmla="val 50000"/>
              </a:avLst>
            </a:prstGeom>
            <a:noFill/>
            <a:ln w="241300">
              <a:gradFill flip="none" rotWithShape="1">
                <a:gsLst>
                  <a:gs pos="0">
                    <a:schemeClr val="accent2">
                      <a:lumMod val="73000"/>
                      <a:lumOff val="27000"/>
                    </a:schemeClr>
                  </a:gs>
                  <a:gs pos="48000">
                    <a:schemeClr val="accent2"/>
                  </a:gs>
                </a:gsLst>
                <a:lin ang="19200000" scaled="0"/>
                <a:tileRect/>
              </a:gra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68" name="Rounded Rectangle 4"/>
            <p:cNvSpPr/>
            <p:nvPr/>
          </p:nvSpPr>
          <p:spPr>
            <a:xfrm rot="5400000">
              <a:off x="3113488" y="3203392"/>
              <a:ext cx="577331" cy="1607238"/>
            </a:xfrm>
            <a:prstGeom prst="roundRect">
              <a:avLst>
                <a:gd name="adj" fmla="val 50000"/>
              </a:avLst>
            </a:prstGeom>
            <a:noFill/>
            <a:ln w="241300">
              <a:gradFill flip="none" rotWithShape="1">
                <a:gsLst>
                  <a:gs pos="0">
                    <a:schemeClr val="accent1">
                      <a:lumMod val="73000"/>
                      <a:lumOff val="27000"/>
                    </a:schemeClr>
                  </a:gs>
                  <a:gs pos="48000">
                    <a:schemeClr val="accent1"/>
                  </a:gs>
                </a:gsLst>
                <a:lin ang="19200000" scaled="0"/>
                <a:tileRect/>
              </a:gradFill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69" name="Rounded Rectangle 11"/>
            <p:cNvSpPr/>
            <p:nvPr/>
          </p:nvSpPr>
          <p:spPr>
            <a:xfrm rot="5400000">
              <a:off x="4701041" y="3092742"/>
              <a:ext cx="217954" cy="184534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8000"/>
                  </a:schemeClr>
                </a:gs>
                <a:gs pos="48000">
                  <a:schemeClr val="bg1">
                    <a:lumMod val="75000"/>
                  </a:schemeClr>
                </a:gs>
              </a:gsLst>
              <a:lin ang="19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  <a:endParaRPr lang="en-US" dirty="0"/>
          </a:p>
        </p:txBody>
      </p:sp>
      <p:grpSp>
        <p:nvGrpSpPr>
          <p:cNvPr id="3" name="Group 20"/>
          <p:cNvGrpSpPr/>
          <p:nvPr/>
        </p:nvGrpSpPr>
        <p:grpSpPr>
          <a:xfrm>
            <a:off x="907183" y="2004823"/>
            <a:ext cx="2146993" cy="3774302"/>
            <a:chOff x="445712" y="1449040"/>
            <a:chExt cx="2113018" cy="3924176"/>
          </a:xfrm>
        </p:grpSpPr>
        <p:sp>
          <p:nvSpPr>
            <p:cNvPr id="4" name="Rounded Rectangle 21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22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23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24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25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8494956" y="2030248"/>
            <a:ext cx="3295663" cy="3488970"/>
            <a:chOff x="5304777" y="1737360"/>
            <a:chExt cx="3295663" cy="3488970"/>
          </a:xfrm>
        </p:grpSpPr>
        <p:pic>
          <p:nvPicPr>
            <p:cNvPr id="10" name="Picture 2" descr="E:\002-KIMS BUSINESS\007-02-MaxPPT-Contents\151119-com-Computer Desk\png\노트북.pn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748174">
              <a:off x="5081275" y="2280629"/>
              <a:ext cx="3169203" cy="2722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Freeform 2"/>
            <p:cNvSpPr/>
            <p:nvPr/>
          </p:nvSpPr>
          <p:spPr>
            <a:xfrm>
              <a:off x="6344920" y="1737360"/>
              <a:ext cx="2255520" cy="2438400"/>
            </a:xfrm>
            <a:custGeom>
              <a:avLst/>
              <a:gdLst>
                <a:gd name="connsiteX0" fmla="*/ 223520 w 2255520"/>
                <a:gd name="connsiteY0" fmla="*/ 0 h 2438400"/>
                <a:gd name="connsiteX1" fmla="*/ 2255520 w 2255520"/>
                <a:gd name="connsiteY1" fmla="*/ 2052320 h 2438400"/>
                <a:gd name="connsiteX2" fmla="*/ 1696720 w 2255520"/>
                <a:gd name="connsiteY2" fmla="*/ 2438400 h 2438400"/>
                <a:gd name="connsiteX3" fmla="*/ 0 w 2255520"/>
                <a:gd name="connsiteY3" fmla="*/ 716280 h 2438400"/>
                <a:gd name="connsiteX4" fmla="*/ 223520 w 2255520"/>
                <a:gd name="connsiteY4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20" h="2438400">
                  <a:moveTo>
                    <a:pt x="223520" y="0"/>
                  </a:moveTo>
                  <a:lnTo>
                    <a:pt x="2255520" y="2052320"/>
                  </a:lnTo>
                  <a:lnTo>
                    <a:pt x="1696720" y="2438400"/>
                  </a:lnTo>
                  <a:lnTo>
                    <a:pt x="0" y="71628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chemeClr val="tx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2" name="Graphic 14"/>
          <p:cNvGrpSpPr/>
          <p:nvPr/>
        </p:nvGrpSpPr>
        <p:grpSpPr>
          <a:xfrm>
            <a:off x="3473255" y="2198658"/>
            <a:ext cx="4568370" cy="3687236"/>
            <a:chOff x="2444748" y="555045"/>
            <a:chExt cx="7282048" cy="5727454"/>
          </a:xfrm>
        </p:grpSpPr>
        <p:sp>
          <p:nvSpPr>
            <p:cNvPr id="13" name="Freeform: Shape 12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26017" y="2351606"/>
            <a:ext cx="1916359" cy="3057670"/>
            <a:chOff x="1026017" y="2351606"/>
            <a:chExt cx="4188240" cy="2423773"/>
          </a:xfrm>
        </p:grpSpPr>
        <p:sp>
          <p:nvSpPr>
            <p:cNvPr id="21" name="Freeform: Shape 20"/>
            <p:cNvSpPr/>
            <p:nvPr/>
          </p:nvSpPr>
          <p:spPr>
            <a:xfrm>
              <a:off x="1026017" y="2351606"/>
              <a:ext cx="4188240" cy="2423041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2849637" y="2369987"/>
              <a:ext cx="2364620" cy="240539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  <a:endParaRPr lang="en-US" dirty="0"/>
          </a:p>
        </p:txBody>
      </p:sp>
      <p:sp>
        <p:nvSpPr>
          <p:cNvPr id="54" name="Diamond 5"/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/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/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-1" fmla="*/ 1148449 w 1346449"/>
              <a:gd name="connsiteY0-2" fmla="*/ 2374775 h 3166775"/>
              <a:gd name="connsiteX1-3" fmla="*/ 198001 w 1346449"/>
              <a:gd name="connsiteY1-4" fmla="*/ 2374775 h 3166775"/>
              <a:gd name="connsiteX2-5" fmla="*/ 1 w 1346449"/>
              <a:gd name="connsiteY2-6" fmla="*/ 3166775 h 3166775"/>
              <a:gd name="connsiteX3-7" fmla="*/ 1346449 w 1346449"/>
              <a:gd name="connsiteY3-8" fmla="*/ 3166775 h 3166775"/>
              <a:gd name="connsiteX4-9" fmla="*/ 1148449 w 1346449"/>
              <a:gd name="connsiteY4-10" fmla="*/ 2374775 h 3166775"/>
              <a:gd name="connsiteX5-11" fmla="*/ 755186 w 1346449"/>
              <a:gd name="connsiteY5-12" fmla="*/ 0 h 3166775"/>
              <a:gd name="connsiteX6-13" fmla="*/ 734449 w 1346449"/>
              <a:gd name="connsiteY6-14" fmla="*/ 1231644 h 3166775"/>
              <a:gd name="connsiteX7-15" fmla="*/ 853246 w 1346449"/>
              <a:gd name="connsiteY7-16" fmla="*/ 1400264 h 3166775"/>
              <a:gd name="connsiteX8-17" fmla="*/ 673226 w 1346449"/>
              <a:gd name="connsiteY8-18" fmla="*/ 1580284 h 3166775"/>
              <a:gd name="connsiteX9-19" fmla="*/ 493206 w 1346449"/>
              <a:gd name="connsiteY9-20" fmla="*/ 1400264 h 3166775"/>
              <a:gd name="connsiteX10-21" fmla="*/ 612000 w 1346449"/>
              <a:gd name="connsiteY10-22" fmla="*/ 1231645 h 3166775"/>
              <a:gd name="connsiteX11-23" fmla="*/ 591263 w 1346449"/>
              <a:gd name="connsiteY11-24" fmla="*/ 10368 h 3166775"/>
              <a:gd name="connsiteX12-25" fmla="*/ 2939 w 1346449"/>
              <a:gd name="connsiteY12-26" fmla="*/ 1491744 h 3166775"/>
              <a:gd name="connsiteX13-27" fmla="*/ 0 w 1346449"/>
              <a:gd name="connsiteY13-28" fmla="*/ 1491744 h 3166775"/>
              <a:gd name="connsiteX14-29" fmla="*/ 2009 w 1346449"/>
              <a:gd name="connsiteY14-30" fmla="*/ 1494147 h 3166775"/>
              <a:gd name="connsiteX15-31" fmla="*/ 0 w 1346449"/>
              <a:gd name="connsiteY15-32" fmla="*/ 1499342 h 3166775"/>
              <a:gd name="connsiteX16-33" fmla="*/ 6353 w 1346449"/>
              <a:gd name="connsiteY16-34" fmla="*/ 1499342 h 3166775"/>
              <a:gd name="connsiteX17-35" fmla="*/ 273414 w 1346449"/>
              <a:gd name="connsiteY17-36" fmla="*/ 2293171 h 3166775"/>
              <a:gd name="connsiteX18-37" fmla="*/ 1091887 w 1346449"/>
              <a:gd name="connsiteY18-38" fmla="*/ 2283744 h 3166775"/>
              <a:gd name="connsiteX19-39" fmla="*/ 1340768 w 1346449"/>
              <a:gd name="connsiteY19-40" fmla="*/ 1499342 h 3166775"/>
              <a:gd name="connsiteX20-41" fmla="*/ 1346449 w 1346449"/>
              <a:gd name="connsiteY20-42" fmla="*/ 1499342 h 3166775"/>
              <a:gd name="connsiteX21-43" fmla="*/ 1344512 w 1346449"/>
              <a:gd name="connsiteY21-44" fmla="*/ 1494334 h 3166775"/>
              <a:gd name="connsiteX22-45" fmla="*/ 1346448 w 1346449"/>
              <a:gd name="connsiteY22-46" fmla="*/ 1491744 h 3166775"/>
              <a:gd name="connsiteX23-47" fmla="*/ 1343510 w 1346449"/>
              <a:gd name="connsiteY23-48" fmla="*/ 1491744 h 3166775"/>
              <a:gd name="connsiteX24-49" fmla="*/ 755186 w 1346449"/>
              <a:gd name="connsiteY24-50" fmla="*/ 0 h 3166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/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/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/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/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/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/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/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/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/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/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/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/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/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/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/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/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/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/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/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/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/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/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/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/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/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/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/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/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/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/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/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/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/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-1" fmla="*/ 833935 w 3239999"/>
              <a:gd name="connsiteY0-2" fmla="*/ 22 h 3032924"/>
              <a:gd name="connsiteX1-3" fmla="*/ 1576606 w 3239999"/>
              <a:gd name="connsiteY1-4" fmla="*/ 402054 h 3032924"/>
              <a:gd name="connsiteX2-5" fmla="*/ 1576606 w 3239999"/>
              <a:gd name="connsiteY2-6" fmla="*/ 430441 h 3032924"/>
              <a:gd name="connsiteX3-7" fmla="*/ 1576606 w 3239999"/>
              <a:gd name="connsiteY3-8" fmla="*/ 526981 h 3032924"/>
              <a:gd name="connsiteX4-9" fmla="*/ 1576606 w 3239999"/>
              <a:gd name="connsiteY4-10" fmla="*/ 2765302 h 3032924"/>
              <a:gd name="connsiteX5-11" fmla="*/ 378630 w 3239999"/>
              <a:gd name="connsiteY5-12" fmla="*/ 2472117 h 3032924"/>
              <a:gd name="connsiteX6-13" fmla="*/ 384918 w 3239999"/>
              <a:gd name="connsiteY6-14" fmla="*/ 526981 h 3032924"/>
              <a:gd name="connsiteX7-15" fmla="*/ 239143 w 3239999"/>
              <a:gd name="connsiteY7-16" fmla="*/ 526981 h 3032924"/>
              <a:gd name="connsiteX8-17" fmla="*/ 239143 w 3239999"/>
              <a:gd name="connsiteY8-18" fmla="*/ 2776423 h 3032924"/>
              <a:gd name="connsiteX9-19" fmla="*/ 1576606 w 3239999"/>
              <a:gd name="connsiteY9-20" fmla="*/ 2776423 h 3032924"/>
              <a:gd name="connsiteX10-21" fmla="*/ 1576606 w 3239999"/>
              <a:gd name="connsiteY10-22" fmla="*/ 2778202 h 3032924"/>
              <a:gd name="connsiteX11-23" fmla="*/ 1663394 w 3239999"/>
              <a:gd name="connsiteY11-24" fmla="*/ 2778202 h 3032924"/>
              <a:gd name="connsiteX12-25" fmla="*/ 1663394 w 3239999"/>
              <a:gd name="connsiteY12-26" fmla="*/ 2776423 h 3032924"/>
              <a:gd name="connsiteX13-27" fmla="*/ 3000856 w 3239999"/>
              <a:gd name="connsiteY13-28" fmla="*/ 2776423 h 3032924"/>
              <a:gd name="connsiteX14-29" fmla="*/ 3000856 w 3239999"/>
              <a:gd name="connsiteY14-30" fmla="*/ 526981 h 3032924"/>
              <a:gd name="connsiteX15-31" fmla="*/ 2855082 w 3239999"/>
              <a:gd name="connsiteY15-32" fmla="*/ 526981 h 3032924"/>
              <a:gd name="connsiteX16-33" fmla="*/ 2861369 w 3239999"/>
              <a:gd name="connsiteY16-34" fmla="*/ 2472117 h 3032924"/>
              <a:gd name="connsiteX17-35" fmla="*/ 1663394 w 3239999"/>
              <a:gd name="connsiteY17-36" fmla="*/ 2765302 h 3032924"/>
              <a:gd name="connsiteX18-37" fmla="*/ 1663394 w 3239999"/>
              <a:gd name="connsiteY18-38" fmla="*/ 526981 h 3032924"/>
              <a:gd name="connsiteX19-39" fmla="*/ 1663394 w 3239999"/>
              <a:gd name="connsiteY19-40" fmla="*/ 430441 h 3032924"/>
              <a:gd name="connsiteX20-41" fmla="*/ 1663394 w 3239999"/>
              <a:gd name="connsiteY20-42" fmla="*/ 402054 h 3032924"/>
              <a:gd name="connsiteX21-43" fmla="*/ 2406065 w 3239999"/>
              <a:gd name="connsiteY21-44" fmla="*/ 22 h 3032924"/>
              <a:gd name="connsiteX22-45" fmla="*/ 2853673 w 3239999"/>
              <a:gd name="connsiteY22-46" fmla="*/ 91100 h 3032924"/>
              <a:gd name="connsiteX23-47" fmla="*/ 2854770 w 3239999"/>
              <a:gd name="connsiteY23-48" fmla="*/ 430441 h 3032924"/>
              <a:gd name="connsiteX24-49" fmla="*/ 3120669 w 3239999"/>
              <a:gd name="connsiteY24-50" fmla="*/ 428517 h 3032924"/>
              <a:gd name="connsiteX25-51" fmla="*/ 3120669 w 3239999"/>
              <a:gd name="connsiteY25-52" fmla="*/ 738345 h 3032924"/>
              <a:gd name="connsiteX26-53" fmla="*/ 3239999 w 3239999"/>
              <a:gd name="connsiteY26-54" fmla="*/ 738345 h 3032924"/>
              <a:gd name="connsiteX27-55" fmla="*/ 3239999 w 3239999"/>
              <a:gd name="connsiteY27-56" fmla="*/ 3032924 h 3032924"/>
              <a:gd name="connsiteX28-57" fmla="*/ 0 w 3239999"/>
              <a:gd name="connsiteY28-58" fmla="*/ 3032924 h 3032924"/>
              <a:gd name="connsiteX29-59" fmla="*/ 0 w 3239999"/>
              <a:gd name="connsiteY29-60" fmla="*/ 738345 h 3032924"/>
              <a:gd name="connsiteX30-61" fmla="*/ 102477 w 3239999"/>
              <a:gd name="connsiteY30-62" fmla="*/ 738345 h 3032924"/>
              <a:gd name="connsiteX31-63" fmla="*/ 102477 w 3239999"/>
              <a:gd name="connsiteY31-64" fmla="*/ 428517 h 3032924"/>
              <a:gd name="connsiteX32-65" fmla="*/ 385229 w 3239999"/>
              <a:gd name="connsiteY32-66" fmla="*/ 430441 h 3032924"/>
              <a:gd name="connsiteX33-67" fmla="*/ 386326 w 3239999"/>
              <a:gd name="connsiteY33-68" fmla="*/ 91100 h 3032924"/>
              <a:gd name="connsiteX34-69" fmla="*/ 833935 w 3239999"/>
              <a:gd name="connsiteY34-70" fmla="*/ 22 h 3032924"/>
              <a:gd name="connsiteX0-71" fmla="*/ 833935 w 3239999"/>
              <a:gd name="connsiteY0-72" fmla="*/ 22 h 3032924"/>
              <a:gd name="connsiteX1-73" fmla="*/ 1576606 w 3239999"/>
              <a:gd name="connsiteY1-74" fmla="*/ 402054 h 3032924"/>
              <a:gd name="connsiteX2-75" fmla="*/ 1576606 w 3239999"/>
              <a:gd name="connsiteY2-76" fmla="*/ 430441 h 3032924"/>
              <a:gd name="connsiteX3-77" fmla="*/ 1576606 w 3239999"/>
              <a:gd name="connsiteY3-78" fmla="*/ 526981 h 3032924"/>
              <a:gd name="connsiteX4-79" fmla="*/ 1576606 w 3239999"/>
              <a:gd name="connsiteY4-80" fmla="*/ 2765302 h 3032924"/>
              <a:gd name="connsiteX5-81" fmla="*/ 378630 w 3239999"/>
              <a:gd name="connsiteY5-82" fmla="*/ 2472117 h 3032924"/>
              <a:gd name="connsiteX6-83" fmla="*/ 384918 w 3239999"/>
              <a:gd name="connsiteY6-84" fmla="*/ 526981 h 3032924"/>
              <a:gd name="connsiteX7-85" fmla="*/ 239143 w 3239999"/>
              <a:gd name="connsiteY7-86" fmla="*/ 526981 h 3032924"/>
              <a:gd name="connsiteX8-87" fmla="*/ 239143 w 3239999"/>
              <a:gd name="connsiteY8-88" fmla="*/ 2776423 h 3032924"/>
              <a:gd name="connsiteX9-89" fmla="*/ 1576606 w 3239999"/>
              <a:gd name="connsiteY9-90" fmla="*/ 2776423 h 3032924"/>
              <a:gd name="connsiteX10-91" fmla="*/ 1576606 w 3239999"/>
              <a:gd name="connsiteY10-92" fmla="*/ 2778202 h 3032924"/>
              <a:gd name="connsiteX11-93" fmla="*/ 1663394 w 3239999"/>
              <a:gd name="connsiteY11-94" fmla="*/ 2778202 h 3032924"/>
              <a:gd name="connsiteX12-95" fmla="*/ 1663394 w 3239999"/>
              <a:gd name="connsiteY12-96" fmla="*/ 2776423 h 3032924"/>
              <a:gd name="connsiteX13-97" fmla="*/ 3000856 w 3239999"/>
              <a:gd name="connsiteY13-98" fmla="*/ 2776423 h 3032924"/>
              <a:gd name="connsiteX14-99" fmla="*/ 3000856 w 3239999"/>
              <a:gd name="connsiteY14-100" fmla="*/ 526981 h 3032924"/>
              <a:gd name="connsiteX15-101" fmla="*/ 2855082 w 3239999"/>
              <a:gd name="connsiteY15-102" fmla="*/ 526981 h 3032924"/>
              <a:gd name="connsiteX16-103" fmla="*/ 2861369 w 3239999"/>
              <a:gd name="connsiteY16-104" fmla="*/ 2472117 h 3032924"/>
              <a:gd name="connsiteX17-105" fmla="*/ 1663394 w 3239999"/>
              <a:gd name="connsiteY17-106" fmla="*/ 2765302 h 3032924"/>
              <a:gd name="connsiteX18-107" fmla="*/ 1663394 w 3239999"/>
              <a:gd name="connsiteY18-108" fmla="*/ 526981 h 3032924"/>
              <a:gd name="connsiteX19-109" fmla="*/ 1663394 w 3239999"/>
              <a:gd name="connsiteY19-110" fmla="*/ 430441 h 3032924"/>
              <a:gd name="connsiteX20-111" fmla="*/ 1663394 w 3239999"/>
              <a:gd name="connsiteY20-112" fmla="*/ 402054 h 3032924"/>
              <a:gd name="connsiteX21-113" fmla="*/ 2406065 w 3239999"/>
              <a:gd name="connsiteY21-114" fmla="*/ 22 h 3032924"/>
              <a:gd name="connsiteX22-115" fmla="*/ 2853673 w 3239999"/>
              <a:gd name="connsiteY22-116" fmla="*/ 91100 h 3032924"/>
              <a:gd name="connsiteX23-117" fmla="*/ 2854770 w 3239999"/>
              <a:gd name="connsiteY23-118" fmla="*/ 430441 h 3032924"/>
              <a:gd name="connsiteX24-119" fmla="*/ 3120669 w 3239999"/>
              <a:gd name="connsiteY24-120" fmla="*/ 428517 h 3032924"/>
              <a:gd name="connsiteX25-121" fmla="*/ 3120669 w 3239999"/>
              <a:gd name="connsiteY25-122" fmla="*/ 738345 h 3032924"/>
              <a:gd name="connsiteX26-123" fmla="*/ 3239999 w 3239999"/>
              <a:gd name="connsiteY26-124" fmla="*/ 738345 h 3032924"/>
              <a:gd name="connsiteX27-125" fmla="*/ 3239999 w 3239999"/>
              <a:gd name="connsiteY27-126" fmla="*/ 3032924 h 3032924"/>
              <a:gd name="connsiteX28-127" fmla="*/ 0 w 3239999"/>
              <a:gd name="connsiteY28-128" fmla="*/ 3032924 h 3032924"/>
              <a:gd name="connsiteX29-129" fmla="*/ 0 w 3239999"/>
              <a:gd name="connsiteY29-130" fmla="*/ 738345 h 3032924"/>
              <a:gd name="connsiteX30-131" fmla="*/ 102477 w 3239999"/>
              <a:gd name="connsiteY30-132" fmla="*/ 738345 h 3032924"/>
              <a:gd name="connsiteX31-133" fmla="*/ 102477 w 3239999"/>
              <a:gd name="connsiteY31-134" fmla="*/ 428517 h 3032924"/>
              <a:gd name="connsiteX32-135" fmla="*/ 385229 w 3239999"/>
              <a:gd name="connsiteY32-136" fmla="*/ 430441 h 3032924"/>
              <a:gd name="connsiteX33-137" fmla="*/ 386326 w 3239999"/>
              <a:gd name="connsiteY33-138" fmla="*/ 91100 h 3032924"/>
              <a:gd name="connsiteX34-139" fmla="*/ 833935 w 3239999"/>
              <a:gd name="connsiteY34-140" fmla="*/ 22 h 3032924"/>
              <a:gd name="connsiteX0-141" fmla="*/ 1576606 w 3239999"/>
              <a:gd name="connsiteY0-142" fmla="*/ 2778202 h 3032924"/>
              <a:gd name="connsiteX1-143" fmla="*/ 1663394 w 3239999"/>
              <a:gd name="connsiteY1-144" fmla="*/ 2778202 h 3032924"/>
              <a:gd name="connsiteX2-145" fmla="*/ 1663394 w 3239999"/>
              <a:gd name="connsiteY2-146" fmla="*/ 2776423 h 3032924"/>
              <a:gd name="connsiteX3-147" fmla="*/ 3000856 w 3239999"/>
              <a:gd name="connsiteY3-148" fmla="*/ 2776423 h 3032924"/>
              <a:gd name="connsiteX4-149" fmla="*/ 3000856 w 3239999"/>
              <a:gd name="connsiteY4-150" fmla="*/ 526981 h 3032924"/>
              <a:gd name="connsiteX5-151" fmla="*/ 2855082 w 3239999"/>
              <a:gd name="connsiteY5-152" fmla="*/ 526981 h 3032924"/>
              <a:gd name="connsiteX6-153" fmla="*/ 2861369 w 3239999"/>
              <a:gd name="connsiteY6-154" fmla="*/ 2472117 h 3032924"/>
              <a:gd name="connsiteX7-155" fmla="*/ 1663394 w 3239999"/>
              <a:gd name="connsiteY7-156" fmla="*/ 2765302 h 3032924"/>
              <a:gd name="connsiteX8-157" fmla="*/ 1663394 w 3239999"/>
              <a:gd name="connsiteY8-158" fmla="*/ 526981 h 3032924"/>
              <a:gd name="connsiteX9-159" fmla="*/ 1663394 w 3239999"/>
              <a:gd name="connsiteY9-160" fmla="*/ 430441 h 3032924"/>
              <a:gd name="connsiteX10-161" fmla="*/ 1663394 w 3239999"/>
              <a:gd name="connsiteY10-162" fmla="*/ 402054 h 3032924"/>
              <a:gd name="connsiteX11-163" fmla="*/ 2406065 w 3239999"/>
              <a:gd name="connsiteY11-164" fmla="*/ 22 h 3032924"/>
              <a:gd name="connsiteX12-165" fmla="*/ 2853673 w 3239999"/>
              <a:gd name="connsiteY12-166" fmla="*/ 91100 h 3032924"/>
              <a:gd name="connsiteX13-167" fmla="*/ 2854770 w 3239999"/>
              <a:gd name="connsiteY13-168" fmla="*/ 430441 h 3032924"/>
              <a:gd name="connsiteX14-169" fmla="*/ 3120669 w 3239999"/>
              <a:gd name="connsiteY14-170" fmla="*/ 428517 h 3032924"/>
              <a:gd name="connsiteX15-171" fmla="*/ 3120669 w 3239999"/>
              <a:gd name="connsiteY15-172" fmla="*/ 738345 h 3032924"/>
              <a:gd name="connsiteX16-173" fmla="*/ 3239999 w 3239999"/>
              <a:gd name="connsiteY16-174" fmla="*/ 738345 h 3032924"/>
              <a:gd name="connsiteX17-175" fmla="*/ 3239999 w 3239999"/>
              <a:gd name="connsiteY17-176" fmla="*/ 3032924 h 3032924"/>
              <a:gd name="connsiteX18-177" fmla="*/ 0 w 3239999"/>
              <a:gd name="connsiteY18-178" fmla="*/ 3032924 h 3032924"/>
              <a:gd name="connsiteX19-179" fmla="*/ 0 w 3239999"/>
              <a:gd name="connsiteY19-180" fmla="*/ 738345 h 3032924"/>
              <a:gd name="connsiteX20-181" fmla="*/ 102477 w 3239999"/>
              <a:gd name="connsiteY20-182" fmla="*/ 738345 h 3032924"/>
              <a:gd name="connsiteX21-183" fmla="*/ 102477 w 3239999"/>
              <a:gd name="connsiteY21-184" fmla="*/ 428517 h 3032924"/>
              <a:gd name="connsiteX22-185" fmla="*/ 385229 w 3239999"/>
              <a:gd name="connsiteY22-186" fmla="*/ 430441 h 3032924"/>
              <a:gd name="connsiteX23-187" fmla="*/ 386326 w 3239999"/>
              <a:gd name="connsiteY23-188" fmla="*/ 91100 h 3032924"/>
              <a:gd name="connsiteX24-189" fmla="*/ 833935 w 3239999"/>
              <a:gd name="connsiteY24-190" fmla="*/ 22 h 3032924"/>
              <a:gd name="connsiteX25-191" fmla="*/ 1576606 w 3239999"/>
              <a:gd name="connsiteY25-192" fmla="*/ 402054 h 3032924"/>
              <a:gd name="connsiteX26-193" fmla="*/ 1576606 w 3239999"/>
              <a:gd name="connsiteY26-194" fmla="*/ 430441 h 3032924"/>
              <a:gd name="connsiteX27-195" fmla="*/ 1576606 w 3239999"/>
              <a:gd name="connsiteY27-196" fmla="*/ 526981 h 3032924"/>
              <a:gd name="connsiteX28-197" fmla="*/ 1576606 w 3239999"/>
              <a:gd name="connsiteY28-198" fmla="*/ 2765302 h 3032924"/>
              <a:gd name="connsiteX29-199" fmla="*/ 378630 w 3239999"/>
              <a:gd name="connsiteY29-200" fmla="*/ 2472117 h 3032924"/>
              <a:gd name="connsiteX30-201" fmla="*/ 384918 w 3239999"/>
              <a:gd name="connsiteY30-202" fmla="*/ 526981 h 3032924"/>
              <a:gd name="connsiteX31-203" fmla="*/ 239143 w 3239999"/>
              <a:gd name="connsiteY31-204" fmla="*/ 526981 h 3032924"/>
              <a:gd name="connsiteX32-205" fmla="*/ 239143 w 3239999"/>
              <a:gd name="connsiteY32-206" fmla="*/ 2776423 h 3032924"/>
              <a:gd name="connsiteX33-207" fmla="*/ 1576606 w 3239999"/>
              <a:gd name="connsiteY33-208" fmla="*/ 2776423 h 3032924"/>
              <a:gd name="connsiteX34-209" fmla="*/ 1668046 w 3239999"/>
              <a:gd name="connsiteY34-210" fmla="*/ 2869642 h 3032924"/>
              <a:gd name="connsiteX0-211" fmla="*/ 1576606 w 3239999"/>
              <a:gd name="connsiteY0-212" fmla="*/ 2778202 h 3032924"/>
              <a:gd name="connsiteX1-213" fmla="*/ 1663394 w 3239999"/>
              <a:gd name="connsiteY1-214" fmla="*/ 2778202 h 3032924"/>
              <a:gd name="connsiteX2-215" fmla="*/ 1663394 w 3239999"/>
              <a:gd name="connsiteY2-216" fmla="*/ 2776423 h 3032924"/>
              <a:gd name="connsiteX3-217" fmla="*/ 3000856 w 3239999"/>
              <a:gd name="connsiteY3-218" fmla="*/ 2776423 h 3032924"/>
              <a:gd name="connsiteX4-219" fmla="*/ 3000856 w 3239999"/>
              <a:gd name="connsiteY4-220" fmla="*/ 526981 h 3032924"/>
              <a:gd name="connsiteX5-221" fmla="*/ 2855082 w 3239999"/>
              <a:gd name="connsiteY5-222" fmla="*/ 526981 h 3032924"/>
              <a:gd name="connsiteX6-223" fmla="*/ 2861369 w 3239999"/>
              <a:gd name="connsiteY6-224" fmla="*/ 2472117 h 3032924"/>
              <a:gd name="connsiteX7-225" fmla="*/ 1663394 w 3239999"/>
              <a:gd name="connsiteY7-226" fmla="*/ 2765302 h 3032924"/>
              <a:gd name="connsiteX8-227" fmla="*/ 1663394 w 3239999"/>
              <a:gd name="connsiteY8-228" fmla="*/ 526981 h 3032924"/>
              <a:gd name="connsiteX9-229" fmla="*/ 1663394 w 3239999"/>
              <a:gd name="connsiteY9-230" fmla="*/ 430441 h 3032924"/>
              <a:gd name="connsiteX10-231" fmla="*/ 1663394 w 3239999"/>
              <a:gd name="connsiteY10-232" fmla="*/ 402054 h 3032924"/>
              <a:gd name="connsiteX11-233" fmla="*/ 2406065 w 3239999"/>
              <a:gd name="connsiteY11-234" fmla="*/ 22 h 3032924"/>
              <a:gd name="connsiteX12-235" fmla="*/ 2853673 w 3239999"/>
              <a:gd name="connsiteY12-236" fmla="*/ 91100 h 3032924"/>
              <a:gd name="connsiteX13-237" fmla="*/ 2854770 w 3239999"/>
              <a:gd name="connsiteY13-238" fmla="*/ 430441 h 3032924"/>
              <a:gd name="connsiteX14-239" fmla="*/ 3120669 w 3239999"/>
              <a:gd name="connsiteY14-240" fmla="*/ 428517 h 3032924"/>
              <a:gd name="connsiteX15-241" fmla="*/ 3120669 w 3239999"/>
              <a:gd name="connsiteY15-242" fmla="*/ 738345 h 3032924"/>
              <a:gd name="connsiteX16-243" fmla="*/ 3239999 w 3239999"/>
              <a:gd name="connsiteY16-244" fmla="*/ 738345 h 3032924"/>
              <a:gd name="connsiteX17-245" fmla="*/ 3239999 w 3239999"/>
              <a:gd name="connsiteY17-246" fmla="*/ 3032924 h 3032924"/>
              <a:gd name="connsiteX18-247" fmla="*/ 0 w 3239999"/>
              <a:gd name="connsiteY18-248" fmla="*/ 3032924 h 3032924"/>
              <a:gd name="connsiteX19-249" fmla="*/ 0 w 3239999"/>
              <a:gd name="connsiteY19-250" fmla="*/ 738345 h 3032924"/>
              <a:gd name="connsiteX20-251" fmla="*/ 102477 w 3239999"/>
              <a:gd name="connsiteY20-252" fmla="*/ 738345 h 3032924"/>
              <a:gd name="connsiteX21-253" fmla="*/ 102477 w 3239999"/>
              <a:gd name="connsiteY21-254" fmla="*/ 428517 h 3032924"/>
              <a:gd name="connsiteX22-255" fmla="*/ 385229 w 3239999"/>
              <a:gd name="connsiteY22-256" fmla="*/ 430441 h 3032924"/>
              <a:gd name="connsiteX23-257" fmla="*/ 386326 w 3239999"/>
              <a:gd name="connsiteY23-258" fmla="*/ 91100 h 3032924"/>
              <a:gd name="connsiteX24-259" fmla="*/ 833935 w 3239999"/>
              <a:gd name="connsiteY24-260" fmla="*/ 22 h 3032924"/>
              <a:gd name="connsiteX25-261" fmla="*/ 1576606 w 3239999"/>
              <a:gd name="connsiteY25-262" fmla="*/ 402054 h 3032924"/>
              <a:gd name="connsiteX26-263" fmla="*/ 1576606 w 3239999"/>
              <a:gd name="connsiteY26-264" fmla="*/ 430441 h 3032924"/>
              <a:gd name="connsiteX27-265" fmla="*/ 1576606 w 3239999"/>
              <a:gd name="connsiteY27-266" fmla="*/ 526981 h 3032924"/>
              <a:gd name="connsiteX28-267" fmla="*/ 1576606 w 3239999"/>
              <a:gd name="connsiteY28-268" fmla="*/ 2765302 h 3032924"/>
              <a:gd name="connsiteX29-269" fmla="*/ 378630 w 3239999"/>
              <a:gd name="connsiteY29-270" fmla="*/ 2472117 h 3032924"/>
              <a:gd name="connsiteX30-271" fmla="*/ 384918 w 3239999"/>
              <a:gd name="connsiteY30-272" fmla="*/ 526981 h 3032924"/>
              <a:gd name="connsiteX31-273" fmla="*/ 239143 w 3239999"/>
              <a:gd name="connsiteY31-274" fmla="*/ 526981 h 3032924"/>
              <a:gd name="connsiteX32-275" fmla="*/ 239143 w 3239999"/>
              <a:gd name="connsiteY32-276" fmla="*/ 2776423 h 3032924"/>
              <a:gd name="connsiteX33-277" fmla="*/ 1576606 w 3239999"/>
              <a:gd name="connsiteY33-278" fmla="*/ 2776423 h 3032924"/>
              <a:gd name="connsiteX34-279" fmla="*/ 1668046 w 3239999"/>
              <a:gd name="connsiteY34-280" fmla="*/ 2869642 h 3032924"/>
              <a:gd name="connsiteX0-281" fmla="*/ 1576606 w 3239999"/>
              <a:gd name="connsiteY0-282" fmla="*/ 2778202 h 3032924"/>
              <a:gd name="connsiteX1-283" fmla="*/ 1663394 w 3239999"/>
              <a:gd name="connsiteY1-284" fmla="*/ 2778202 h 3032924"/>
              <a:gd name="connsiteX2-285" fmla="*/ 1663394 w 3239999"/>
              <a:gd name="connsiteY2-286" fmla="*/ 2776423 h 3032924"/>
              <a:gd name="connsiteX3-287" fmla="*/ 3000856 w 3239999"/>
              <a:gd name="connsiteY3-288" fmla="*/ 2776423 h 3032924"/>
              <a:gd name="connsiteX4-289" fmla="*/ 3000856 w 3239999"/>
              <a:gd name="connsiteY4-290" fmla="*/ 526981 h 3032924"/>
              <a:gd name="connsiteX5-291" fmla="*/ 2855082 w 3239999"/>
              <a:gd name="connsiteY5-292" fmla="*/ 526981 h 3032924"/>
              <a:gd name="connsiteX6-293" fmla="*/ 2861369 w 3239999"/>
              <a:gd name="connsiteY6-294" fmla="*/ 2472117 h 3032924"/>
              <a:gd name="connsiteX7-295" fmla="*/ 1663394 w 3239999"/>
              <a:gd name="connsiteY7-296" fmla="*/ 2765302 h 3032924"/>
              <a:gd name="connsiteX8-297" fmla="*/ 1663394 w 3239999"/>
              <a:gd name="connsiteY8-298" fmla="*/ 526981 h 3032924"/>
              <a:gd name="connsiteX9-299" fmla="*/ 1663394 w 3239999"/>
              <a:gd name="connsiteY9-300" fmla="*/ 430441 h 3032924"/>
              <a:gd name="connsiteX10-301" fmla="*/ 1663394 w 3239999"/>
              <a:gd name="connsiteY10-302" fmla="*/ 402054 h 3032924"/>
              <a:gd name="connsiteX11-303" fmla="*/ 2406065 w 3239999"/>
              <a:gd name="connsiteY11-304" fmla="*/ 22 h 3032924"/>
              <a:gd name="connsiteX12-305" fmla="*/ 2853673 w 3239999"/>
              <a:gd name="connsiteY12-306" fmla="*/ 91100 h 3032924"/>
              <a:gd name="connsiteX13-307" fmla="*/ 2854770 w 3239999"/>
              <a:gd name="connsiteY13-308" fmla="*/ 430441 h 3032924"/>
              <a:gd name="connsiteX14-309" fmla="*/ 3120669 w 3239999"/>
              <a:gd name="connsiteY14-310" fmla="*/ 428517 h 3032924"/>
              <a:gd name="connsiteX15-311" fmla="*/ 3120669 w 3239999"/>
              <a:gd name="connsiteY15-312" fmla="*/ 738345 h 3032924"/>
              <a:gd name="connsiteX16-313" fmla="*/ 3239999 w 3239999"/>
              <a:gd name="connsiteY16-314" fmla="*/ 738345 h 3032924"/>
              <a:gd name="connsiteX17-315" fmla="*/ 3239999 w 3239999"/>
              <a:gd name="connsiteY17-316" fmla="*/ 3032924 h 3032924"/>
              <a:gd name="connsiteX18-317" fmla="*/ 0 w 3239999"/>
              <a:gd name="connsiteY18-318" fmla="*/ 3032924 h 3032924"/>
              <a:gd name="connsiteX19-319" fmla="*/ 0 w 3239999"/>
              <a:gd name="connsiteY19-320" fmla="*/ 738345 h 3032924"/>
              <a:gd name="connsiteX20-321" fmla="*/ 102477 w 3239999"/>
              <a:gd name="connsiteY20-322" fmla="*/ 738345 h 3032924"/>
              <a:gd name="connsiteX21-323" fmla="*/ 102477 w 3239999"/>
              <a:gd name="connsiteY21-324" fmla="*/ 428517 h 3032924"/>
              <a:gd name="connsiteX22-325" fmla="*/ 385229 w 3239999"/>
              <a:gd name="connsiteY22-326" fmla="*/ 430441 h 3032924"/>
              <a:gd name="connsiteX23-327" fmla="*/ 386326 w 3239999"/>
              <a:gd name="connsiteY23-328" fmla="*/ 91100 h 3032924"/>
              <a:gd name="connsiteX24-329" fmla="*/ 833935 w 3239999"/>
              <a:gd name="connsiteY24-330" fmla="*/ 22 h 3032924"/>
              <a:gd name="connsiteX25-331" fmla="*/ 1576606 w 3239999"/>
              <a:gd name="connsiteY25-332" fmla="*/ 402054 h 3032924"/>
              <a:gd name="connsiteX26-333" fmla="*/ 1576606 w 3239999"/>
              <a:gd name="connsiteY26-334" fmla="*/ 430441 h 3032924"/>
              <a:gd name="connsiteX27-335" fmla="*/ 1576606 w 3239999"/>
              <a:gd name="connsiteY27-336" fmla="*/ 526981 h 3032924"/>
              <a:gd name="connsiteX28-337" fmla="*/ 1576606 w 3239999"/>
              <a:gd name="connsiteY28-338" fmla="*/ 2765302 h 3032924"/>
              <a:gd name="connsiteX29-339" fmla="*/ 378630 w 3239999"/>
              <a:gd name="connsiteY29-340" fmla="*/ 2472117 h 3032924"/>
              <a:gd name="connsiteX30-341" fmla="*/ 384918 w 3239999"/>
              <a:gd name="connsiteY30-342" fmla="*/ 526981 h 3032924"/>
              <a:gd name="connsiteX31-343" fmla="*/ 239143 w 3239999"/>
              <a:gd name="connsiteY31-344" fmla="*/ 526981 h 3032924"/>
              <a:gd name="connsiteX32-345" fmla="*/ 239143 w 3239999"/>
              <a:gd name="connsiteY32-346" fmla="*/ 2776423 h 3032924"/>
              <a:gd name="connsiteX33-347" fmla="*/ 1576606 w 3239999"/>
              <a:gd name="connsiteY33-348" fmla="*/ 2776423 h 3032924"/>
              <a:gd name="connsiteX34-349" fmla="*/ 1668046 w 3239999"/>
              <a:gd name="connsiteY34-350" fmla="*/ 2869642 h 3032924"/>
              <a:gd name="connsiteX0-351" fmla="*/ 1576606 w 3239999"/>
              <a:gd name="connsiteY0-352" fmla="*/ 2778202 h 3032924"/>
              <a:gd name="connsiteX1-353" fmla="*/ 1663394 w 3239999"/>
              <a:gd name="connsiteY1-354" fmla="*/ 2778202 h 3032924"/>
              <a:gd name="connsiteX2-355" fmla="*/ 1663394 w 3239999"/>
              <a:gd name="connsiteY2-356" fmla="*/ 2776423 h 3032924"/>
              <a:gd name="connsiteX3-357" fmla="*/ 3000856 w 3239999"/>
              <a:gd name="connsiteY3-358" fmla="*/ 2776423 h 3032924"/>
              <a:gd name="connsiteX4-359" fmla="*/ 3000856 w 3239999"/>
              <a:gd name="connsiteY4-360" fmla="*/ 526981 h 3032924"/>
              <a:gd name="connsiteX5-361" fmla="*/ 2855082 w 3239999"/>
              <a:gd name="connsiteY5-362" fmla="*/ 526981 h 3032924"/>
              <a:gd name="connsiteX6-363" fmla="*/ 2861369 w 3239999"/>
              <a:gd name="connsiteY6-364" fmla="*/ 2472117 h 3032924"/>
              <a:gd name="connsiteX7-365" fmla="*/ 1663394 w 3239999"/>
              <a:gd name="connsiteY7-366" fmla="*/ 2765302 h 3032924"/>
              <a:gd name="connsiteX8-367" fmla="*/ 1663394 w 3239999"/>
              <a:gd name="connsiteY8-368" fmla="*/ 526981 h 3032924"/>
              <a:gd name="connsiteX9-369" fmla="*/ 1663394 w 3239999"/>
              <a:gd name="connsiteY9-370" fmla="*/ 430441 h 3032924"/>
              <a:gd name="connsiteX10-371" fmla="*/ 1663394 w 3239999"/>
              <a:gd name="connsiteY10-372" fmla="*/ 402054 h 3032924"/>
              <a:gd name="connsiteX11-373" fmla="*/ 2406065 w 3239999"/>
              <a:gd name="connsiteY11-374" fmla="*/ 22 h 3032924"/>
              <a:gd name="connsiteX12-375" fmla="*/ 2853673 w 3239999"/>
              <a:gd name="connsiteY12-376" fmla="*/ 91100 h 3032924"/>
              <a:gd name="connsiteX13-377" fmla="*/ 2854770 w 3239999"/>
              <a:gd name="connsiteY13-378" fmla="*/ 430441 h 3032924"/>
              <a:gd name="connsiteX14-379" fmla="*/ 3120669 w 3239999"/>
              <a:gd name="connsiteY14-380" fmla="*/ 428517 h 3032924"/>
              <a:gd name="connsiteX15-381" fmla="*/ 3120669 w 3239999"/>
              <a:gd name="connsiteY15-382" fmla="*/ 738345 h 3032924"/>
              <a:gd name="connsiteX16-383" fmla="*/ 3239999 w 3239999"/>
              <a:gd name="connsiteY16-384" fmla="*/ 738345 h 3032924"/>
              <a:gd name="connsiteX17-385" fmla="*/ 3239999 w 3239999"/>
              <a:gd name="connsiteY17-386" fmla="*/ 3032924 h 3032924"/>
              <a:gd name="connsiteX18-387" fmla="*/ 0 w 3239999"/>
              <a:gd name="connsiteY18-388" fmla="*/ 3032924 h 3032924"/>
              <a:gd name="connsiteX19-389" fmla="*/ 0 w 3239999"/>
              <a:gd name="connsiteY19-390" fmla="*/ 738345 h 3032924"/>
              <a:gd name="connsiteX20-391" fmla="*/ 102477 w 3239999"/>
              <a:gd name="connsiteY20-392" fmla="*/ 738345 h 3032924"/>
              <a:gd name="connsiteX21-393" fmla="*/ 102477 w 3239999"/>
              <a:gd name="connsiteY21-394" fmla="*/ 428517 h 3032924"/>
              <a:gd name="connsiteX22-395" fmla="*/ 385229 w 3239999"/>
              <a:gd name="connsiteY22-396" fmla="*/ 430441 h 3032924"/>
              <a:gd name="connsiteX23-397" fmla="*/ 386326 w 3239999"/>
              <a:gd name="connsiteY23-398" fmla="*/ 91100 h 3032924"/>
              <a:gd name="connsiteX24-399" fmla="*/ 833935 w 3239999"/>
              <a:gd name="connsiteY24-400" fmla="*/ 22 h 3032924"/>
              <a:gd name="connsiteX25-401" fmla="*/ 1576606 w 3239999"/>
              <a:gd name="connsiteY25-402" fmla="*/ 402054 h 3032924"/>
              <a:gd name="connsiteX26-403" fmla="*/ 1576606 w 3239999"/>
              <a:gd name="connsiteY26-404" fmla="*/ 430441 h 3032924"/>
              <a:gd name="connsiteX27-405" fmla="*/ 1576606 w 3239999"/>
              <a:gd name="connsiteY27-406" fmla="*/ 526981 h 3032924"/>
              <a:gd name="connsiteX28-407" fmla="*/ 1576606 w 3239999"/>
              <a:gd name="connsiteY28-408" fmla="*/ 2765302 h 3032924"/>
              <a:gd name="connsiteX29-409" fmla="*/ 378630 w 3239999"/>
              <a:gd name="connsiteY29-410" fmla="*/ 2472117 h 3032924"/>
              <a:gd name="connsiteX30-411" fmla="*/ 384918 w 3239999"/>
              <a:gd name="connsiteY30-412" fmla="*/ 526981 h 3032924"/>
              <a:gd name="connsiteX31-413" fmla="*/ 239143 w 3239999"/>
              <a:gd name="connsiteY31-414" fmla="*/ 526981 h 3032924"/>
              <a:gd name="connsiteX32-415" fmla="*/ 239143 w 3239999"/>
              <a:gd name="connsiteY32-416" fmla="*/ 2776423 h 3032924"/>
              <a:gd name="connsiteX33-417" fmla="*/ 1576606 w 3239999"/>
              <a:gd name="connsiteY33-418" fmla="*/ 2776423 h 3032924"/>
              <a:gd name="connsiteX34-419" fmla="*/ 1668046 w 3239999"/>
              <a:gd name="connsiteY34-420" fmla="*/ 2869642 h 3032924"/>
              <a:gd name="connsiteX0-421" fmla="*/ 1576606 w 3239999"/>
              <a:gd name="connsiteY0-422" fmla="*/ 2778202 h 3032924"/>
              <a:gd name="connsiteX1-423" fmla="*/ 1663394 w 3239999"/>
              <a:gd name="connsiteY1-424" fmla="*/ 2778202 h 3032924"/>
              <a:gd name="connsiteX2-425" fmla="*/ 1663394 w 3239999"/>
              <a:gd name="connsiteY2-426" fmla="*/ 2776423 h 3032924"/>
              <a:gd name="connsiteX3-427" fmla="*/ 3000856 w 3239999"/>
              <a:gd name="connsiteY3-428" fmla="*/ 2776423 h 3032924"/>
              <a:gd name="connsiteX4-429" fmla="*/ 3000856 w 3239999"/>
              <a:gd name="connsiteY4-430" fmla="*/ 526981 h 3032924"/>
              <a:gd name="connsiteX5-431" fmla="*/ 2855082 w 3239999"/>
              <a:gd name="connsiteY5-432" fmla="*/ 526981 h 3032924"/>
              <a:gd name="connsiteX6-433" fmla="*/ 2861369 w 3239999"/>
              <a:gd name="connsiteY6-434" fmla="*/ 2472117 h 3032924"/>
              <a:gd name="connsiteX7-435" fmla="*/ 1663394 w 3239999"/>
              <a:gd name="connsiteY7-436" fmla="*/ 2765302 h 3032924"/>
              <a:gd name="connsiteX8-437" fmla="*/ 1663394 w 3239999"/>
              <a:gd name="connsiteY8-438" fmla="*/ 526981 h 3032924"/>
              <a:gd name="connsiteX9-439" fmla="*/ 1663394 w 3239999"/>
              <a:gd name="connsiteY9-440" fmla="*/ 430441 h 3032924"/>
              <a:gd name="connsiteX10-441" fmla="*/ 1663394 w 3239999"/>
              <a:gd name="connsiteY10-442" fmla="*/ 402054 h 3032924"/>
              <a:gd name="connsiteX11-443" fmla="*/ 2406065 w 3239999"/>
              <a:gd name="connsiteY11-444" fmla="*/ 22 h 3032924"/>
              <a:gd name="connsiteX12-445" fmla="*/ 2853673 w 3239999"/>
              <a:gd name="connsiteY12-446" fmla="*/ 91100 h 3032924"/>
              <a:gd name="connsiteX13-447" fmla="*/ 2854770 w 3239999"/>
              <a:gd name="connsiteY13-448" fmla="*/ 430441 h 3032924"/>
              <a:gd name="connsiteX14-449" fmla="*/ 3120669 w 3239999"/>
              <a:gd name="connsiteY14-450" fmla="*/ 428517 h 3032924"/>
              <a:gd name="connsiteX15-451" fmla="*/ 3120669 w 3239999"/>
              <a:gd name="connsiteY15-452" fmla="*/ 738345 h 3032924"/>
              <a:gd name="connsiteX16-453" fmla="*/ 3239999 w 3239999"/>
              <a:gd name="connsiteY16-454" fmla="*/ 738345 h 3032924"/>
              <a:gd name="connsiteX17-455" fmla="*/ 3239999 w 3239999"/>
              <a:gd name="connsiteY17-456" fmla="*/ 3032924 h 3032924"/>
              <a:gd name="connsiteX18-457" fmla="*/ 0 w 3239999"/>
              <a:gd name="connsiteY18-458" fmla="*/ 3032924 h 3032924"/>
              <a:gd name="connsiteX19-459" fmla="*/ 0 w 3239999"/>
              <a:gd name="connsiteY19-460" fmla="*/ 738345 h 3032924"/>
              <a:gd name="connsiteX20-461" fmla="*/ 102477 w 3239999"/>
              <a:gd name="connsiteY20-462" fmla="*/ 738345 h 3032924"/>
              <a:gd name="connsiteX21-463" fmla="*/ 102477 w 3239999"/>
              <a:gd name="connsiteY21-464" fmla="*/ 428517 h 3032924"/>
              <a:gd name="connsiteX22-465" fmla="*/ 385229 w 3239999"/>
              <a:gd name="connsiteY22-466" fmla="*/ 430441 h 3032924"/>
              <a:gd name="connsiteX23-467" fmla="*/ 386326 w 3239999"/>
              <a:gd name="connsiteY23-468" fmla="*/ 91100 h 3032924"/>
              <a:gd name="connsiteX24-469" fmla="*/ 833935 w 3239999"/>
              <a:gd name="connsiteY24-470" fmla="*/ 22 h 3032924"/>
              <a:gd name="connsiteX25-471" fmla="*/ 1576606 w 3239999"/>
              <a:gd name="connsiteY25-472" fmla="*/ 402054 h 3032924"/>
              <a:gd name="connsiteX26-473" fmla="*/ 1576606 w 3239999"/>
              <a:gd name="connsiteY26-474" fmla="*/ 430441 h 3032924"/>
              <a:gd name="connsiteX27-475" fmla="*/ 1576606 w 3239999"/>
              <a:gd name="connsiteY27-476" fmla="*/ 526981 h 3032924"/>
              <a:gd name="connsiteX28-477" fmla="*/ 1576606 w 3239999"/>
              <a:gd name="connsiteY28-478" fmla="*/ 2765302 h 3032924"/>
              <a:gd name="connsiteX29-479" fmla="*/ 378630 w 3239999"/>
              <a:gd name="connsiteY29-480" fmla="*/ 2472117 h 3032924"/>
              <a:gd name="connsiteX30-481" fmla="*/ 384918 w 3239999"/>
              <a:gd name="connsiteY30-482" fmla="*/ 526981 h 3032924"/>
              <a:gd name="connsiteX31-483" fmla="*/ 239143 w 3239999"/>
              <a:gd name="connsiteY31-484" fmla="*/ 526981 h 3032924"/>
              <a:gd name="connsiteX32-485" fmla="*/ 239143 w 3239999"/>
              <a:gd name="connsiteY32-486" fmla="*/ 2776423 h 3032924"/>
              <a:gd name="connsiteX33-487" fmla="*/ 1576606 w 3239999"/>
              <a:gd name="connsiteY33-488" fmla="*/ 2776423 h 3032924"/>
              <a:gd name="connsiteX34-489" fmla="*/ 1668046 w 3239999"/>
              <a:gd name="connsiteY34-490" fmla="*/ 2869642 h 3032924"/>
              <a:gd name="connsiteX0-491" fmla="*/ 1576606 w 3239999"/>
              <a:gd name="connsiteY0-492" fmla="*/ 2778202 h 3032924"/>
              <a:gd name="connsiteX1-493" fmla="*/ 1663394 w 3239999"/>
              <a:gd name="connsiteY1-494" fmla="*/ 2778202 h 3032924"/>
              <a:gd name="connsiteX2-495" fmla="*/ 1663394 w 3239999"/>
              <a:gd name="connsiteY2-496" fmla="*/ 2776423 h 3032924"/>
              <a:gd name="connsiteX3-497" fmla="*/ 3000856 w 3239999"/>
              <a:gd name="connsiteY3-498" fmla="*/ 2776423 h 3032924"/>
              <a:gd name="connsiteX4-499" fmla="*/ 3000856 w 3239999"/>
              <a:gd name="connsiteY4-500" fmla="*/ 526981 h 3032924"/>
              <a:gd name="connsiteX5-501" fmla="*/ 2855082 w 3239999"/>
              <a:gd name="connsiteY5-502" fmla="*/ 526981 h 3032924"/>
              <a:gd name="connsiteX6-503" fmla="*/ 2861369 w 3239999"/>
              <a:gd name="connsiteY6-504" fmla="*/ 2472117 h 3032924"/>
              <a:gd name="connsiteX7-505" fmla="*/ 1663394 w 3239999"/>
              <a:gd name="connsiteY7-506" fmla="*/ 2765302 h 3032924"/>
              <a:gd name="connsiteX8-507" fmla="*/ 1663394 w 3239999"/>
              <a:gd name="connsiteY8-508" fmla="*/ 526981 h 3032924"/>
              <a:gd name="connsiteX9-509" fmla="*/ 1663394 w 3239999"/>
              <a:gd name="connsiteY9-510" fmla="*/ 430441 h 3032924"/>
              <a:gd name="connsiteX10-511" fmla="*/ 1663394 w 3239999"/>
              <a:gd name="connsiteY10-512" fmla="*/ 402054 h 3032924"/>
              <a:gd name="connsiteX11-513" fmla="*/ 2406065 w 3239999"/>
              <a:gd name="connsiteY11-514" fmla="*/ 22 h 3032924"/>
              <a:gd name="connsiteX12-515" fmla="*/ 2853673 w 3239999"/>
              <a:gd name="connsiteY12-516" fmla="*/ 91100 h 3032924"/>
              <a:gd name="connsiteX13-517" fmla="*/ 2854770 w 3239999"/>
              <a:gd name="connsiteY13-518" fmla="*/ 430441 h 3032924"/>
              <a:gd name="connsiteX14-519" fmla="*/ 3120669 w 3239999"/>
              <a:gd name="connsiteY14-520" fmla="*/ 428517 h 3032924"/>
              <a:gd name="connsiteX15-521" fmla="*/ 3120669 w 3239999"/>
              <a:gd name="connsiteY15-522" fmla="*/ 738345 h 3032924"/>
              <a:gd name="connsiteX16-523" fmla="*/ 3239999 w 3239999"/>
              <a:gd name="connsiteY16-524" fmla="*/ 738345 h 3032924"/>
              <a:gd name="connsiteX17-525" fmla="*/ 3239999 w 3239999"/>
              <a:gd name="connsiteY17-526" fmla="*/ 3032924 h 3032924"/>
              <a:gd name="connsiteX18-527" fmla="*/ 0 w 3239999"/>
              <a:gd name="connsiteY18-528" fmla="*/ 3032924 h 3032924"/>
              <a:gd name="connsiteX19-529" fmla="*/ 0 w 3239999"/>
              <a:gd name="connsiteY19-530" fmla="*/ 738345 h 3032924"/>
              <a:gd name="connsiteX20-531" fmla="*/ 102477 w 3239999"/>
              <a:gd name="connsiteY20-532" fmla="*/ 738345 h 3032924"/>
              <a:gd name="connsiteX21-533" fmla="*/ 102477 w 3239999"/>
              <a:gd name="connsiteY21-534" fmla="*/ 428517 h 3032924"/>
              <a:gd name="connsiteX22-535" fmla="*/ 385229 w 3239999"/>
              <a:gd name="connsiteY22-536" fmla="*/ 430441 h 3032924"/>
              <a:gd name="connsiteX23-537" fmla="*/ 386326 w 3239999"/>
              <a:gd name="connsiteY23-538" fmla="*/ 91100 h 3032924"/>
              <a:gd name="connsiteX24-539" fmla="*/ 833935 w 3239999"/>
              <a:gd name="connsiteY24-540" fmla="*/ 22 h 3032924"/>
              <a:gd name="connsiteX25-541" fmla="*/ 1576606 w 3239999"/>
              <a:gd name="connsiteY25-542" fmla="*/ 402054 h 3032924"/>
              <a:gd name="connsiteX26-543" fmla="*/ 1576606 w 3239999"/>
              <a:gd name="connsiteY26-544" fmla="*/ 430441 h 3032924"/>
              <a:gd name="connsiteX27-545" fmla="*/ 1576606 w 3239999"/>
              <a:gd name="connsiteY27-546" fmla="*/ 526981 h 3032924"/>
              <a:gd name="connsiteX28-547" fmla="*/ 1576606 w 3239999"/>
              <a:gd name="connsiteY28-548" fmla="*/ 2765302 h 3032924"/>
              <a:gd name="connsiteX29-549" fmla="*/ 378630 w 3239999"/>
              <a:gd name="connsiteY29-550" fmla="*/ 2472117 h 3032924"/>
              <a:gd name="connsiteX30-551" fmla="*/ 384918 w 3239999"/>
              <a:gd name="connsiteY30-552" fmla="*/ 526981 h 3032924"/>
              <a:gd name="connsiteX31-553" fmla="*/ 239143 w 3239999"/>
              <a:gd name="connsiteY31-554" fmla="*/ 526981 h 3032924"/>
              <a:gd name="connsiteX32-555" fmla="*/ 239143 w 3239999"/>
              <a:gd name="connsiteY32-556" fmla="*/ 2776423 h 3032924"/>
              <a:gd name="connsiteX33-557" fmla="*/ 1576606 w 3239999"/>
              <a:gd name="connsiteY33-558" fmla="*/ 2776423 h 3032924"/>
              <a:gd name="connsiteX34-559" fmla="*/ 1668046 w 3239999"/>
              <a:gd name="connsiteY34-560" fmla="*/ 2869642 h 3032924"/>
              <a:gd name="connsiteX0-561" fmla="*/ 1576606 w 3239999"/>
              <a:gd name="connsiteY0-562" fmla="*/ 2778202 h 3032924"/>
              <a:gd name="connsiteX1-563" fmla="*/ 1663394 w 3239999"/>
              <a:gd name="connsiteY1-564" fmla="*/ 2778202 h 3032924"/>
              <a:gd name="connsiteX2-565" fmla="*/ 1663394 w 3239999"/>
              <a:gd name="connsiteY2-566" fmla="*/ 2776423 h 3032924"/>
              <a:gd name="connsiteX3-567" fmla="*/ 3000856 w 3239999"/>
              <a:gd name="connsiteY3-568" fmla="*/ 2776423 h 3032924"/>
              <a:gd name="connsiteX4-569" fmla="*/ 3000856 w 3239999"/>
              <a:gd name="connsiteY4-570" fmla="*/ 526981 h 3032924"/>
              <a:gd name="connsiteX5-571" fmla="*/ 2855082 w 3239999"/>
              <a:gd name="connsiteY5-572" fmla="*/ 526981 h 3032924"/>
              <a:gd name="connsiteX6-573" fmla="*/ 2861369 w 3239999"/>
              <a:gd name="connsiteY6-574" fmla="*/ 2472117 h 3032924"/>
              <a:gd name="connsiteX7-575" fmla="*/ 1663394 w 3239999"/>
              <a:gd name="connsiteY7-576" fmla="*/ 2765302 h 3032924"/>
              <a:gd name="connsiteX8-577" fmla="*/ 1663394 w 3239999"/>
              <a:gd name="connsiteY8-578" fmla="*/ 526981 h 3032924"/>
              <a:gd name="connsiteX9-579" fmla="*/ 1663394 w 3239999"/>
              <a:gd name="connsiteY9-580" fmla="*/ 430441 h 3032924"/>
              <a:gd name="connsiteX10-581" fmla="*/ 1663394 w 3239999"/>
              <a:gd name="connsiteY10-582" fmla="*/ 402054 h 3032924"/>
              <a:gd name="connsiteX11-583" fmla="*/ 2406065 w 3239999"/>
              <a:gd name="connsiteY11-584" fmla="*/ 22 h 3032924"/>
              <a:gd name="connsiteX12-585" fmla="*/ 2853673 w 3239999"/>
              <a:gd name="connsiteY12-586" fmla="*/ 91100 h 3032924"/>
              <a:gd name="connsiteX13-587" fmla="*/ 2854770 w 3239999"/>
              <a:gd name="connsiteY13-588" fmla="*/ 430441 h 3032924"/>
              <a:gd name="connsiteX14-589" fmla="*/ 3120669 w 3239999"/>
              <a:gd name="connsiteY14-590" fmla="*/ 428517 h 3032924"/>
              <a:gd name="connsiteX15-591" fmla="*/ 3120669 w 3239999"/>
              <a:gd name="connsiteY15-592" fmla="*/ 738345 h 3032924"/>
              <a:gd name="connsiteX16-593" fmla="*/ 3239999 w 3239999"/>
              <a:gd name="connsiteY16-594" fmla="*/ 738345 h 3032924"/>
              <a:gd name="connsiteX17-595" fmla="*/ 3239999 w 3239999"/>
              <a:gd name="connsiteY17-596" fmla="*/ 3032924 h 3032924"/>
              <a:gd name="connsiteX18-597" fmla="*/ 0 w 3239999"/>
              <a:gd name="connsiteY18-598" fmla="*/ 3032924 h 3032924"/>
              <a:gd name="connsiteX19-599" fmla="*/ 0 w 3239999"/>
              <a:gd name="connsiteY19-600" fmla="*/ 738345 h 3032924"/>
              <a:gd name="connsiteX20-601" fmla="*/ 102477 w 3239999"/>
              <a:gd name="connsiteY20-602" fmla="*/ 738345 h 3032924"/>
              <a:gd name="connsiteX21-603" fmla="*/ 102477 w 3239999"/>
              <a:gd name="connsiteY21-604" fmla="*/ 428517 h 3032924"/>
              <a:gd name="connsiteX22-605" fmla="*/ 385229 w 3239999"/>
              <a:gd name="connsiteY22-606" fmla="*/ 430441 h 3032924"/>
              <a:gd name="connsiteX23-607" fmla="*/ 386326 w 3239999"/>
              <a:gd name="connsiteY23-608" fmla="*/ 91100 h 3032924"/>
              <a:gd name="connsiteX24-609" fmla="*/ 833935 w 3239999"/>
              <a:gd name="connsiteY24-610" fmla="*/ 22 h 3032924"/>
              <a:gd name="connsiteX25-611" fmla="*/ 1576606 w 3239999"/>
              <a:gd name="connsiteY25-612" fmla="*/ 402054 h 3032924"/>
              <a:gd name="connsiteX26-613" fmla="*/ 1576606 w 3239999"/>
              <a:gd name="connsiteY26-614" fmla="*/ 430441 h 3032924"/>
              <a:gd name="connsiteX27-615" fmla="*/ 1576606 w 3239999"/>
              <a:gd name="connsiteY27-616" fmla="*/ 526981 h 3032924"/>
              <a:gd name="connsiteX28-617" fmla="*/ 1576606 w 3239999"/>
              <a:gd name="connsiteY28-618" fmla="*/ 2765302 h 3032924"/>
              <a:gd name="connsiteX29-619" fmla="*/ 378630 w 3239999"/>
              <a:gd name="connsiteY29-620" fmla="*/ 2472117 h 3032924"/>
              <a:gd name="connsiteX30-621" fmla="*/ 384918 w 3239999"/>
              <a:gd name="connsiteY30-622" fmla="*/ 526981 h 3032924"/>
              <a:gd name="connsiteX31-623" fmla="*/ 239143 w 3239999"/>
              <a:gd name="connsiteY31-624" fmla="*/ 526981 h 3032924"/>
              <a:gd name="connsiteX32-625" fmla="*/ 239143 w 3239999"/>
              <a:gd name="connsiteY32-626" fmla="*/ 2776423 h 3032924"/>
              <a:gd name="connsiteX33-627" fmla="*/ 1576606 w 3239999"/>
              <a:gd name="connsiteY33-628" fmla="*/ 2776423 h 3032924"/>
              <a:gd name="connsiteX34-629" fmla="*/ 1668046 w 3239999"/>
              <a:gd name="connsiteY34-630" fmla="*/ 2869642 h 3032924"/>
              <a:gd name="connsiteX0-631" fmla="*/ 1576606 w 3239999"/>
              <a:gd name="connsiteY0-632" fmla="*/ 2778202 h 3032924"/>
              <a:gd name="connsiteX1-633" fmla="*/ 1663394 w 3239999"/>
              <a:gd name="connsiteY1-634" fmla="*/ 2778202 h 3032924"/>
              <a:gd name="connsiteX2-635" fmla="*/ 1663394 w 3239999"/>
              <a:gd name="connsiteY2-636" fmla="*/ 2776423 h 3032924"/>
              <a:gd name="connsiteX3-637" fmla="*/ 3000856 w 3239999"/>
              <a:gd name="connsiteY3-638" fmla="*/ 2776423 h 3032924"/>
              <a:gd name="connsiteX4-639" fmla="*/ 3000856 w 3239999"/>
              <a:gd name="connsiteY4-640" fmla="*/ 526981 h 3032924"/>
              <a:gd name="connsiteX5-641" fmla="*/ 2855082 w 3239999"/>
              <a:gd name="connsiteY5-642" fmla="*/ 526981 h 3032924"/>
              <a:gd name="connsiteX6-643" fmla="*/ 2861369 w 3239999"/>
              <a:gd name="connsiteY6-644" fmla="*/ 2472117 h 3032924"/>
              <a:gd name="connsiteX7-645" fmla="*/ 1663394 w 3239999"/>
              <a:gd name="connsiteY7-646" fmla="*/ 2765302 h 3032924"/>
              <a:gd name="connsiteX8-647" fmla="*/ 1663394 w 3239999"/>
              <a:gd name="connsiteY8-648" fmla="*/ 526981 h 3032924"/>
              <a:gd name="connsiteX9-649" fmla="*/ 1663394 w 3239999"/>
              <a:gd name="connsiteY9-650" fmla="*/ 430441 h 3032924"/>
              <a:gd name="connsiteX10-651" fmla="*/ 1663394 w 3239999"/>
              <a:gd name="connsiteY10-652" fmla="*/ 402054 h 3032924"/>
              <a:gd name="connsiteX11-653" fmla="*/ 2406065 w 3239999"/>
              <a:gd name="connsiteY11-654" fmla="*/ 22 h 3032924"/>
              <a:gd name="connsiteX12-655" fmla="*/ 2853673 w 3239999"/>
              <a:gd name="connsiteY12-656" fmla="*/ 91100 h 3032924"/>
              <a:gd name="connsiteX13-657" fmla="*/ 2854770 w 3239999"/>
              <a:gd name="connsiteY13-658" fmla="*/ 430441 h 3032924"/>
              <a:gd name="connsiteX14-659" fmla="*/ 3120669 w 3239999"/>
              <a:gd name="connsiteY14-660" fmla="*/ 428517 h 3032924"/>
              <a:gd name="connsiteX15-661" fmla="*/ 3120669 w 3239999"/>
              <a:gd name="connsiteY15-662" fmla="*/ 738345 h 3032924"/>
              <a:gd name="connsiteX16-663" fmla="*/ 3239999 w 3239999"/>
              <a:gd name="connsiteY16-664" fmla="*/ 738345 h 3032924"/>
              <a:gd name="connsiteX17-665" fmla="*/ 3239999 w 3239999"/>
              <a:gd name="connsiteY17-666" fmla="*/ 3032924 h 3032924"/>
              <a:gd name="connsiteX18-667" fmla="*/ 0 w 3239999"/>
              <a:gd name="connsiteY18-668" fmla="*/ 3032924 h 3032924"/>
              <a:gd name="connsiteX19-669" fmla="*/ 0 w 3239999"/>
              <a:gd name="connsiteY19-670" fmla="*/ 738345 h 3032924"/>
              <a:gd name="connsiteX20-671" fmla="*/ 102477 w 3239999"/>
              <a:gd name="connsiteY20-672" fmla="*/ 738345 h 3032924"/>
              <a:gd name="connsiteX21-673" fmla="*/ 102477 w 3239999"/>
              <a:gd name="connsiteY21-674" fmla="*/ 428517 h 3032924"/>
              <a:gd name="connsiteX22-675" fmla="*/ 385229 w 3239999"/>
              <a:gd name="connsiteY22-676" fmla="*/ 430441 h 3032924"/>
              <a:gd name="connsiteX23-677" fmla="*/ 386326 w 3239999"/>
              <a:gd name="connsiteY23-678" fmla="*/ 91100 h 3032924"/>
              <a:gd name="connsiteX24-679" fmla="*/ 833935 w 3239999"/>
              <a:gd name="connsiteY24-680" fmla="*/ 22 h 3032924"/>
              <a:gd name="connsiteX25-681" fmla="*/ 1576606 w 3239999"/>
              <a:gd name="connsiteY25-682" fmla="*/ 402054 h 3032924"/>
              <a:gd name="connsiteX26-683" fmla="*/ 1576606 w 3239999"/>
              <a:gd name="connsiteY26-684" fmla="*/ 430441 h 3032924"/>
              <a:gd name="connsiteX27-685" fmla="*/ 1576606 w 3239999"/>
              <a:gd name="connsiteY27-686" fmla="*/ 526981 h 3032924"/>
              <a:gd name="connsiteX28-687" fmla="*/ 1576606 w 3239999"/>
              <a:gd name="connsiteY28-688" fmla="*/ 2765302 h 3032924"/>
              <a:gd name="connsiteX29-689" fmla="*/ 378630 w 3239999"/>
              <a:gd name="connsiteY29-690" fmla="*/ 2472117 h 3032924"/>
              <a:gd name="connsiteX30-691" fmla="*/ 384918 w 3239999"/>
              <a:gd name="connsiteY30-692" fmla="*/ 526981 h 3032924"/>
              <a:gd name="connsiteX31-693" fmla="*/ 239143 w 3239999"/>
              <a:gd name="connsiteY31-694" fmla="*/ 526981 h 3032924"/>
              <a:gd name="connsiteX32-695" fmla="*/ 239143 w 3239999"/>
              <a:gd name="connsiteY32-696" fmla="*/ 2776423 h 3032924"/>
              <a:gd name="connsiteX33-697" fmla="*/ 1576606 w 3239999"/>
              <a:gd name="connsiteY33-698" fmla="*/ 2776423 h 3032924"/>
              <a:gd name="connsiteX34-699" fmla="*/ 1668046 w 3239999"/>
              <a:gd name="connsiteY34-700" fmla="*/ 2869642 h 3032924"/>
              <a:gd name="connsiteX0-701" fmla="*/ 1576606 w 3239999"/>
              <a:gd name="connsiteY0-702" fmla="*/ 2778202 h 3032924"/>
              <a:gd name="connsiteX1-703" fmla="*/ 1663394 w 3239999"/>
              <a:gd name="connsiteY1-704" fmla="*/ 2778202 h 3032924"/>
              <a:gd name="connsiteX2-705" fmla="*/ 1663394 w 3239999"/>
              <a:gd name="connsiteY2-706" fmla="*/ 2776423 h 3032924"/>
              <a:gd name="connsiteX3-707" fmla="*/ 3000856 w 3239999"/>
              <a:gd name="connsiteY3-708" fmla="*/ 2776423 h 3032924"/>
              <a:gd name="connsiteX4-709" fmla="*/ 3000856 w 3239999"/>
              <a:gd name="connsiteY4-710" fmla="*/ 526981 h 3032924"/>
              <a:gd name="connsiteX5-711" fmla="*/ 2855082 w 3239999"/>
              <a:gd name="connsiteY5-712" fmla="*/ 526981 h 3032924"/>
              <a:gd name="connsiteX6-713" fmla="*/ 2861369 w 3239999"/>
              <a:gd name="connsiteY6-714" fmla="*/ 2472117 h 3032924"/>
              <a:gd name="connsiteX7-715" fmla="*/ 1663394 w 3239999"/>
              <a:gd name="connsiteY7-716" fmla="*/ 2765302 h 3032924"/>
              <a:gd name="connsiteX8-717" fmla="*/ 1663394 w 3239999"/>
              <a:gd name="connsiteY8-718" fmla="*/ 526981 h 3032924"/>
              <a:gd name="connsiteX9-719" fmla="*/ 1663394 w 3239999"/>
              <a:gd name="connsiteY9-720" fmla="*/ 430441 h 3032924"/>
              <a:gd name="connsiteX10-721" fmla="*/ 1663394 w 3239999"/>
              <a:gd name="connsiteY10-722" fmla="*/ 402054 h 3032924"/>
              <a:gd name="connsiteX11-723" fmla="*/ 2406065 w 3239999"/>
              <a:gd name="connsiteY11-724" fmla="*/ 22 h 3032924"/>
              <a:gd name="connsiteX12-725" fmla="*/ 2853673 w 3239999"/>
              <a:gd name="connsiteY12-726" fmla="*/ 91100 h 3032924"/>
              <a:gd name="connsiteX13-727" fmla="*/ 2854770 w 3239999"/>
              <a:gd name="connsiteY13-728" fmla="*/ 430441 h 3032924"/>
              <a:gd name="connsiteX14-729" fmla="*/ 3120669 w 3239999"/>
              <a:gd name="connsiteY14-730" fmla="*/ 428517 h 3032924"/>
              <a:gd name="connsiteX15-731" fmla="*/ 3120669 w 3239999"/>
              <a:gd name="connsiteY15-732" fmla="*/ 738345 h 3032924"/>
              <a:gd name="connsiteX16-733" fmla="*/ 3239999 w 3239999"/>
              <a:gd name="connsiteY16-734" fmla="*/ 738345 h 3032924"/>
              <a:gd name="connsiteX17-735" fmla="*/ 3239999 w 3239999"/>
              <a:gd name="connsiteY17-736" fmla="*/ 3032924 h 3032924"/>
              <a:gd name="connsiteX18-737" fmla="*/ 0 w 3239999"/>
              <a:gd name="connsiteY18-738" fmla="*/ 3032924 h 3032924"/>
              <a:gd name="connsiteX19-739" fmla="*/ 0 w 3239999"/>
              <a:gd name="connsiteY19-740" fmla="*/ 738345 h 3032924"/>
              <a:gd name="connsiteX20-741" fmla="*/ 102477 w 3239999"/>
              <a:gd name="connsiteY20-742" fmla="*/ 738345 h 3032924"/>
              <a:gd name="connsiteX21-743" fmla="*/ 102477 w 3239999"/>
              <a:gd name="connsiteY21-744" fmla="*/ 428517 h 3032924"/>
              <a:gd name="connsiteX22-745" fmla="*/ 385229 w 3239999"/>
              <a:gd name="connsiteY22-746" fmla="*/ 430441 h 3032924"/>
              <a:gd name="connsiteX23-747" fmla="*/ 386326 w 3239999"/>
              <a:gd name="connsiteY23-748" fmla="*/ 91100 h 3032924"/>
              <a:gd name="connsiteX24-749" fmla="*/ 833935 w 3239999"/>
              <a:gd name="connsiteY24-750" fmla="*/ 22 h 3032924"/>
              <a:gd name="connsiteX25-751" fmla="*/ 1576606 w 3239999"/>
              <a:gd name="connsiteY25-752" fmla="*/ 402054 h 3032924"/>
              <a:gd name="connsiteX26-753" fmla="*/ 1576606 w 3239999"/>
              <a:gd name="connsiteY26-754" fmla="*/ 430441 h 3032924"/>
              <a:gd name="connsiteX27-755" fmla="*/ 1576606 w 3239999"/>
              <a:gd name="connsiteY27-756" fmla="*/ 526981 h 3032924"/>
              <a:gd name="connsiteX28-757" fmla="*/ 1576606 w 3239999"/>
              <a:gd name="connsiteY28-758" fmla="*/ 2765302 h 3032924"/>
              <a:gd name="connsiteX29-759" fmla="*/ 378630 w 3239999"/>
              <a:gd name="connsiteY29-760" fmla="*/ 2472117 h 3032924"/>
              <a:gd name="connsiteX30-761" fmla="*/ 384918 w 3239999"/>
              <a:gd name="connsiteY30-762" fmla="*/ 526981 h 3032924"/>
              <a:gd name="connsiteX31-763" fmla="*/ 239143 w 3239999"/>
              <a:gd name="connsiteY31-764" fmla="*/ 526981 h 3032924"/>
              <a:gd name="connsiteX32-765" fmla="*/ 239143 w 3239999"/>
              <a:gd name="connsiteY32-766" fmla="*/ 2776423 h 3032924"/>
              <a:gd name="connsiteX33-767" fmla="*/ 1576606 w 3239999"/>
              <a:gd name="connsiteY33-768" fmla="*/ 2776423 h 3032924"/>
              <a:gd name="connsiteX34-769" fmla="*/ 1668046 w 3239999"/>
              <a:gd name="connsiteY34-770" fmla="*/ 2869642 h 3032924"/>
              <a:gd name="connsiteX0-771" fmla="*/ 1576606 w 3239999"/>
              <a:gd name="connsiteY0-772" fmla="*/ 2778202 h 3032924"/>
              <a:gd name="connsiteX1-773" fmla="*/ 1663394 w 3239999"/>
              <a:gd name="connsiteY1-774" fmla="*/ 2778202 h 3032924"/>
              <a:gd name="connsiteX2-775" fmla="*/ 1663394 w 3239999"/>
              <a:gd name="connsiteY2-776" fmla="*/ 2776423 h 3032924"/>
              <a:gd name="connsiteX3-777" fmla="*/ 3000856 w 3239999"/>
              <a:gd name="connsiteY3-778" fmla="*/ 2776423 h 3032924"/>
              <a:gd name="connsiteX4-779" fmla="*/ 3000856 w 3239999"/>
              <a:gd name="connsiteY4-780" fmla="*/ 526981 h 3032924"/>
              <a:gd name="connsiteX5-781" fmla="*/ 2855082 w 3239999"/>
              <a:gd name="connsiteY5-782" fmla="*/ 526981 h 3032924"/>
              <a:gd name="connsiteX6-783" fmla="*/ 2861369 w 3239999"/>
              <a:gd name="connsiteY6-784" fmla="*/ 2472117 h 3032924"/>
              <a:gd name="connsiteX7-785" fmla="*/ 1663394 w 3239999"/>
              <a:gd name="connsiteY7-786" fmla="*/ 2765302 h 3032924"/>
              <a:gd name="connsiteX8-787" fmla="*/ 1663394 w 3239999"/>
              <a:gd name="connsiteY8-788" fmla="*/ 526981 h 3032924"/>
              <a:gd name="connsiteX9-789" fmla="*/ 1663394 w 3239999"/>
              <a:gd name="connsiteY9-790" fmla="*/ 430441 h 3032924"/>
              <a:gd name="connsiteX10-791" fmla="*/ 1663394 w 3239999"/>
              <a:gd name="connsiteY10-792" fmla="*/ 402054 h 3032924"/>
              <a:gd name="connsiteX11-793" fmla="*/ 2406065 w 3239999"/>
              <a:gd name="connsiteY11-794" fmla="*/ 22 h 3032924"/>
              <a:gd name="connsiteX12-795" fmla="*/ 2853673 w 3239999"/>
              <a:gd name="connsiteY12-796" fmla="*/ 91100 h 3032924"/>
              <a:gd name="connsiteX13-797" fmla="*/ 2854770 w 3239999"/>
              <a:gd name="connsiteY13-798" fmla="*/ 430441 h 3032924"/>
              <a:gd name="connsiteX14-799" fmla="*/ 3120669 w 3239999"/>
              <a:gd name="connsiteY14-800" fmla="*/ 428517 h 3032924"/>
              <a:gd name="connsiteX15-801" fmla="*/ 3120669 w 3239999"/>
              <a:gd name="connsiteY15-802" fmla="*/ 738345 h 3032924"/>
              <a:gd name="connsiteX16-803" fmla="*/ 3239999 w 3239999"/>
              <a:gd name="connsiteY16-804" fmla="*/ 738345 h 3032924"/>
              <a:gd name="connsiteX17-805" fmla="*/ 3239999 w 3239999"/>
              <a:gd name="connsiteY17-806" fmla="*/ 3032924 h 3032924"/>
              <a:gd name="connsiteX18-807" fmla="*/ 0 w 3239999"/>
              <a:gd name="connsiteY18-808" fmla="*/ 3032924 h 3032924"/>
              <a:gd name="connsiteX19-809" fmla="*/ 0 w 3239999"/>
              <a:gd name="connsiteY19-810" fmla="*/ 738345 h 3032924"/>
              <a:gd name="connsiteX20-811" fmla="*/ 102477 w 3239999"/>
              <a:gd name="connsiteY20-812" fmla="*/ 738345 h 3032924"/>
              <a:gd name="connsiteX21-813" fmla="*/ 102477 w 3239999"/>
              <a:gd name="connsiteY21-814" fmla="*/ 428517 h 3032924"/>
              <a:gd name="connsiteX22-815" fmla="*/ 385229 w 3239999"/>
              <a:gd name="connsiteY22-816" fmla="*/ 430441 h 3032924"/>
              <a:gd name="connsiteX23-817" fmla="*/ 386326 w 3239999"/>
              <a:gd name="connsiteY23-818" fmla="*/ 91100 h 3032924"/>
              <a:gd name="connsiteX24-819" fmla="*/ 833935 w 3239999"/>
              <a:gd name="connsiteY24-820" fmla="*/ 22 h 3032924"/>
              <a:gd name="connsiteX25-821" fmla="*/ 1576606 w 3239999"/>
              <a:gd name="connsiteY25-822" fmla="*/ 402054 h 3032924"/>
              <a:gd name="connsiteX26-823" fmla="*/ 1576606 w 3239999"/>
              <a:gd name="connsiteY26-824" fmla="*/ 430441 h 3032924"/>
              <a:gd name="connsiteX27-825" fmla="*/ 1576606 w 3239999"/>
              <a:gd name="connsiteY27-826" fmla="*/ 526981 h 3032924"/>
              <a:gd name="connsiteX28-827" fmla="*/ 1576606 w 3239999"/>
              <a:gd name="connsiteY28-828" fmla="*/ 2765302 h 3032924"/>
              <a:gd name="connsiteX29-829" fmla="*/ 378630 w 3239999"/>
              <a:gd name="connsiteY29-830" fmla="*/ 2472117 h 3032924"/>
              <a:gd name="connsiteX30-831" fmla="*/ 384918 w 3239999"/>
              <a:gd name="connsiteY30-832" fmla="*/ 526981 h 3032924"/>
              <a:gd name="connsiteX31-833" fmla="*/ 239143 w 3239999"/>
              <a:gd name="connsiteY31-834" fmla="*/ 526981 h 3032924"/>
              <a:gd name="connsiteX32-835" fmla="*/ 239143 w 3239999"/>
              <a:gd name="connsiteY32-836" fmla="*/ 2776423 h 3032924"/>
              <a:gd name="connsiteX33-837" fmla="*/ 1576606 w 3239999"/>
              <a:gd name="connsiteY33-838" fmla="*/ 2776423 h 3032924"/>
              <a:gd name="connsiteX34-839" fmla="*/ 1668046 w 3239999"/>
              <a:gd name="connsiteY34-840" fmla="*/ 2869642 h 3032924"/>
              <a:gd name="connsiteX0-841" fmla="*/ 1576606 w 3239999"/>
              <a:gd name="connsiteY0-842" fmla="*/ 2778202 h 3032924"/>
              <a:gd name="connsiteX1-843" fmla="*/ 1663394 w 3239999"/>
              <a:gd name="connsiteY1-844" fmla="*/ 2778202 h 3032924"/>
              <a:gd name="connsiteX2-845" fmla="*/ 1663394 w 3239999"/>
              <a:gd name="connsiteY2-846" fmla="*/ 2776423 h 3032924"/>
              <a:gd name="connsiteX3-847" fmla="*/ 3000856 w 3239999"/>
              <a:gd name="connsiteY3-848" fmla="*/ 2776423 h 3032924"/>
              <a:gd name="connsiteX4-849" fmla="*/ 3000856 w 3239999"/>
              <a:gd name="connsiteY4-850" fmla="*/ 526981 h 3032924"/>
              <a:gd name="connsiteX5-851" fmla="*/ 2855082 w 3239999"/>
              <a:gd name="connsiteY5-852" fmla="*/ 526981 h 3032924"/>
              <a:gd name="connsiteX6-853" fmla="*/ 2861369 w 3239999"/>
              <a:gd name="connsiteY6-854" fmla="*/ 2472117 h 3032924"/>
              <a:gd name="connsiteX7-855" fmla="*/ 1663394 w 3239999"/>
              <a:gd name="connsiteY7-856" fmla="*/ 2765302 h 3032924"/>
              <a:gd name="connsiteX8-857" fmla="*/ 1663394 w 3239999"/>
              <a:gd name="connsiteY8-858" fmla="*/ 526981 h 3032924"/>
              <a:gd name="connsiteX9-859" fmla="*/ 1663394 w 3239999"/>
              <a:gd name="connsiteY9-860" fmla="*/ 430441 h 3032924"/>
              <a:gd name="connsiteX10-861" fmla="*/ 1663394 w 3239999"/>
              <a:gd name="connsiteY10-862" fmla="*/ 402054 h 3032924"/>
              <a:gd name="connsiteX11-863" fmla="*/ 2406065 w 3239999"/>
              <a:gd name="connsiteY11-864" fmla="*/ 22 h 3032924"/>
              <a:gd name="connsiteX12-865" fmla="*/ 2853673 w 3239999"/>
              <a:gd name="connsiteY12-866" fmla="*/ 91100 h 3032924"/>
              <a:gd name="connsiteX13-867" fmla="*/ 2854770 w 3239999"/>
              <a:gd name="connsiteY13-868" fmla="*/ 430441 h 3032924"/>
              <a:gd name="connsiteX14-869" fmla="*/ 3120669 w 3239999"/>
              <a:gd name="connsiteY14-870" fmla="*/ 428517 h 3032924"/>
              <a:gd name="connsiteX15-871" fmla="*/ 3120669 w 3239999"/>
              <a:gd name="connsiteY15-872" fmla="*/ 738345 h 3032924"/>
              <a:gd name="connsiteX16-873" fmla="*/ 3239999 w 3239999"/>
              <a:gd name="connsiteY16-874" fmla="*/ 738345 h 3032924"/>
              <a:gd name="connsiteX17-875" fmla="*/ 3239999 w 3239999"/>
              <a:gd name="connsiteY17-876" fmla="*/ 3032924 h 3032924"/>
              <a:gd name="connsiteX18-877" fmla="*/ 0 w 3239999"/>
              <a:gd name="connsiteY18-878" fmla="*/ 3032924 h 3032924"/>
              <a:gd name="connsiteX19-879" fmla="*/ 0 w 3239999"/>
              <a:gd name="connsiteY19-880" fmla="*/ 738345 h 3032924"/>
              <a:gd name="connsiteX20-881" fmla="*/ 102477 w 3239999"/>
              <a:gd name="connsiteY20-882" fmla="*/ 738345 h 3032924"/>
              <a:gd name="connsiteX21-883" fmla="*/ 102477 w 3239999"/>
              <a:gd name="connsiteY21-884" fmla="*/ 428517 h 3032924"/>
              <a:gd name="connsiteX22-885" fmla="*/ 385229 w 3239999"/>
              <a:gd name="connsiteY22-886" fmla="*/ 430441 h 3032924"/>
              <a:gd name="connsiteX23-887" fmla="*/ 386326 w 3239999"/>
              <a:gd name="connsiteY23-888" fmla="*/ 91100 h 3032924"/>
              <a:gd name="connsiteX24-889" fmla="*/ 833935 w 3239999"/>
              <a:gd name="connsiteY24-890" fmla="*/ 22 h 3032924"/>
              <a:gd name="connsiteX25-891" fmla="*/ 1576606 w 3239999"/>
              <a:gd name="connsiteY25-892" fmla="*/ 402054 h 3032924"/>
              <a:gd name="connsiteX26-893" fmla="*/ 1576606 w 3239999"/>
              <a:gd name="connsiteY26-894" fmla="*/ 430441 h 3032924"/>
              <a:gd name="connsiteX27-895" fmla="*/ 1576606 w 3239999"/>
              <a:gd name="connsiteY27-896" fmla="*/ 526981 h 3032924"/>
              <a:gd name="connsiteX28-897" fmla="*/ 1576606 w 3239999"/>
              <a:gd name="connsiteY28-898" fmla="*/ 2765302 h 3032924"/>
              <a:gd name="connsiteX29-899" fmla="*/ 378630 w 3239999"/>
              <a:gd name="connsiteY29-900" fmla="*/ 2472117 h 3032924"/>
              <a:gd name="connsiteX30-901" fmla="*/ 384918 w 3239999"/>
              <a:gd name="connsiteY30-902" fmla="*/ 526981 h 3032924"/>
              <a:gd name="connsiteX31-903" fmla="*/ 239143 w 3239999"/>
              <a:gd name="connsiteY31-904" fmla="*/ 526981 h 3032924"/>
              <a:gd name="connsiteX32-905" fmla="*/ 239143 w 3239999"/>
              <a:gd name="connsiteY32-906" fmla="*/ 2776423 h 3032924"/>
              <a:gd name="connsiteX33-907" fmla="*/ 1576606 w 3239999"/>
              <a:gd name="connsiteY33-908" fmla="*/ 2776423 h 3032924"/>
              <a:gd name="connsiteX34-909" fmla="*/ 1668046 w 3239999"/>
              <a:gd name="connsiteY34-910" fmla="*/ 2869642 h 3032924"/>
              <a:gd name="connsiteX0-911" fmla="*/ 1576606 w 3239999"/>
              <a:gd name="connsiteY0-912" fmla="*/ 2778202 h 3032924"/>
              <a:gd name="connsiteX1-913" fmla="*/ 1663394 w 3239999"/>
              <a:gd name="connsiteY1-914" fmla="*/ 2778202 h 3032924"/>
              <a:gd name="connsiteX2-915" fmla="*/ 1663394 w 3239999"/>
              <a:gd name="connsiteY2-916" fmla="*/ 2776423 h 3032924"/>
              <a:gd name="connsiteX3-917" fmla="*/ 3000856 w 3239999"/>
              <a:gd name="connsiteY3-918" fmla="*/ 2776423 h 3032924"/>
              <a:gd name="connsiteX4-919" fmla="*/ 3000856 w 3239999"/>
              <a:gd name="connsiteY4-920" fmla="*/ 526981 h 3032924"/>
              <a:gd name="connsiteX5-921" fmla="*/ 2855082 w 3239999"/>
              <a:gd name="connsiteY5-922" fmla="*/ 526981 h 3032924"/>
              <a:gd name="connsiteX6-923" fmla="*/ 2861369 w 3239999"/>
              <a:gd name="connsiteY6-924" fmla="*/ 2472117 h 3032924"/>
              <a:gd name="connsiteX7-925" fmla="*/ 1663394 w 3239999"/>
              <a:gd name="connsiteY7-926" fmla="*/ 2765302 h 3032924"/>
              <a:gd name="connsiteX8-927" fmla="*/ 1663394 w 3239999"/>
              <a:gd name="connsiteY8-928" fmla="*/ 526981 h 3032924"/>
              <a:gd name="connsiteX9-929" fmla="*/ 1663394 w 3239999"/>
              <a:gd name="connsiteY9-930" fmla="*/ 430441 h 3032924"/>
              <a:gd name="connsiteX10-931" fmla="*/ 1663394 w 3239999"/>
              <a:gd name="connsiteY10-932" fmla="*/ 402054 h 3032924"/>
              <a:gd name="connsiteX11-933" fmla="*/ 2406065 w 3239999"/>
              <a:gd name="connsiteY11-934" fmla="*/ 22 h 3032924"/>
              <a:gd name="connsiteX12-935" fmla="*/ 2853673 w 3239999"/>
              <a:gd name="connsiteY12-936" fmla="*/ 91100 h 3032924"/>
              <a:gd name="connsiteX13-937" fmla="*/ 2854770 w 3239999"/>
              <a:gd name="connsiteY13-938" fmla="*/ 430441 h 3032924"/>
              <a:gd name="connsiteX14-939" fmla="*/ 3120669 w 3239999"/>
              <a:gd name="connsiteY14-940" fmla="*/ 428517 h 3032924"/>
              <a:gd name="connsiteX15-941" fmla="*/ 3120669 w 3239999"/>
              <a:gd name="connsiteY15-942" fmla="*/ 738345 h 3032924"/>
              <a:gd name="connsiteX16-943" fmla="*/ 3239999 w 3239999"/>
              <a:gd name="connsiteY16-944" fmla="*/ 738345 h 3032924"/>
              <a:gd name="connsiteX17-945" fmla="*/ 3239999 w 3239999"/>
              <a:gd name="connsiteY17-946" fmla="*/ 3032924 h 3032924"/>
              <a:gd name="connsiteX18-947" fmla="*/ 0 w 3239999"/>
              <a:gd name="connsiteY18-948" fmla="*/ 3032924 h 3032924"/>
              <a:gd name="connsiteX19-949" fmla="*/ 0 w 3239999"/>
              <a:gd name="connsiteY19-950" fmla="*/ 738345 h 3032924"/>
              <a:gd name="connsiteX20-951" fmla="*/ 102477 w 3239999"/>
              <a:gd name="connsiteY20-952" fmla="*/ 738345 h 3032924"/>
              <a:gd name="connsiteX21-953" fmla="*/ 102477 w 3239999"/>
              <a:gd name="connsiteY21-954" fmla="*/ 428517 h 3032924"/>
              <a:gd name="connsiteX22-955" fmla="*/ 385229 w 3239999"/>
              <a:gd name="connsiteY22-956" fmla="*/ 430441 h 3032924"/>
              <a:gd name="connsiteX23-957" fmla="*/ 386326 w 3239999"/>
              <a:gd name="connsiteY23-958" fmla="*/ 91100 h 3032924"/>
              <a:gd name="connsiteX24-959" fmla="*/ 833935 w 3239999"/>
              <a:gd name="connsiteY24-960" fmla="*/ 22 h 3032924"/>
              <a:gd name="connsiteX25-961" fmla="*/ 1576606 w 3239999"/>
              <a:gd name="connsiteY25-962" fmla="*/ 402054 h 3032924"/>
              <a:gd name="connsiteX26-963" fmla="*/ 1576606 w 3239999"/>
              <a:gd name="connsiteY26-964" fmla="*/ 430441 h 3032924"/>
              <a:gd name="connsiteX27-965" fmla="*/ 1576606 w 3239999"/>
              <a:gd name="connsiteY27-966" fmla="*/ 526981 h 3032924"/>
              <a:gd name="connsiteX28-967" fmla="*/ 1576606 w 3239999"/>
              <a:gd name="connsiteY28-968" fmla="*/ 2765302 h 3032924"/>
              <a:gd name="connsiteX29-969" fmla="*/ 378630 w 3239999"/>
              <a:gd name="connsiteY29-970" fmla="*/ 2472117 h 3032924"/>
              <a:gd name="connsiteX30-971" fmla="*/ 384918 w 3239999"/>
              <a:gd name="connsiteY30-972" fmla="*/ 526981 h 3032924"/>
              <a:gd name="connsiteX31-973" fmla="*/ 239143 w 3239999"/>
              <a:gd name="connsiteY31-974" fmla="*/ 526981 h 3032924"/>
              <a:gd name="connsiteX32-975" fmla="*/ 239143 w 3239999"/>
              <a:gd name="connsiteY32-976" fmla="*/ 2776423 h 3032924"/>
              <a:gd name="connsiteX33-977" fmla="*/ 1576606 w 3239999"/>
              <a:gd name="connsiteY33-978" fmla="*/ 2776423 h 3032924"/>
              <a:gd name="connsiteX34-979" fmla="*/ 1668046 w 3239999"/>
              <a:gd name="connsiteY34-980" fmla="*/ 2869642 h 3032924"/>
              <a:gd name="connsiteX0-981" fmla="*/ 1576606 w 3239999"/>
              <a:gd name="connsiteY0-982" fmla="*/ 2778202 h 3032924"/>
              <a:gd name="connsiteX1-983" fmla="*/ 1663394 w 3239999"/>
              <a:gd name="connsiteY1-984" fmla="*/ 2778202 h 3032924"/>
              <a:gd name="connsiteX2-985" fmla="*/ 1663394 w 3239999"/>
              <a:gd name="connsiteY2-986" fmla="*/ 2776423 h 3032924"/>
              <a:gd name="connsiteX3-987" fmla="*/ 3000856 w 3239999"/>
              <a:gd name="connsiteY3-988" fmla="*/ 2776423 h 3032924"/>
              <a:gd name="connsiteX4-989" fmla="*/ 3000856 w 3239999"/>
              <a:gd name="connsiteY4-990" fmla="*/ 526981 h 3032924"/>
              <a:gd name="connsiteX5-991" fmla="*/ 2855082 w 3239999"/>
              <a:gd name="connsiteY5-992" fmla="*/ 526981 h 3032924"/>
              <a:gd name="connsiteX6-993" fmla="*/ 2861369 w 3239999"/>
              <a:gd name="connsiteY6-994" fmla="*/ 2472117 h 3032924"/>
              <a:gd name="connsiteX7-995" fmla="*/ 1663394 w 3239999"/>
              <a:gd name="connsiteY7-996" fmla="*/ 2765302 h 3032924"/>
              <a:gd name="connsiteX8-997" fmla="*/ 1663394 w 3239999"/>
              <a:gd name="connsiteY8-998" fmla="*/ 526981 h 3032924"/>
              <a:gd name="connsiteX9-999" fmla="*/ 1663394 w 3239999"/>
              <a:gd name="connsiteY9-1000" fmla="*/ 430441 h 3032924"/>
              <a:gd name="connsiteX10-1001" fmla="*/ 1663394 w 3239999"/>
              <a:gd name="connsiteY10-1002" fmla="*/ 402054 h 3032924"/>
              <a:gd name="connsiteX11-1003" fmla="*/ 2406065 w 3239999"/>
              <a:gd name="connsiteY11-1004" fmla="*/ 22 h 3032924"/>
              <a:gd name="connsiteX12-1005" fmla="*/ 2853673 w 3239999"/>
              <a:gd name="connsiteY12-1006" fmla="*/ 91100 h 3032924"/>
              <a:gd name="connsiteX13-1007" fmla="*/ 2854770 w 3239999"/>
              <a:gd name="connsiteY13-1008" fmla="*/ 430441 h 3032924"/>
              <a:gd name="connsiteX14-1009" fmla="*/ 3120669 w 3239999"/>
              <a:gd name="connsiteY14-1010" fmla="*/ 428517 h 3032924"/>
              <a:gd name="connsiteX15-1011" fmla="*/ 3120669 w 3239999"/>
              <a:gd name="connsiteY15-1012" fmla="*/ 738345 h 3032924"/>
              <a:gd name="connsiteX16-1013" fmla="*/ 3239999 w 3239999"/>
              <a:gd name="connsiteY16-1014" fmla="*/ 738345 h 3032924"/>
              <a:gd name="connsiteX17-1015" fmla="*/ 3239999 w 3239999"/>
              <a:gd name="connsiteY17-1016" fmla="*/ 3032924 h 3032924"/>
              <a:gd name="connsiteX18-1017" fmla="*/ 0 w 3239999"/>
              <a:gd name="connsiteY18-1018" fmla="*/ 3032924 h 3032924"/>
              <a:gd name="connsiteX19-1019" fmla="*/ 0 w 3239999"/>
              <a:gd name="connsiteY19-1020" fmla="*/ 738345 h 3032924"/>
              <a:gd name="connsiteX20-1021" fmla="*/ 102477 w 3239999"/>
              <a:gd name="connsiteY20-1022" fmla="*/ 738345 h 3032924"/>
              <a:gd name="connsiteX21-1023" fmla="*/ 102477 w 3239999"/>
              <a:gd name="connsiteY21-1024" fmla="*/ 428517 h 3032924"/>
              <a:gd name="connsiteX22-1025" fmla="*/ 385229 w 3239999"/>
              <a:gd name="connsiteY22-1026" fmla="*/ 430441 h 3032924"/>
              <a:gd name="connsiteX23-1027" fmla="*/ 386326 w 3239999"/>
              <a:gd name="connsiteY23-1028" fmla="*/ 91100 h 3032924"/>
              <a:gd name="connsiteX24-1029" fmla="*/ 833935 w 3239999"/>
              <a:gd name="connsiteY24-1030" fmla="*/ 22 h 3032924"/>
              <a:gd name="connsiteX25-1031" fmla="*/ 1576606 w 3239999"/>
              <a:gd name="connsiteY25-1032" fmla="*/ 402054 h 3032924"/>
              <a:gd name="connsiteX26-1033" fmla="*/ 1576606 w 3239999"/>
              <a:gd name="connsiteY26-1034" fmla="*/ 430441 h 3032924"/>
              <a:gd name="connsiteX27-1035" fmla="*/ 1576606 w 3239999"/>
              <a:gd name="connsiteY27-1036" fmla="*/ 526981 h 3032924"/>
              <a:gd name="connsiteX28-1037" fmla="*/ 1576606 w 3239999"/>
              <a:gd name="connsiteY28-1038" fmla="*/ 2765302 h 3032924"/>
              <a:gd name="connsiteX29-1039" fmla="*/ 378630 w 3239999"/>
              <a:gd name="connsiteY29-1040" fmla="*/ 2472117 h 3032924"/>
              <a:gd name="connsiteX30-1041" fmla="*/ 384918 w 3239999"/>
              <a:gd name="connsiteY30-1042" fmla="*/ 526981 h 3032924"/>
              <a:gd name="connsiteX31-1043" fmla="*/ 239143 w 3239999"/>
              <a:gd name="connsiteY31-1044" fmla="*/ 526981 h 3032924"/>
              <a:gd name="connsiteX32-1045" fmla="*/ 239143 w 3239999"/>
              <a:gd name="connsiteY32-1046" fmla="*/ 2776423 h 3032924"/>
              <a:gd name="connsiteX33-1047" fmla="*/ 1576606 w 3239999"/>
              <a:gd name="connsiteY33-1048" fmla="*/ 2776423 h 3032924"/>
              <a:gd name="connsiteX34-1049" fmla="*/ 1668046 w 3239999"/>
              <a:gd name="connsiteY34-1050" fmla="*/ 2869642 h 3032924"/>
              <a:gd name="connsiteX0-1051" fmla="*/ 1576606 w 3239999"/>
              <a:gd name="connsiteY0-1052" fmla="*/ 2778202 h 3032924"/>
              <a:gd name="connsiteX1-1053" fmla="*/ 1663394 w 3239999"/>
              <a:gd name="connsiteY1-1054" fmla="*/ 2778202 h 3032924"/>
              <a:gd name="connsiteX2-1055" fmla="*/ 1663394 w 3239999"/>
              <a:gd name="connsiteY2-1056" fmla="*/ 2776423 h 3032924"/>
              <a:gd name="connsiteX3-1057" fmla="*/ 3000856 w 3239999"/>
              <a:gd name="connsiteY3-1058" fmla="*/ 2776423 h 3032924"/>
              <a:gd name="connsiteX4-1059" fmla="*/ 3000856 w 3239999"/>
              <a:gd name="connsiteY4-1060" fmla="*/ 526981 h 3032924"/>
              <a:gd name="connsiteX5-1061" fmla="*/ 2855082 w 3239999"/>
              <a:gd name="connsiteY5-1062" fmla="*/ 526981 h 3032924"/>
              <a:gd name="connsiteX6-1063" fmla="*/ 2861369 w 3239999"/>
              <a:gd name="connsiteY6-1064" fmla="*/ 2472117 h 3032924"/>
              <a:gd name="connsiteX7-1065" fmla="*/ 1663394 w 3239999"/>
              <a:gd name="connsiteY7-1066" fmla="*/ 2765302 h 3032924"/>
              <a:gd name="connsiteX8-1067" fmla="*/ 1663394 w 3239999"/>
              <a:gd name="connsiteY8-1068" fmla="*/ 526981 h 3032924"/>
              <a:gd name="connsiteX9-1069" fmla="*/ 1663394 w 3239999"/>
              <a:gd name="connsiteY9-1070" fmla="*/ 430441 h 3032924"/>
              <a:gd name="connsiteX10-1071" fmla="*/ 1663394 w 3239999"/>
              <a:gd name="connsiteY10-1072" fmla="*/ 402054 h 3032924"/>
              <a:gd name="connsiteX11-1073" fmla="*/ 2406065 w 3239999"/>
              <a:gd name="connsiteY11-1074" fmla="*/ 22 h 3032924"/>
              <a:gd name="connsiteX12-1075" fmla="*/ 2853673 w 3239999"/>
              <a:gd name="connsiteY12-1076" fmla="*/ 91100 h 3032924"/>
              <a:gd name="connsiteX13-1077" fmla="*/ 2854770 w 3239999"/>
              <a:gd name="connsiteY13-1078" fmla="*/ 430441 h 3032924"/>
              <a:gd name="connsiteX14-1079" fmla="*/ 3120669 w 3239999"/>
              <a:gd name="connsiteY14-1080" fmla="*/ 428517 h 3032924"/>
              <a:gd name="connsiteX15-1081" fmla="*/ 3120669 w 3239999"/>
              <a:gd name="connsiteY15-1082" fmla="*/ 738345 h 3032924"/>
              <a:gd name="connsiteX16-1083" fmla="*/ 3239999 w 3239999"/>
              <a:gd name="connsiteY16-1084" fmla="*/ 738345 h 3032924"/>
              <a:gd name="connsiteX17-1085" fmla="*/ 3239999 w 3239999"/>
              <a:gd name="connsiteY17-1086" fmla="*/ 3032924 h 3032924"/>
              <a:gd name="connsiteX18-1087" fmla="*/ 0 w 3239999"/>
              <a:gd name="connsiteY18-1088" fmla="*/ 3032924 h 3032924"/>
              <a:gd name="connsiteX19-1089" fmla="*/ 0 w 3239999"/>
              <a:gd name="connsiteY19-1090" fmla="*/ 738345 h 3032924"/>
              <a:gd name="connsiteX20-1091" fmla="*/ 102477 w 3239999"/>
              <a:gd name="connsiteY20-1092" fmla="*/ 738345 h 3032924"/>
              <a:gd name="connsiteX21-1093" fmla="*/ 102477 w 3239999"/>
              <a:gd name="connsiteY21-1094" fmla="*/ 428517 h 3032924"/>
              <a:gd name="connsiteX22-1095" fmla="*/ 385229 w 3239999"/>
              <a:gd name="connsiteY22-1096" fmla="*/ 430441 h 3032924"/>
              <a:gd name="connsiteX23-1097" fmla="*/ 386326 w 3239999"/>
              <a:gd name="connsiteY23-1098" fmla="*/ 91100 h 3032924"/>
              <a:gd name="connsiteX24-1099" fmla="*/ 833935 w 3239999"/>
              <a:gd name="connsiteY24-1100" fmla="*/ 22 h 3032924"/>
              <a:gd name="connsiteX25-1101" fmla="*/ 1576606 w 3239999"/>
              <a:gd name="connsiteY25-1102" fmla="*/ 402054 h 3032924"/>
              <a:gd name="connsiteX26-1103" fmla="*/ 1576606 w 3239999"/>
              <a:gd name="connsiteY26-1104" fmla="*/ 430441 h 3032924"/>
              <a:gd name="connsiteX27-1105" fmla="*/ 1576606 w 3239999"/>
              <a:gd name="connsiteY27-1106" fmla="*/ 526981 h 3032924"/>
              <a:gd name="connsiteX28-1107" fmla="*/ 1576606 w 3239999"/>
              <a:gd name="connsiteY28-1108" fmla="*/ 2765302 h 3032924"/>
              <a:gd name="connsiteX29-1109" fmla="*/ 378630 w 3239999"/>
              <a:gd name="connsiteY29-1110" fmla="*/ 2472117 h 3032924"/>
              <a:gd name="connsiteX30-1111" fmla="*/ 384918 w 3239999"/>
              <a:gd name="connsiteY30-1112" fmla="*/ 526981 h 3032924"/>
              <a:gd name="connsiteX31-1113" fmla="*/ 239143 w 3239999"/>
              <a:gd name="connsiteY31-1114" fmla="*/ 526981 h 3032924"/>
              <a:gd name="connsiteX32-1115" fmla="*/ 239143 w 3239999"/>
              <a:gd name="connsiteY32-1116" fmla="*/ 2776423 h 3032924"/>
              <a:gd name="connsiteX33-1117" fmla="*/ 1576606 w 3239999"/>
              <a:gd name="connsiteY33-1118" fmla="*/ 2776423 h 3032924"/>
              <a:gd name="connsiteX0-1119" fmla="*/ 1576606 w 3239999"/>
              <a:gd name="connsiteY0-1120" fmla="*/ 2778202 h 3032924"/>
              <a:gd name="connsiteX1-1121" fmla="*/ 1663394 w 3239999"/>
              <a:gd name="connsiteY1-1122" fmla="*/ 2778202 h 3032924"/>
              <a:gd name="connsiteX2-1123" fmla="*/ 1663394 w 3239999"/>
              <a:gd name="connsiteY2-1124" fmla="*/ 2776423 h 3032924"/>
              <a:gd name="connsiteX3-1125" fmla="*/ 3000856 w 3239999"/>
              <a:gd name="connsiteY3-1126" fmla="*/ 2776423 h 3032924"/>
              <a:gd name="connsiteX4-1127" fmla="*/ 3000856 w 3239999"/>
              <a:gd name="connsiteY4-1128" fmla="*/ 526981 h 3032924"/>
              <a:gd name="connsiteX5-1129" fmla="*/ 2855082 w 3239999"/>
              <a:gd name="connsiteY5-1130" fmla="*/ 526981 h 3032924"/>
              <a:gd name="connsiteX6-1131" fmla="*/ 2861369 w 3239999"/>
              <a:gd name="connsiteY6-1132" fmla="*/ 2472117 h 3032924"/>
              <a:gd name="connsiteX7-1133" fmla="*/ 1663394 w 3239999"/>
              <a:gd name="connsiteY7-1134" fmla="*/ 2765302 h 3032924"/>
              <a:gd name="connsiteX8-1135" fmla="*/ 1663394 w 3239999"/>
              <a:gd name="connsiteY8-1136" fmla="*/ 526981 h 3032924"/>
              <a:gd name="connsiteX9-1137" fmla="*/ 1663394 w 3239999"/>
              <a:gd name="connsiteY9-1138" fmla="*/ 430441 h 3032924"/>
              <a:gd name="connsiteX10-1139" fmla="*/ 1663394 w 3239999"/>
              <a:gd name="connsiteY10-1140" fmla="*/ 402054 h 3032924"/>
              <a:gd name="connsiteX11-1141" fmla="*/ 2406065 w 3239999"/>
              <a:gd name="connsiteY11-1142" fmla="*/ 22 h 3032924"/>
              <a:gd name="connsiteX12-1143" fmla="*/ 2853673 w 3239999"/>
              <a:gd name="connsiteY12-1144" fmla="*/ 91100 h 3032924"/>
              <a:gd name="connsiteX13-1145" fmla="*/ 2854770 w 3239999"/>
              <a:gd name="connsiteY13-1146" fmla="*/ 430441 h 3032924"/>
              <a:gd name="connsiteX14-1147" fmla="*/ 3120669 w 3239999"/>
              <a:gd name="connsiteY14-1148" fmla="*/ 428517 h 3032924"/>
              <a:gd name="connsiteX15-1149" fmla="*/ 3120669 w 3239999"/>
              <a:gd name="connsiteY15-1150" fmla="*/ 738345 h 3032924"/>
              <a:gd name="connsiteX16-1151" fmla="*/ 3239999 w 3239999"/>
              <a:gd name="connsiteY16-1152" fmla="*/ 738345 h 3032924"/>
              <a:gd name="connsiteX17-1153" fmla="*/ 3239999 w 3239999"/>
              <a:gd name="connsiteY17-1154" fmla="*/ 3032924 h 3032924"/>
              <a:gd name="connsiteX18-1155" fmla="*/ 0 w 3239999"/>
              <a:gd name="connsiteY18-1156" fmla="*/ 3032924 h 3032924"/>
              <a:gd name="connsiteX19-1157" fmla="*/ 0 w 3239999"/>
              <a:gd name="connsiteY19-1158" fmla="*/ 738345 h 3032924"/>
              <a:gd name="connsiteX20-1159" fmla="*/ 102477 w 3239999"/>
              <a:gd name="connsiteY20-1160" fmla="*/ 738345 h 3032924"/>
              <a:gd name="connsiteX21-1161" fmla="*/ 102477 w 3239999"/>
              <a:gd name="connsiteY21-1162" fmla="*/ 428517 h 3032924"/>
              <a:gd name="connsiteX22-1163" fmla="*/ 385229 w 3239999"/>
              <a:gd name="connsiteY22-1164" fmla="*/ 430441 h 3032924"/>
              <a:gd name="connsiteX23-1165" fmla="*/ 386326 w 3239999"/>
              <a:gd name="connsiteY23-1166" fmla="*/ 91100 h 3032924"/>
              <a:gd name="connsiteX24-1167" fmla="*/ 833935 w 3239999"/>
              <a:gd name="connsiteY24-1168" fmla="*/ 22 h 3032924"/>
              <a:gd name="connsiteX25-1169" fmla="*/ 1576606 w 3239999"/>
              <a:gd name="connsiteY25-1170" fmla="*/ 402054 h 3032924"/>
              <a:gd name="connsiteX26-1171" fmla="*/ 1576606 w 3239999"/>
              <a:gd name="connsiteY26-1172" fmla="*/ 430441 h 3032924"/>
              <a:gd name="connsiteX27-1173" fmla="*/ 1576606 w 3239999"/>
              <a:gd name="connsiteY27-1174" fmla="*/ 526981 h 3032924"/>
              <a:gd name="connsiteX28-1175" fmla="*/ 1576606 w 3239999"/>
              <a:gd name="connsiteY28-1176" fmla="*/ 2765302 h 3032924"/>
              <a:gd name="connsiteX29-1177" fmla="*/ 378630 w 3239999"/>
              <a:gd name="connsiteY29-1178" fmla="*/ 2472117 h 3032924"/>
              <a:gd name="connsiteX30-1179" fmla="*/ 384918 w 3239999"/>
              <a:gd name="connsiteY30-1180" fmla="*/ 526981 h 3032924"/>
              <a:gd name="connsiteX31-1181" fmla="*/ 239143 w 3239999"/>
              <a:gd name="connsiteY31-1182" fmla="*/ 526981 h 3032924"/>
              <a:gd name="connsiteX32-1183" fmla="*/ 239143 w 3239999"/>
              <a:gd name="connsiteY32-1184" fmla="*/ 2776423 h 3032924"/>
              <a:gd name="connsiteX33-1185" fmla="*/ 1576606 w 3239999"/>
              <a:gd name="connsiteY33-1186" fmla="*/ 2776423 h 3032924"/>
              <a:gd name="connsiteX0-1187" fmla="*/ 1576606 w 3239999"/>
              <a:gd name="connsiteY0-1188" fmla="*/ 2778202 h 3032924"/>
              <a:gd name="connsiteX1-1189" fmla="*/ 1663394 w 3239999"/>
              <a:gd name="connsiteY1-1190" fmla="*/ 2778202 h 3032924"/>
              <a:gd name="connsiteX2-1191" fmla="*/ 1663394 w 3239999"/>
              <a:gd name="connsiteY2-1192" fmla="*/ 2776423 h 3032924"/>
              <a:gd name="connsiteX3-1193" fmla="*/ 3000856 w 3239999"/>
              <a:gd name="connsiteY3-1194" fmla="*/ 2776423 h 3032924"/>
              <a:gd name="connsiteX4-1195" fmla="*/ 3000856 w 3239999"/>
              <a:gd name="connsiteY4-1196" fmla="*/ 526981 h 3032924"/>
              <a:gd name="connsiteX5-1197" fmla="*/ 2855082 w 3239999"/>
              <a:gd name="connsiteY5-1198" fmla="*/ 526981 h 3032924"/>
              <a:gd name="connsiteX6-1199" fmla="*/ 2861369 w 3239999"/>
              <a:gd name="connsiteY6-1200" fmla="*/ 2472117 h 3032924"/>
              <a:gd name="connsiteX7-1201" fmla="*/ 1663394 w 3239999"/>
              <a:gd name="connsiteY7-1202" fmla="*/ 2765302 h 3032924"/>
              <a:gd name="connsiteX8-1203" fmla="*/ 1663394 w 3239999"/>
              <a:gd name="connsiteY8-1204" fmla="*/ 526981 h 3032924"/>
              <a:gd name="connsiteX9-1205" fmla="*/ 1663394 w 3239999"/>
              <a:gd name="connsiteY9-1206" fmla="*/ 430441 h 3032924"/>
              <a:gd name="connsiteX10-1207" fmla="*/ 1663394 w 3239999"/>
              <a:gd name="connsiteY10-1208" fmla="*/ 402054 h 3032924"/>
              <a:gd name="connsiteX11-1209" fmla="*/ 2406065 w 3239999"/>
              <a:gd name="connsiteY11-1210" fmla="*/ 22 h 3032924"/>
              <a:gd name="connsiteX12-1211" fmla="*/ 2853673 w 3239999"/>
              <a:gd name="connsiteY12-1212" fmla="*/ 91100 h 3032924"/>
              <a:gd name="connsiteX13-1213" fmla="*/ 2854770 w 3239999"/>
              <a:gd name="connsiteY13-1214" fmla="*/ 430441 h 3032924"/>
              <a:gd name="connsiteX14-1215" fmla="*/ 3120669 w 3239999"/>
              <a:gd name="connsiteY14-1216" fmla="*/ 428517 h 3032924"/>
              <a:gd name="connsiteX15-1217" fmla="*/ 3120669 w 3239999"/>
              <a:gd name="connsiteY15-1218" fmla="*/ 738345 h 3032924"/>
              <a:gd name="connsiteX16-1219" fmla="*/ 3239999 w 3239999"/>
              <a:gd name="connsiteY16-1220" fmla="*/ 738345 h 3032924"/>
              <a:gd name="connsiteX17-1221" fmla="*/ 3239999 w 3239999"/>
              <a:gd name="connsiteY17-1222" fmla="*/ 3032924 h 3032924"/>
              <a:gd name="connsiteX18-1223" fmla="*/ 0 w 3239999"/>
              <a:gd name="connsiteY18-1224" fmla="*/ 3032924 h 3032924"/>
              <a:gd name="connsiteX19-1225" fmla="*/ 0 w 3239999"/>
              <a:gd name="connsiteY19-1226" fmla="*/ 738345 h 3032924"/>
              <a:gd name="connsiteX20-1227" fmla="*/ 102477 w 3239999"/>
              <a:gd name="connsiteY20-1228" fmla="*/ 738345 h 3032924"/>
              <a:gd name="connsiteX21-1229" fmla="*/ 102477 w 3239999"/>
              <a:gd name="connsiteY21-1230" fmla="*/ 428517 h 3032924"/>
              <a:gd name="connsiteX22-1231" fmla="*/ 385229 w 3239999"/>
              <a:gd name="connsiteY22-1232" fmla="*/ 430441 h 3032924"/>
              <a:gd name="connsiteX23-1233" fmla="*/ 386326 w 3239999"/>
              <a:gd name="connsiteY23-1234" fmla="*/ 91100 h 3032924"/>
              <a:gd name="connsiteX24-1235" fmla="*/ 833935 w 3239999"/>
              <a:gd name="connsiteY24-1236" fmla="*/ 22 h 3032924"/>
              <a:gd name="connsiteX25-1237" fmla="*/ 1576606 w 3239999"/>
              <a:gd name="connsiteY25-1238" fmla="*/ 402054 h 3032924"/>
              <a:gd name="connsiteX26-1239" fmla="*/ 1576606 w 3239999"/>
              <a:gd name="connsiteY26-1240" fmla="*/ 430441 h 3032924"/>
              <a:gd name="connsiteX27-1241" fmla="*/ 1576606 w 3239999"/>
              <a:gd name="connsiteY27-1242" fmla="*/ 526981 h 3032924"/>
              <a:gd name="connsiteX28-1243" fmla="*/ 1576606 w 3239999"/>
              <a:gd name="connsiteY28-1244" fmla="*/ 2765302 h 3032924"/>
              <a:gd name="connsiteX29-1245" fmla="*/ 378630 w 3239999"/>
              <a:gd name="connsiteY29-1246" fmla="*/ 2472117 h 3032924"/>
              <a:gd name="connsiteX30-1247" fmla="*/ 384918 w 3239999"/>
              <a:gd name="connsiteY30-1248" fmla="*/ 526981 h 3032924"/>
              <a:gd name="connsiteX31-1249" fmla="*/ 239143 w 3239999"/>
              <a:gd name="connsiteY31-1250" fmla="*/ 526981 h 3032924"/>
              <a:gd name="connsiteX32-1251" fmla="*/ 239143 w 3239999"/>
              <a:gd name="connsiteY32-1252" fmla="*/ 2776423 h 3032924"/>
              <a:gd name="connsiteX33-1253" fmla="*/ 1576606 w 3239999"/>
              <a:gd name="connsiteY33-1254" fmla="*/ 2776423 h 3032924"/>
              <a:gd name="connsiteX0-1255" fmla="*/ 1576606 w 3239999"/>
              <a:gd name="connsiteY0-1256" fmla="*/ 2778202 h 3032924"/>
              <a:gd name="connsiteX1-1257" fmla="*/ 1663394 w 3239999"/>
              <a:gd name="connsiteY1-1258" fmla="*/ 2778202 h 3032924"/>
              <a:gd name="connsiteX2-1259" fmla="*/ 1663394 w 3239999"/>
              <a:gd name="connsiteY2-1260" fmla="*/ 2776423 h 3032924"/>
              <a:gd name="connsiteX3-1261" fmla="*/ 3000856 w 3239999"/>
              <a:gd name="connsiteY3-1262" fmla="*/ 2776423 h 3032924"/>
              <a:gd name="connsiteX4-1263" fmla="*/ 3000856 w 3239999"/>
              <a:gd name="connsiteY4-1264" fmla="*/ 526981 h 3032924"/>
              <a:gd name="connsiteX5-1265" fmla="*/ 2855082 w 3239999"/>
              <a:gd name="connsiteY5-1266" fmla="*/ 526981 h 3032924"/>
              <a:gd name="connsiteX6-1267" fmla="*/ 2861369 w 3239999"/>
              <a:gd name="connsiteY6-1268" fmla="*/ 2472117 h 3032924"/>
              <a:gd name="connsiteX7-1269" fmla="*/ 1663394 w 3239999"/>
              <a:gd name="connsiteY7-1270" fmla="*/ 2765302 h 3032924"/>
              <a:gd name="connsiteX8-1271" fmla="*/ 1663394 w 3239999"/>
              <a:gd name="connsiteY8-1272" fmla="*/ 526981 h 3032924"/>
              <a:gd name="connsiteX9-1273" fmla="*/ 1663394 w 3239999"/>
              <a:gd name="connsiteY9-1274" fmla="*/ 430441 h 3032924"/>
              <a:gd name="connsiteX10-1275" fmla="*/ 1663394 w 3239999"/>
              <a:gd name="connsiteY10-1276" fmla="*/ 402054 h 3032924"/>
              <a:gd name="connsiteX11-1277" fmla="*/ 2406065 w 3239999"/>
              <a:gd name="connsiteY11-1278" fmla="*/ 22 h 3032924"/>
              <a:gd name="connsiteX12-1279" fmla="*/ 2853673 w 3239999"/>
              <a:gd name="connsiteY12-1280" fmla="*/ 91100 h 3032924"/>
              <a:gd name="connsiteX13-1281" fmla="*/ 2854770 w 3239999"/>
              <a:gd name="connsiteY13-1282" fmla="*/ 430441 h 3032924"/>
              <a:gd name="connsiteX14-1283" fmla="*/ 3120669 w 3239999"/>
              <a:gd name="connsiteY14-1284" fmla="*/ 428517 h 3032924"/>
              <a:gd name="connsiteX15-1285" fmla="*/ 3120669 w 3239999"/>
              <a:gd name="connsiteY15-1286" fmla="*/ 738345 h 3032924"/>
              <a:gd name="connsiteX16-1287" fmla="*/ 3239999 w 3239999"/>
              <a:gd name="connsiteY16-1288" fmla="*/ 738345 h 3032924"/>
              <a:gd name="connsiteX17-1289" fmla="*/ 3239999 w 3239999"/>
              <a:gd name="connsiteY17-1290" fmla="*/ 3032924 h 3032924"/>
              <a:gd name="connsiteX18-1291" fmla="*/ 0 w 3239999"/>
              <a:gd name="connsiteY18-1292" fmla="*/ 3032924 h 3032924"/>
              <a:gd name="connsiteX19-1293" fmla="*/ 0 w 3239999"/>
              <a:gd name="connsiteY19-1294" fmla="*/ 738345 h 3032924"/>
              <a:gd name="connsiteX20-1295" fmla="*/ 102477 w 3239999"/>
              <a:gd name="connsiteY20-1296" fmla="*/ 738345 h 3032924"/>
              <a:gd name="connsiteX21-1297" fmla="*/ 102477 w 3239999"/>
              <a:gd name="connsiteY21-1298" fmla="*/ 428517 h 3032924"/>
              <a:gd name="connsiteX22-1299" fmla="*/ 385229 w 3239999"/>
              <a:gd name="connsiteY22-1300" fmla="*/ 430441 h 3032924"/>
              <a:gd name="connsiteX23-1301" fmla="*/ 386326 w 3239999"/>
              <a:gd name="connsiteY23-1302" fmla="*/ 91100 h 3032924"/>
              <a:gd name="connsiteX24-1303" fmla="*/ 833935 w 3239999"/>
              <a:gd name="connsiteY24-1304" fmla="*/ 22 h 3032924"/>
              <a:gd name="connsiteX25-1305" fmla="*/ 1576606 w 3239999"/>
              <a:gd name="connsiteY25-1306" fmla="*/ 402054 h 3032924"/>
              <a:gd name="connsiteX26-1307" fmla="*/ 1576606 w 3239999"/>
              <a:gd name="connsiteY26-1308" fmla="*/ 430441 h 3032924"/>
              <a:gd name="connsiteX27-1309" fmla="*/ 1576606 w 3239999"/>
              <a:gd name="connsiteY27-1310" fmla="*/ 526981 h 3032924"/>
              <a:gd name="connsiteX28-1311" fmla="*/ 1576606 w 3239999"/>
              <a:gd name="connsiteY28-1312" fmla="*/ 2765302 h 3032924"/>
              <a:gd name="connsiteX29-1313" fmla="*/ 378630 w 3239999"/>
              <a:gd name="connsiteY29-1314" fmla="*/ 2472117 h 3032924"/>
              <a:gd name="connsiteX30-1315" fmla="*/ 384918 w 3239999"/>
              <a:gd name="connsiteY30-1316" fmla="*/ 526981 h 3032924"/>
              <a:gd name="connsiteX31-1317" fmla="*/ 239143 w 3239999"/>
              <a:gd name="connsiteY31-1318" fmla="*/ 526981 h 3032924"/>
              <a:gd name="connsiteX32-1319" fmla="*/ 239143 w 3239999"/>
              <a:gd name="connsiteY32-1320" fmla="*/ 2776423 h 3032924"/>
              <a:gd name="connsiteX33-1321" fmla="*/ 1576606 w 3239999"/>
              <a:gd name="connsiteY33-1322" fmla="*/ 2776423 h 3032924"/>
              <a:gd name="connsiteX0-1323" fmla="*/ 1576606 w 3239999"/>
              <a:gd name="connsiteY0-1324" fmla="*/ 2778202 h 3032924"/>
              <a:gd name="connsiteX1-1325" fmla="*/ 1663394 w 3239999"/>
              <a:gd name="connsiteY1-1326" fmla="*/ 2778202 h 3032924"/>
              <a:gd name="connsiteX2-1327" fmla="*/ 1663394 w 3239999"/>
              <a:gd name="connsiteY2-1328" fmla="*/ 2776423 h 3032924"/>
              <a:gd name="connsiteX3-1329" fmla="*/ 3000856 w 3239999"/>
              <a:gd name="connsiteY3-1330" fmla="*/ 2776423 h 3032924"/>
              <a:gd name="connsiteX4-1331" fmla="*/ 3000856 w 3239999"/>
              <a:gd name="connsiteY4-1332" fmla="*/ 526981 h 3032924"/>
              <a:gd name="connsiteX5-1333" fmla="*/ 2855082 w 3239999"/>
              <a:gd name="connsiteY5-1334" fmla="*/ 526981 h 3032924"/>
              <a:gd name="connsiteX6-1335" fmla="*/ 2861369 w 3239999"/>
              <a:gd name="connsiteY6-1336" fmla="*/ 2472117 h 3032924"/>
              <a:gd name="connsiteX7-1337" fmla="*/ 1663394 w 3239999"/>
              <a:gd name="connsiteY7-1338" fmla="*/ 2765302 h 3032924"/>
              <a:gd name="connsiteX8-1339" fmla="*/ 1663394 w 3239999"/>
              <a:gd name="connsiteY8-1340" fmla="*/ 526981 h 3032924"/>
              <a:gd name="connsiteX9-1341" fmla="*/ 1663394 w 3239999"/>
              <a:gd name="connsiteY9-1342" fmla="*/ 430441 h 3032924"/>
              <a:gd name="connsiteX10-1343" fmla="*/ 1663394 w 3239999"/>
              <a:gd name="connsiteY10-1344" fmla="*/ 402054 h 3032924"/>
              <a:gd name="connsiteX11-1345" fmla="*/ 2406065 w 3239999"/>
              <a:gd name="connsiteY11-1346" fmla="*/ 22 h 3032924"/>
              <a:gd name="connsiteX12-1347" fmla="*/ 2853673 w 3239999"/>
              <a:gd name="connsiteY12-1348" fmla="*/ 91100 h 3032924"/>
              <a:gd name="connsiteX13-1349" fmla="*/ 2854770 w 3239999"/>
              <a:gd name="connsiteY13-1350" fmla="*/ 430441 h 3032924"/>
              <a:gd name="connsiteX14-1351" fmla="*/ 3120669 w 3239999"/>
              <a:gd name="connsiteY14-1352" fmla="*/ 428517 h 3032924"/>
              <a:gd name="connsiteX15-1353" fmla="*/ 3120669 w 3239999"/>
              <a:gd name="connsiteY15-1354" fmla="*/ 738345 h 3032924"/>
              <a:gd name="connsiteX16-1355" fmla="*/ 3239999 w 3239999"/>
              <a:gd name="connsiteY16-1356" fmla="*/ 738345 h 3032924"/>
              <a:gd name="connsiteX17-1357" fmla="*/ 3239999 w 3239999"/>
              <a:gd name="connsiteY17-1358" fmla="*/ 3032924 h 3032924"/>
              <a:gd name="connsiteX18-1359" fmla="*/ 0 w 3239999"/>
              <a:gd name="connsiteY18-1360" fmla="*/ 3032924 h 3032924"/>
              <a:gd name="connsiteX19-1361" fmla="*/ 0 w 3239999"/>
              <a:gd name="connsiteY19-1362" fmla="*/ 738345 h 3032924"/>
              <a:gd name="connsiteX20-1363" fmla="*/ 102477 w 3239999"/>
              <a:gd name="connsiteY20-1364" fmla="*/ 738345 h 3032924"/>
              <a:gd name="connsiteX21-1365" fmla="*/ 102477 w 3239999"/>
              <a:gd name="connsiteY21-1366" fmla="*/ 428517 h 3032924"/>
              <a:gd name="connsiteX22-1367" fmla="*/ 385229 w 3239999"/>
              <a:gd name="connsiteY22-1368" fmla="*/ 430441 h 3032924"/>
              <a:gd name="connsiteX23-1369" fmla="*/ 386326 w 3239999"/>
              <a:gd name="connsiteY23-1370" fmla="*/ 91100 h 3032924"/>
              <a:gd name="connsiteX24-1371" fmla="*/ 833935 w 3239999"/>
              <a:gd name="connsiteY24-1372" fmla="*/ 22 h 3032924"/>
              <a:gd name="connsiteX25-1373" fmla="*/ 1576606 w 3239999"/>
              <a:gd name="connsiteY25-1374" fmla="*/ 402054 h 3032924"/>
              <a:gd name="connsiteX26-1375" fmla="*/ 1576606 w 3239999"/>
              <a:gd name="connsiteY26-1376" fmla="*/ 430441 h 3032924"/>
              <a:gd name="connsiteX27-1377" fmla="*/ 1576606 w 3239999"/>
              <a:gd name="connsiteY27-1378" fmla="*/ 526981 h 3032924"/>
              <a:gd name="connsiteX28-1379" fmla="*/ 1576606 w 3239999"/>
              <a:gd name="connsiteY28-1380" fmla="*/ 2765302 h 3032924"/>
              <a:gd name="connsiteX29-1381" fmla="*/ 378630 w 3239999"/>
              <a:gd name="connsiteY29-1382" fmla="*/ 2472117 h 3032924"/>
              <a:gd name="connsiteX30-1383" fmla="*/ 384918 w 3239999"/>
              <a:gd name="connsiteY30-1384" fmla="*/ 526981 h 3032924"/>
              <a:gd name="connsiteX31-1385" fmla="*/ 239143 w 3239999"/>
              <a:gd name="connsiteY31-1386" fmla="*/ 526981 h 3032924"/>
              <a:gd name="connsiteX32-1387" fmla="*/ 229618 w 3239999"/>
              <a:gd name="connsiteY32-1388" fmla="*/ 2690698 h 3032924"/>
              <a:gd name="connsiteX33-1389" fmla="*/ 1576606 w 3239999"/>
              <a:gd name="connsiteY33-1390" fmla="*/ 2776423 h 3032924"/>
              <a:gd name="connsiteX0-1391" fmla="*/ 1576606 w 3239999"/>
              <a:gd name="connsiteY0-1392" fmla="*/ 2778202 h 3032924"/>
              <a:gd name="connsiteX1-1393" fmla="*/ 1663394 w 3239999"/>
              <a:gd name="connsiteY1-1394" fmla="*/ 2778202 h 3032924"/>
              <a:gd name="connsiteX2-1395" fmla="*/ 1663394 w 3239999"/>
              <a:gd name="connsiteY2-1396" fmla="*/ 2776423 h 3032924"/>
              <a:gd name="connsiteX3-1397" fmla="*/ 2991331 w 3239999"/>
              <a:gd name="connsiteY3-1398" fmla="*/ 2709748 h 3032924"/>
              <a:gd name="connsiteX4-1399" fmla="*/ 3000856 w 3239999"/>
              <a:gd name="connsiteY4-1400" fmla="*/ 526981 h 3032924"/>
              <a:gd name="connsiteX5-1401" fmla="*/ 2855082 w 3239999"/>
              <a:gd name="connsiteY5-1402" fmla="*/ 526981 h 3032924"/>
              <a:gd name="connsiteX6-1403" fmla="*/ 2861369 w 3239999"/>
              <a:gd name="connsiteY6-1404" fmla="*/ 2472117 h 3032924"/>
              <a:gd name="connsiteX7-1405" fmla="*/ 1663394 w 3239999"/>
              <a:gd name="connsiteY7-1406" fmla="*/ 2765302 h 3032924"/>
              <a:gd name="connsiteX8-1407" fmla="*/ 1663394 w 3239999"/>
              <a:gd name="connsiteY8-1408" fmla="*/ 526981 h 3032924"/>
              <a:gd name="connsiteX9-1409" fmla="*/ 1663394 w 3239999"/>
              <a:gd name="connsiteY9-1410" fmla="*/ 430441 h 3032924"/>
              <a:gd name="connsiteX10-1411" fmla="*/ 1663394 w 3239999"/>
              <a:gd name="connsiteY10-1412" fmla="*/ 402054 h 3032924"/>
              <a:gd name="connsiteX11-1413" fmla="*/ 2406065 w 3239999"/>
              <a:gd name="connsiteY11-1414" fmla="*/ 22 h 3032924"/>
              <a:gd name="connsiteX12-1415" fmla="*/ 2853673 w 3239999"/>
              <a:gd name="connsiteY12-1416" fmla="*/ 91100 h 3032924"/>
              <a:gd name="connsiteX13-1417" fmla="*/ 2854770 w 3239999"/>
              <a:gd name="connsiteY13-1418" fmla="*/ 430441 h 3032924"/>
              <a:gd name="connsiteX14-1419" fmla="*/ 3120669 w 3239999"/>
              <a:gd name="connsiteY14-1420" fmla="*/ 428517 h 3032924"/>
              <a:gd name="connsiteX15-1421" fmla="*/ 3120669 w 3239999"/>
              <a:gd name="connsiteY15-1422" fmla="*/ 738345 h 3032924"/>
              <a:gd name="connsiteX16-1423" fmla="*/ 3239999 w 3239999"/>
              <a:gd name="connsiteY16-1424" fmla="*/ 738345 h 3032924"/>
              <a:gd name="connsiteX17-1425" fmla="*/ 3239999 w 3239999"/>
              <a:gd name="connsiteY17-1426" fmla="*/ 3032924 h 3032924"/>
              <a:gd name="connsiteX18-1427" fmla="*/ 0 w 3239999"/>
              <a:gd name="connsiteY18-1428" fmla="*/ 3032924 h 3032924"/>
              <a:gd name="connsiteX19-1429" fmla="*/ 0 w 3239999"/>
              <a:gd name="connsiteY19-1430" fmla="*/ 738345 h 3032924"/>
              <a:gd name="connsiteX20-1431" fmla="*/ 102477 w 3239999"/>
              <a:gd name="connsiteY20-1432" fmla="*/ 738345 h 3032924"/>
              <a:gd name="connsiteX21-1433" fmla="*/ 102477 w 3239999"/>
              <a:gd name="connsiteY21-1434" fmla="*/ 428517 h 3032924"/>
              <a:gd name="connsiteX22-1435" fmla="*/ 385229 w 3239999"/>
              <a:gd name="connsiteY22-1436" fmla="*/ 430441 h 3032924"/>
              <a:gd name="connsiteX23-1437" fmla="*/ 386326 w 3239999"/>
              <a:gd name="connsiteY23-1438" fmla="*/ 91100 h 3032924"/>
              <a:gd name="connsiteX24-1439" fmla="*/ 833935 w 3239999"/>
              <a:gd name="connsiteY24-1440" fmla="*/ 22 h 3032924"/>
              <a:gd name="connsiteX25-1441" fmla="*/ 1576606 w 3239999"/>
              <a:gd name="connsiteY25-1442" fmla="*/ 402054 h 3032924"/>
              <a:gd name="connsiteX26-1443" fmla="*/ 1576606 w 3239999"/>
              <a:gd name="connsiteY26-1444" fmla="*/ 430441 h 3032924"/>
              <a:gd name="connsiteX27-1445" fmla="*/ 1576606 w 3239999"/>
              <a:gd name="connsiteY27-1446" fmla="*/ 526981 h 3032924"/>
              <a:gd name="connsiteX28-1447" fmla="*/ 1576606 w 3239999"/>
              <a:gd name="connsiteY28-1448" fmla="*/ 2765302 h 3032924"/>
              <a:gd name="connsiteX29-1449" fmla="*/ 378630 w 3239999"/>
              <a:gd name="connsiteY29-1450" fmla="*/ 2472117 h 3032924"/>
              <a:gd name="connsiteX30-1451" fmla="*/ 384918 w 3239999"/>
              <a:gd name="connsiteY30-1452" fmla="*/ 526981 h 3032924"/>
              <a:gd name="connsiteX31-1453" fmla="*/ 239143 w 3239999"/>
              <a:gd name="connsiteY31-1454" fmla="*/ 526981 h 3032924"/>
              <a:gd name="connsiteX32-1455" fmla="*/ 229618 w 3239999"/>
              <a:gd name="connsiteY32-1456" fmla="*/ 2690698 h 3032924"/>
              <a:gd name="connsiteX33-1457" fmla="*/ 1576606 w 3239999"/>
              <a:gd name="connsiteY33-1458" fmla="*/ 2776423 h 3032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/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/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/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-1" fmla="*/ 1384251 w 3217557"/>
              <a:gd name="connsiteY0-2" fmla="*/ 661544 h 2702049"/>
              <a:gd name="connsiteX1-3" fmla="*/ 1574067 w 3217557"/>
              <a:gd name="connsiteY1-4" fmla="*/ 851360 h 2702049"/>
              <a:gd name="connsiteX2-5" fmla="*/ 1384251 w 3217557"/>
              <a:gd name="connsiteY2-6" fmla="*/ 1041176 h 2702049"/>
              <a:gd name="connsiteX3-7" fmla="*/ 1194435 w 3217557"/>
              <a:gd name="connsiteY3-8" fmla="*/ 851360 h 2702049"/>
              <a:gd name="connsiteX4-9" fmla="*/ 1384251 w 3217557"/>
              <a:gd name="connsiteY4-10" fmla="*/ 661544 h 2702049"/>
              <a:gd name="connsiteX5-11" fmla="*/ 1993421 w 3217557"/>
              <a:gd name="connsiteY5-12" fmla="*/ 661544 h 2702049"/>
              <a:gd name="connsiteX6-13" fmla="*/ 2183237 w 3217557"/>
              <a:gd name="connsiteY6-14" fmla="*/ 851360 h 2702049"/>
              <a:gd name="connsiteX7-15" fmla="*/ 1993421 w 3217557"/>
              <a:gd name="connsiteY7-16" fmla="*/ 1041176 h 2702049"/>
              <a:gd name="connsiteX8-17" fmla="*/ 1803605 w 3217557"/>
              <a:gd name="connsiteY8-18" fmla="*/ 851360 h 2702049"/>
              <a:gd name="connsiteX9-19" fmla="*/ 1993421 w 3217557"/>
              <a:gd name="connsiteY9-20" fmla="*/ 661544 h 2702049"/>
              <a:gd name="connsiteX10-21" fmla="*/ 2602591 w 3217557"/>
              <a:gd name="connsiteY10-22" fmla="*/ 661544 h 2702049"/>
              <a:gd name="connsiteX11-23" fmla="*/ 2792407 w 3217557"/>
              <a:gd name="connsiteY11-24" fmla="*/ 851360 h 2702049"/>
              <a:gd name="connsiteX12-25" fmla="*/ 2602591 w 3217557"/>
              <a:gd name="connsiteY12-26" fmla="*/ 1041176 h 2702049"/>
              <a:gd name="connsiteX13-27" fmla="*/ 2412775 w 3217557"/>
              <a:gd name="connsiteY13-28" fmla="*/ 851360 h 2702049"/>
              <a:gd name="connsiteX14-29" fmla="*/ 2602591 w 3217557"/>
              <a:gd name="connsiteY14-30" fmla="*/ 661544 h 2702049"/>
              <a:gd name="connsiteX15-31" fmla="*/ 677114 w 3217557"/>
              <a:gd name="connsiteY15-32" fmla="*/ 569491 h 2702049"/>
              <a:gd name="connsiteX16-33" fmla="*/ 330916 w 3217557"/>
              <a:gd name="connsiteY16-34" fmla="*/ 569491 h 2702049"/>
              <a:gd name="connsiteX17-35" fmla="*/ 0 w 3217557"/>
              <a:gd name="connsiteY17-36" fmla="*/ 900407 h 2702049"/>
              <a:gd name="connsiteX18-37" fmla="*/ 0 w 3217557"/>
              <a:gd name="connsiteY18-38" fmla="*/ 1952009 h 2702049"/>
              <a:gd name="connsiteX19-39" fmla="*/ 330916 w 3217557"/>
              <a:gd name="connsiteY19-40" fmla="*/ 2282925 h 2702049"/>
              <a:gd name="connsiteX20-41" fmla="*/ 711670 w 3217557"/>
              <a:gd name="connsiteY20-42" fmla="*/ 2282925 h 2702049"/>
              <a:gd name="connsiteX21-43" fmla="*/ 15770 w 3217557"/>
              <a:gd name="connsiteY21-44" fmla="*/ 2702049 h 2702049"/>
              <a:gd name="connsiteX22-45" fmla="*/ 1294529 w 3217557"/>
              <a:gd name="connsiteY22-46" fmla="*/ 2282925 h 2702049"/>
              <a:gd name="connsiteX23-47" fmla="*/ 2117356 w 3217557"/>
              <a:gd name="connsiteY23-48" fmla="*/ 2282925 h 2702049"/>
              <a:gd name="connsiteX24-49" fmla="*/ 2418395 w 3217557"/>
              <a:gd name="connsiteY24-50" fmla="*/ 2087951 h 2702049"/>
              <a:gd name="connsiteX25-51" fmla="*/ 1830857 w 3217557"/>
              <a:gd name="connsiteY25-52" fmla="*/ 1799347 h 2702049"/>
              <a:gd name="connsiteX26-53" fmla="*/ 1008030 w 3217557"/>
              <a:gd name="connsiteY26-54" fmla="*/ 1799347 h 2702049"/>
              <a:gd name="connsiteX27-55" fmla="*/ 677114 w 3217557"/>
              <a:gd name="connsiteY27-56" fmla="*/ 1468431 h 2702049"/>
              <a:gd name="connsiteX28-57" fmla="*/ 677114 w 3217557"/>
              <a:gd name="connsiteY28-58" fmla="*/ 569491 h 2702049"/>
              <a:gd name="connsiteX29-59" fmla="*/ 2886641 w 3217557"/>
              <a:gd name="connsiteY29-60" fmla="*/ 0 h 2702049"/>
              <a:gd name="connsiteX30-61" fmla="*/ 1100201 w 3217557"/>
              <a:gd name="connsiteY30-62" fmla="*/ 0 h 2702049"/>
              <a:gd name="connsiteX31-63" fmla="*/ 769285 w 3217557"/>
              <a:gd name="connsiteY31-64" fmla="*/ 330916 h 2702049"/>
              <a:gd name="connsiteX32-65" fmla="*/ 769285 w 3217557"/>
              <a:gd name="connsiteY32-66" fmla="*/ 1382518 h 2702049"/>
              <a:gd name="connsiteX33-67" fmla="*/ 1100201 w 3217557"/>
              <a:gd name="connsiteY33-68" fmla="*/ 1713434 h 2702049"/>
              <a:gd name="connsiteX34-69" fmla="*/ 1923028 w 3217557"/>
              <a:gd name="connsiteY34-70" fmla="*/ 1713434 h 2702049"/>
              <a:gd name="connsiteX35-71" fmla="*/ 3078958 w 3217557"/>
              <a:gd name="connsiteY35-72" fmla="*/ 2077967 h 2702049"/>
              <a:gd name="connsiteX36-73" fmla="*/ 2505887 w 3217557"/>
              <a:gd name="connsiteY36-74" fmla="*/ 1713434 h 2702049"/>
              <a:gd name="connsiteX37-75" fmla="*/ 2886641 w 3217557"/>
              <a:gd name="connsiteY37-76" fmla="*/ 1713434 h 2702049"/>
              <a:gd name="connsiteX38-77" fmla="*/ 3217557 w 3217557"/>
              <a:gd name="connsiteY38-78" fmla="*/ 1382518 h 2702049"/>
              <a:gd name="connsiteX39-79" fmla="*/ 3217557 w 3217557"/>
              <a:gd name="connsiteY39-80" fmla="*/ 330916 h 2702049"/>
              <a:gd name="connsiteX40-81" fmla="*/ 2886641 w 3217557"/>
              <a:gd name="connsiteY40-82" fmla="*/ 0 h 2702049"/>
              <a:gd name="connsiteX0-83" fmla="*/ 1384251 w 3217557"/>
              <a:gd name="connsiteY0-84" fmla="*/ 661544 h 2633810"/>
              <a:gd name="connsiteX1-85" fmla="*/ 1574067 w 3217557"/>
              <a:gd name="connsiteY1-86" fmla="*/ 851360 h 2633810"/>
              <a:gd name="connsiteX2-87" fmla="*/ 1384251 w 3217557"/>
              <a:gd name="connsiteY2-88" fmla="*/ 1041176 h 2633810"/>
              <a:gd name="connsiteX3-89" fmla="*/ 1194435 w 3217557"/>
              <a:gd name="connsiteY3-90" fmla="*/ 851360 h 2633810"/>
              <a:gd name="connsiteX4-91" fmla="*/ 1384251 w 3217557"/>
              <a:gd name="connsiteY4-92" fmla="*/ 661544 h 2633810"/>
              <a:gd name="connsiteX5-93" fmla="*/ 1993421 w 3217557"/>
              <a:gd name="connsiteY5-94" fmla="*/ 661544 h 2633810"/>
              <a:gd name="connsiteX6-95" fmla="*/ 2183237 w 3217557"/>
              <a:gd name="connsiteY6-96" fmla="*/ 851360 h 2633810"/>
              <a:gd name="connsiteX7-97" fmla="*/ 1993421 w 3217557"/>
              <a:gd name="connsiteY7-98" fmla="*/ 1041176 h 2633810"/>
              <a:gd name="connsiteX8-99" fmla="*/ 1803605 w 3217557"/>
              <a:gd name="connsiteY8-100" fmla="*/ 851360 h 2633810"/>
              <a:gd name="connsiteX9-101" fmla="*/ 1993421 w 3217557"/>
              <a:gd name="connsiteY9-102" fmla="*/ 661544 h 2633810"/>
              <a:gd name="connsiteX10-103" fmla="*/ 2602591 w 3217557"/>
              <a:gd name="connsiteY10-104" fmla="*/ 661544 h 2633810"/>
              <a:gd name="connsiteX11-105" fmla="*/ 2792407 w 3217557"/>
              <a:gd name="connsiteY11-106" fmla="*/ 851360 h 2633810"/>
              <a:gd name="connsiteX12-107" fmla="*/ 2602591 w 3217557"/>
              <a:gd name="connsiteY12-108" fmla="*/ 1041176 h 2633810"/>
              <a:gd name="connsiteX13-109" fmla="*/ 2412775 w 3217557"/>
              <a:gd name="connsiteY13-110" fmla="*/ 851360 h 2633810"/>
              <a:gd name="connsiteX14-111" fmla="*/ 2602591 w 3217557"/>
              <a:gd name="connsiteY14-112" fmla="*/ 661544 h 2633810"/>
              <a:gd name="connsiteX15-113" fmla="*/ 677114 w 3217557"/>
              <a:gd name="connsiteY15-114" fmla="*/ 569491 h 2633810"/>
              <a:gd name="connsiteX16-115" fmla="*/ 330916 w 3217557"/>
              <a:gd name="connsiteY16-116" fmla="*/ 569491 h 2633810"/>
              <a:gd name="connsiteX17-117" fmla="*/ 0 w 3217557"/>
              <a:gd name="connsiteY17-118" fmla="*/ 900407 h 2633810"/>
              <a:gd name="connsiteX18-119" fmla="*/ 0 w 3217557"/>
              <a:gd name="connsiteY18-120" fmla="*/ 1952009 h 2633810"/>
              <a:gd name="connsiteX19-121" fmla="*/ 330916 w 3217557"/>
              <a:gd name="connsiteY19-122" fmla="*/ 2282925 h 2633810"/>
              <a:gd name="connsiteX20-123" fmla="*/ 711670 w 3217557"/>
              <a:gd name="connsiteY20-124" fmla="*/ 2282925 h 2633810"/>
              <a:gd name="connsiteX21-125" fmla="*/ 165895 w 3217557"/>
              <a:gd name="connsiteY21-126" fmla="*/ 2633810 h 2633810"/>
              <a:gd name="connsiteX22-127" fmla="*/ 1294529 w 3217557"/>
              <a:gd name="connsiteY22-128" fmla="*/ 2282925 h 2633810"/>
              <a:gd name="connsiteX23-129" fmla="*/ 2117356 w 3217557"/>
              <a:gd name="connsiteY23-130" fmla="*/ 2282925 h 2633810"/>
              <a:gd name="connsiteX24-131" fmla="*/ 2418395 w 3217557"/>
              <a:gd name="connsiteY24-132" fmla="*/ 2087951 h 2633810"/>
              <a:gd name="connsiteX25-133" fmla="*/ 1830857 w 3217557"/>
              <a:gd name="connsiteY25-134" fmla="*/ 1799347 h 2633810"/>
              <a:gd name="connsiteX26-135" fmla="*/ 1008030 w 3217557"/>
              <a:gd name="connsiteY26-136" fmla="*/ 1799347 h 2633810"/>
              <a:gd name="connsiteX27-137" fmla="*/ 677114 w 3217557"/>
              <a:gd name="connsiteY27-138" fmla="*/ 1468431 h 2633810"/>
              <a:gd name="connsiteX28-139" fmla="*/ 677114 w 3217557"/>
              <a:gd name="connsiteY28-140" fmla="*/ 569491 h 2633810"/>
              <a:gd name="connsiteX29-141" fmla="*/ 2886641 w 3217557"/>
              <a:gd name="connsiteY29-142" fmla="*/ 0 h 2633810"/>
              <a:gd name="connsiteX30-143" fmla="*/ 1100201 w 3217557"/>
              <a:gd name="connsiteY30-144" fmla="*/ 0 h 2633810"/>
              <a:gd name="connsiteX31-145" fmla="*/ 769285 w 3217557"/>
              <a:gd name="connsiteY31-146" fmla="*/ 330916 h 2633810"/>
              <a:gd name="connsiteX32-147" fmla="*/ 769285 w 3217557"/>
              <a:gd name="connsiteY32-148" fmla="*/ 1382518 h 2633810"/>
              <a:gd name="connsiteX33-149" fmla="*/ 1100201 w 3217557"/>
              <a:gd name="connsiteY33-150" fmla="*/ 1713434 h 2633810"/>
              <a:gd name="connsiteX34-151" fmla="*/ 1923028 w 3217557"/>
              <a:gd name="connsiteY34-152" fmla="*/ 1713434 h 2633810"/>
              <a:gd name="connsiteX35-153" fmla="*/ 3078958 w 3217557"/>
              <a:gd name="connsiteY35-154" fmla="*/ 2077967 h 2633810"/>
              <a:gd name="connsiteX36-155" fmla="*/ 2505887 w 3217557"/>
              <a:gd name="connsiteY36-156" fmla="*/ 1713434 h 2633810"/>
              <a:gd name="connsiteX37-157" fmla="*/ 2886641 w 3217557"/>
              <a:gd name="connsiteY37-158" fmla="*/ 1713434 h 2633810"/>
              <a:gd name="connsiteX38-159" fmla="*/ 3217557 w 3217557"/>
              <a:gd name="connsiteY38-160" fmla="*/ 1382518 h 2633810"/>
              <a:gd name="connsiteX39-161" fmla="*/ 3217557 w 3217557"/>
              <a:gd name="connsiteY39-162" fmla="*/ 330916 h 2633810"/>
              <a:gd name="connsiteX40-163" fmla="*/ 2886641 w 3217557"/>
              <a:gd name="connsiteY40-164" fmla="*/ 0 h 2633810"/>
              <a:gd name="connsiteX0-165" fmla="*/ 1384251 w 3217557"/>
              <a:gd name="connsiteY0-166" fmla="*/ 661544 h 2633810"/>
              <a:gd name="connsiteX1-167" fmla="*/ 1574067 w 3217557"/>
              <a:gd name="connsiteY1-168" fmla="*/ 851360 h 2633810"/>
              <a:gd name="connsiteX2-169" fmla="*/ 1384251 w 3217557"/>
              <a:gd name="connsiteY2-170" fmla="*/ 1041176 h 2633810"/>
              <a:gd name="connsiteX3-171" fmla="*/ 1194435 w 3217557"/>
              <a:gd name="connsiteY3-172" fmla="*/ 851360 h 2633810"/>
              <a:gd name="connsiteX4-173" fmla="*/ 1384251 w 3217557"/>
              <a:gd name="connsiteY4-174" fmla="*/ 661544 h 2633810"/>
              <a:gd name="connsiteX5-175" fmla="*/ 1993421 w 3217557"/>
              <a:gd name="connsiteY5-176" fmla="*/ 661544 h 2633810"/>
              <a:gd name="connsiteX6-177" fmla="*/ 2183237 w 3217557"/>
              <a:gd name="connsiteY6-178" fmla="*/ 851360 h 2633810"/>
              <a:gd name="connsiteX7-179" fmla="*/ 1993421 w 3217557"/>
              <a:gd name="connsiteY7-180" fmla="*/ 1041176 h 2633810"/>
              <a:gd name="connsiteX8-181" fmla="*/ 1803605 w 3217557"/>
              <a:gd name="connsiteY8-182" fmla="*/ 851360 h 2633810"/>
              <a:gd name="connsiteX9-183" fmla="*/ 1993421 w 3217557"/>
              <a:gd name="connsiteY9-184" fmla="*/ 661544 h 2633810"/>
              <a:gd name="connsiteX10-185" fmla="*/ 2602591 w 3217557"/>
              <a:gd name="connsiteY10-186" fmla="*/ 661544 h 2633810"/>
              <a:gd name="connsiteX11-187" fmla="*/ 2792407 w 3217557"/>
              <a:gd name="connsiteY11-188" fmla="*/ 851360 h 2633810"/>
              <a:gd name="connsiteX12-189" fmla="*/ 2602591 w 3217557"/>
              <a:gd name="connsiteY12-190" fmla="*/ 1041176 h 2633810"/>
              <a:gd name="connsiteX13-191" fmla="*/ 2412775 w 3217557"/>
              <a:gd name="connsiteY13-192" fmla="*/ 851360 h 2633810"/>
              <a:gd name="connsiteX14-193" fmla="*/ 2602591 w 3217557"/>
              <a:gd name="connsiteY14-194" fmla="*/ 661544 h 2633810"/>
              <a:gd name="connsiteX15-195" fmla="*/ 677114 w 3217557"/>
              <a:gd name="connsiteY15-196" fmla="*/ 569491 h 2633810"/>
              <a:gd name="connsiteX16-197" fmla="*/ 330916 w 3217557"/>
              <a:gd name="connsiteY16-198" fmla="*/ 569491 h 2633810"/>
              <a:gd name="connsiteX17-199" fmla="*/ 0 w 3217557"/>
              <a:gd name="connsiteY17-200" fmla="*/ 900407 h 2633810"/>
              <a:gd name="connsiteX18-201" fmla="*/ 0 w 3217557"/>
              <a:gd name="connsiteY18-202" fmla="*/ 1952009 h 2633810"/>
              <a:gd name="connsiteX19-203" fmla="*/ 330916 w 3217557"/>
              <a:gd name="connsiteY19-204" fmla="*/ 2282925 h 2633810"/>
              <a:gd name="connsiteX20-205" fmla="*/ 711670 w 3217557"/>
              <a:gd name="connsiteY20-206" fmla="*/ 2282925 h 2633810"/>
              <a:gd name="connsiteX21-207" fmla="*/ 165895 w 3217557"/>
              <a:gd name="connsiteY21-208" fmla="*/ 2633810 h 2633810"/>
              <a:gd name="connsiteX22-209" fmla="*/ 1294529 w 3217557"/>
              <a:gd name="connsiteY22-210" fmla="*/ 2282925 h 2633810"/>
              <a:gd name="connsiteX23-211" fmla="*/ 2117356 w 3217557"/>
              <a:gd name="connsiteY23-212" fmla="*/ 2282925 h 2633810"/>
              <a:gd name="connsiteX24-213" fmla="*/ 2418395 w 3217557"/>
              <a:gd name="connsiteY24-214" fmla="*/ 2087951 h 2633810"/>
              <a:gd name="connsiteX25-215" fmla="*/ 1830857 w 3217557"/>
              <a:gd name="connsiteY25-216" fmla="*/ 1799347 h 2633810"/>
              <a:gd name="connsiteX26-217" fmla="*/ 1008030 w 3217557"/>
              <a:gd name="connsiteY26-218" fmla="*/ 1799347 h 2633810"/>
              <a:gd name="connsiteX27-219" fmla="*/ 677114 w 3217557"/>
              <a:gd name="connsiteY27-220" fmla="*/ 1468431 h 2633810"/>
              <a:gd name="connsiteX28-221" fmla="*/ 677114 w 3217557"/>
              <a:gd name="connsiteY28-222" fmla="*/ 569491 h 2633810"/>
              <a:gd name="connsiteX29-223" fmla="*/ 2886641 w 3217557"/>
              <a:gd name="connsiteY29-224" fmla="*/ 0 h 2633810"/>
              <a:gd name="connsiteX30-225" fmla="*/ 1100201 w 3217557"/>
              <a:gd name="connsiteY30-226" fmla="*/ 0 h 2633810"/>
              <a:gd name="connsiteX31-227" fmla="*/ 769285 w 3217557"/>
              <a:gd name="connsiteY31-228" fmla="*/ 330916 h 2633810"/>
              <a:gd name="connsiteX32-229" fmla="*/ 769285 w 3217557"/>
              <a:gd name="connsiteY32-230" fmla="*/ 1382518 h 2633810"/>
              <a:gd name="connsiteX33-231" fmla="*/ 1100201 w 3217557"/>
              <a:gd name="connsiteY33-232" fmla="*/ 1713434 h 2633810"/>
              <a:gd name="connsiteX34-233" fmla="*/ 1923028 w 3217557"/>
              <a:gd name="connsiteY34-234" fmla="*/ 1713434 h 2633810"/>
              <a:gd name="connsiteX35-235" fmla="*/ 3078958 w 3217557"/>
              <a:gd name="connsiteY35-236" fmla="*/ 2077967 h 2633810"/>
              <a:gd name="connsiteX36-237" fmla="*/ 2505887 w 3217557"/>
              <a:gd name="connsiteY36-238" fmla="*/ 1713434 h 2633810"/>
              <a:gd name="connsiteX37-239" fmla="*/ 2886641 w 3217557"/>
              <a:gd name="connsiteY37-240" fmla="*/ 1713434 h 2633810"/>
              <a:gd name="connsiteX38-241" fmla="*/ 3217557 w 3217557"/>
              <a:gd name="connsiteY38-242" fmla="*/ 1382518 h 2633810"/>
              <a:gd name="connsiteX39-243" fmla="*/ 3217557 w 3217557"/>
              <a:gd name="connsiteY39-244" fmla="*/ 330916 h 2633810"/>
              <a:gd name="connsiteX40-245" fmla="*/ 2886641 w 3217557"/>
              <a:gd name="connsiteY40-246" fmla="*/ 0 h 2633810"/>
              <a:gd name="connsiteX0-247" fmla="*/ 1384251 w 3217557"/>
              <a:gd name="connsiteY0-248" fmla="*/ 661544 h 2633810"/>
              <a:gd name="connsiteX1-249" fmla="*/ 1574067 w 3217557"/>
              <a:gd name="connsiteY1-250" fmla="*/ 851360 h 2633810"/>
              <a:gd name="connsiteX2-251" fmla="*/ 1384251 w 3217557"/>
              <a:gd name="connsiteY2-252" fmla="*/ 1041176 h 2633810"/>
              <a:gd name="connsiteX3-253" fmla="*/ 1194435 w 3217557"/>
              <a:gd name="connsiteY3-254" fmla="*/ 851360 h 2633810"/>
              <a:gd name="connsiteX4-255" fmla="*/ 1384251 w 3217557"/>
              <a:gd name="connsiteY4-256" fmla="*/ 661544 h 2633810"/>
              <a:gd name="connsiteX5-257" fmla="*/ 1993421 w 3217557"/>
              <a:gd name="connsiteY5-258" fmla="*/ 661544 h 2633810"/>
              <a:gd name="connsiteX6-259" fmla="*/ 2183237 w 3217557"/>
              <a:gd name="connsiteY6-260" fmla="*/ 851360 h 2633810"/>
              <a:gd name="connsiteX7-261" fmla="*/ 1993421 w 3217557"/>
              <a:gd name="connsiteY7-262" fmla="*/ 1041176 h 2633810"/>
              <a:gd name="connsiteX8-263" fmla="*/ 1803605 w 3217557"/>
              <a:gd name="connsiteY8-264" fmla="*/ 851360 h 2633810"/>
              <a:gd name="connsiteX9-265" fmla="*/ 1993421 w 3217557"/>
              <a:gd name="connsiteY9-266" fmla="*/ 661544 h 2633810"/>
              <a:gd name="connsiteX10-267" fmla="*/ 2602591 w 3217557"/>
              <a:gd name="connsiteY10-268" fmla="*/ 661544 h 2633810"/>
              <a:gd name="connsiteX11-269" fmla="*/ 2792407 w 3217557"/>
              <a:gd name="connsiteY11-270" fmla="*/ 851360 h 2633810"/>
              <a:gd name="connsiteX12-271" fmla="*/ 2602591 w 3217557"/>
              <a:gd name="connsiteY12-272" fmla="*/ 1041176 h 2633810"/>
              <a:gd name="connsiteX13-273" fmla="*/ 2412775 w 3217557"/>
              <a:gd name="connsiteY13-274" fmla="*/ 851360 h 2633810"/>
              <a:gd name="connsiteX14-275" fmla="*/ 2602591 w 3217557"/>
              <a:gd name="connsiteY14-276" fmla="*/ 661544 h 2633810"/>
              <a:gd name="connsiteX15-277" fmla="*/ 677114 w 3217557"/>
              <a:gd name="connsiteY15-278" fmla="*/ 569491 h 2633810"/>
              <a:gd name="connsiteX16-279" fmla="*/ 330916 w 3217557"/>
              <a:gd name="connsiteY16-280" fmla="*/ 569491 h 2633810"/>
              <a:gd name="connsiteX17-281" fmla="*/ 0 w 3217557"/>
              <a:gd name="connsiteY17-282" fmla="*/ 900407 h 2633810"/>
              <a:gd name="connsiteX18-283" fmla="*/ 0 w 3217557"/>
              <a:gd name="connsiteY18-284" fmla="*/ 1952009 h 2633810"/>
              <a:gd name="connsiteX19-285" fmla="*/ 330916 w 3217557"/>
              <a:gd name="connsiteY19-286" fmla="*/ 2282925 h 2633810"/>
              <a:gd name="connsiteX20-287" fmla="*/ 711670 w 3217557"/>
              <a:gd name="connsiteY20-288" fmla="*/ 2282925 h 2633810"/>
              <a:gd name="connsiteX21-289" fmla="*/ 165895 w 3217557"/>
              <a:gd name="connsiteY21-290" fmla="*/ 2633810 h 2633810"/>
              <a:gd name="connsiteX22-291" fmla="*/ 1294529 w 3217557"/>
              <a:gd name="connsiteY22-292" fmla="*/ 2282925 h 2633810"/>
              <a:gd name="connsiteX23-293" fmla="*/ 2117356 w 3217557"/>
              <a:gd name="connsiteY23-294" fmla="*/ 2282925 h 2633810"/>
              <a:gd name="connsiteX24-295" fmla="*/ 2418395 w 3217557"/>
              <a:gd name="connsiteY24-296" fmla="*/ 2087951 h 2633810"/>
              <a:gd name="connsiteX25-297" fmla="*/ 1830857 w 3217557"/>
              <a:gd name="connsiteY25-298" fmla="*/ 1799347 h 2633810"/>
              <a:gd name="connsiteX26-299" fmla="*/ 1008030 w 3217557"/>
              <a:gd name="connsiteY26-300" fmla="*/ 1799347 h 2633810"/>
              <a:gd name="connsiteX27-301" fmla="*/ 677114 w 3217557"/>
              <a:gd name="connsiteY27-302" fmla="*/ 1468431 h 2633810"/>
              <a:gd name="connsiteX28-303" fmla="*/ 677114 w 3217557"/>
              <a:gd name="connsiteY28-304" fmla="*/ 569491 h 2633810"/>
              <a:gd name="connsiteX29-305" fmla="*/ 2886641 w 3217557"/>
              <a:gd name="connsiteY29-306" fmla="*/ 0 h 2633810"/>
              <a:gd name="connsiteX30-307" fmla="*/ 1100201 w 3217557"/>
              <a:gd name="connsiteY30-308" fmla="*/ 0 h 2633810"/>
              <a:gd name="connsiteX31-309" fmla="*/ 769285 w 3217557"/>
              <a:gd name="connsiteY31-310" fmla="*/ 330916 h 2633810"/>
              <a:gd name="connsiteX32-311" fmla="*/ 769285 w 3217557"/>
              <a:gd name="connsiteY32-312" fmla="*/ 1382518 h 2633810"/>
              <a:gd name="connsiteX33-313" fmla="*/ 1100201 w 3217557"/>
              <a:gd name="connsiteY33-314" fmla="*/ 1713434 h 2633810"/>
              <a:gd name="connsiteX34-315" fmla="*/ 1923028 w 3217557"/>
              <a:gd name="connsiteY34-316" fmla="*/ 1713434 h 2633810"/>
              <a:gd name="connsiteX35-317" fmla="*/ 3078958 w 3217557"/>
              <a:gd name="connsiteY35-318" fmla="*/ 2077967 h 2633810"/>
              <a:gd name="connsiteX36-319" fmla="*/ 2505887 w 3217557"/>
              <a:gd name="connsiteY36-320" fmla="*/ 1713434 h 2633810"/>
              <a:gd name="connsiteX37-321" fmla="*/ 2886641 w 3217557"/>
              <a:gd name="connsiteY37-322" fmla="*/ 1713434 h 2633810"/>
              <a:gd name="connsiteX38-323" fmla="*/ 3217557 w 3217557"/>
              <a:gd name="connsiteY38-324" fmla="*/ 1382518 h 2633810"/>
              <a:gd name="connsiteX39-325" fmla="*/ 3217557 w 3217557"/>
              <a:gd name="connsiteY39-326" fmla="*/ 330916 h 2633810"/>
              <a:gd name="connsiteX40-327" fmla="*/ 2886641 w 3217557"/>
              <a:gd name="connsiteY40-328" fmla="*/ 0 h 2633810"/>
              <a:gd name="connsiteX0-329" fmla="*/ 1384251 w 3217557"/>
              <a:gd name="connsiteY0-330" fmla="*/ 661544 h 2654282"/>
              <a:gd name="connsiteX1-331" fmla="*/ 1574067 w 3217557"/>
              <a:gd name="connsiteY1-332" fmla="*/ 851360 h 2654282"/>
              <a:gd name="connsiteX2-333" fmla="*/ 1384251 w 3217557"/>
              <a:gd name="connsiteY2-334" fmla="*/ 1041176 h 2654282"/>
              <a:gd name="connsiteX3-335" fmla="*/ 1194435 w 3217557"/>
              <a:gd name="connsiteY3-336" fmla="*/ 851360 h 2654282"/>
              <a:gd name="connsiteX4-337" fmla="*/ 1384251 w 3217557"/>
              <a:gd name="connsiteY4-338" fmla="*/ 661544 h 2654282"/>
              <a:gd name="connsiteX5-339" fmla="*/ 1993421 w 3217557"/>
              <a:gd name="connsiteY5-340" fmla="*/ 661544 h 2654282"/>
              <a:gd name="connsiteX6-341" fmla="*/ 2183237 w 3217557"/>
              <a:gd name="connsiteY6-342" fmla="*/ 851360 h 2654282"/>
              <a:gd name="connsiteX7-343" fmla="*/ 1993421 w 3217557"/>
              <a:gd name="connsiteY7-344" fmla="*/ 1041176 h 2654282"/>
              <a:gd name="connsiteX8-345" fmla="*/ 1803605 w 3217557"/>
              <a:gd name="connsiteY8-346" fmla="*/ 851360 h 2654282"/>
              <a:gd name="connsiteX9-347" fmla="*/ 1993421 w 3217557"/>
              <a:gd name="connsiteY9-348" fmla="*/ 661544 h 2654282"/>
              <a:gd name="connsiteX10-349" fmla="*/ 2602591 w 3217557"/>
              <a:gd name="connsiteY10-350" fmla="*/ 661544 h 2654282"/>
              <a:gd name="connsiteX11-351" fmla="*/ 2792407 w 3217557"/>
              <a:gd name="connsiteY11-352" fmla="*/ 851360 h 2654282"/>
              <a:gd name="connsiteX12-353" fmla="*/ 2602591 w 3217557"/>
              <a:gd name="connsiteY12-354" fmla="*/ 1041176 h 2654282"/>
              <a:gd name="connsiteX13-355" fmla="*/ 2412775 w 3217557"/>
              <a:gd name="connsiteY13-356" fmla="*/ 851360 h 2654282"/>
              <a:gd name="connsiteX14-357" fmla="*/ 2602591 w 3217557"/>
              <a:gd name="connsiteY14-358" fmla="*/ 661544 h 2654282"/>
              <a:gd name="connsiteX15-359" fmla="*/ 677114 w 3217557"/>
              <a:gd name="connsiteY15-360" fmla="*/ 569491 h 2654282"/>
              <a:gd name="connsiteX16-361" fmla="*/ 330916 w 3217557"/>
              <a:gd name="connsiteY16-362" fmla="*/ 569491 h 2654282"/>
              <a:gd name="connsiteX17-363" fmla="*/ 0 w 3217557"/>
              <a:gd name="connsiteY17-364" fmla="*/ 900407 h 2654282"/>
              <a:gd name="connsiteX18-365" fmla="*/ 0 w 3217557"/>
              <a:gd name="connsiteY18-366" fmla="*/ 1952009 h 2654282"/>
              <a:gd name="connsiteX19-367" fmla="*/ 330916 w 3217557"/>
              <a:gd name="connsiteY19-368" fmla="*/ 2282925 h 2654282"/>
              <a:gd name="connsiteX20-369" fmla="*/ 711670 w 3217557"/>
              <a:gd name="connsiteY20-370" fmla="*/ 2282925 h 2654282"/>
              <a:gd name="connsiteX21-371" fmla="*/ 275077 w 3217557"/>
              <a:gd name="connsiteY21-372" fmla="*/ 2654282 h 2654282"/>
              <a:gd name="connsiteX22-373" fmla="*/ 1294529 w 3217557"/>
              <a:gd name="connsiteY22-374" fmla="*/ 2282925 h 2654282"/>
              <a:gd name="connsiteX23-375" fmla="*/ 2117356 w 3217557"/>
              <a:gd name="connsiteY23-376" fmla="*/ 2282925 h 2654282"/>
              <a:gd name="connsiteX24-377" fmla="*/ 2418395 w 3217557"/>
              <a:gd name="connsiteY24-378" fmla="*/ 2087951 h 2654282"/>
              <a:gd name="connsiteX25-379" fmla="*/ 1830857 w 3217557"/>
              <a:gd name="connsiteY25-380" fmla="*/ 1799347 h 2654282"/>
              <a:gd name="connsiteX26-381" fmla="*/ 1008030 w 3217557"/>
              <a:gd name="connsiteY26-382" fmla="*/ 1799347 h 2654282"/>
              <a:gd name="connsiteX27-383" fmla="*/ 677114 w 3217557"/>
              <a:gd name="connsiteY27-384" fmla="*/ 1468431 h 2654282"/>
              <a:gd name="connsiteX28-385" fmla="*/ 677114 w 3217557"/>
              <a:gd name="connsiteY28-386" fmla="*/ 569491 h 2654282"/>
              <a:gd name="connsiteX29-387" fmla="*/ 2886641 w 3217557"/>
              <a:gd name="connsiteY29-388" fmla="*/ 0 h 2654282"/>
              <a:gd name="connsiteX30-389" fmla="*/ 1100201 w 3217557"/>
              <a:gd name="connsiteY30-390" fmla="*/ 0 h 2654282"/>
              <a:gd name="connsiteX31-391" fmla="*/ 769285 w 3217557"/>
              <a:gd name="connsiteY31-392" fmla="*/ 330916 h 2654282"/>
              <a:gd name="connsiteX32-393" fmla="*/ 769285 w 3217557"/>
              <a:gd name="connsiteY32-394" fmla="*/ 1382518 h 2654282"/>
              <a:gd name="connsiteX33-395" fmla="*/ 1100201 w 3217557"/>
              <a:gd name="connsiteY33-396" fmla="*/ 1713434 h 2654282"/>
              <a:gd name="connsiteX34-397" fmla="*/ 1923028 w 3217557"/>
              <a:gd name="connsiteY34-398" fmla="*/ 1713434 h 2654282"/>
              <a:gd name="connsiteX35-399" fmla="*/ 3078958 w 3217557"/>
              <a:gd name="connsiteY35-400" fmla="*/ 2077967 h 2654282"/>
              <a:gd name="connsiteX36-401" fmla="*/ 2505887 w 3217557"/>
              <a:gd name="connsiteY36-402" fmla="*/ 1713434 h 2654282"/>
              <a:gd name="connsiteX37-403" fmla="*/ 2886641 w 3217557"/>
              <a:gd name="connsiteY37-404" fmla="*/ 1713434 h 2654282"/>
              <a:gd name="connsiteX38-405" fmla="*/ 3217557 w 3217557"/>
              <a:gd name="connsiteY38-406" fmla="*/ 1382518 h 2654282"/>
              <a:gd name="connsiteX39-407" fmla="*/ 3217557 w 3217557"/>
              <a:gd name="connsiteY39-408" fmla="*/ 330916 h 2654282"/>
              <a:gd name="connsiteX40-409" fmla="*/ 2886641 w 3217557"/>
              <a:gd name="connsiteY40-410" fmla="*/ 0 h 2654282"/>
              <a:gd name="connsiteX0-411" fmla="*/ 1384251 w 3217557"/>
              <a:gd name="connsiteY0-412" fmla="*/ 661544 h 2654282"/>
              <a:gd name="connsiteX1-413" fmla="*/ 1574067 w 3217557"/>
              <a:gd name="connsiteY1-414" fmla="*/ 851360 h 2654282"/>
              <a:gd name="connsiteX2-415" fmla="*/ 1384251 w 3217557"/>
              <a:gd name="connsiteY2-416" fmla="*/ 1041176 h 2654282"/>
              <a:gd name="connsiteX3-417" fmla="*/ 1194435 w 3217557"/>
              <a:gd name="connsiteY3-418" fmla="*/ 851360 h 2654282"/>
              <a:gd name="connsiteX4-419" fmla="*/ 1384251 w 3217557"/>
              <a:gd name="connsiteY4-420" fmla="*/ 661544 h 2654282"/>
              <a:gd name="connsiteX5-421" fmla="*/ 1993421 w 3217557"/>
              <a:gd name="connsiteY5-422" fmla="*/ 661544 h 2654282"/>
              <a:gd name="connsiteX6-423" fmla="*/ 2183237 w 3217557"/>
              <a:gd name="connsiteY6-424" fmla="*/ 851360 h 2654282"/>
              <a:gd name="connsiteX7-425" fmla="*/ 1993421 w 3217557"/>
              <a:gd name="connsiteY7-426" fmla="*/ 1041176 h 2654282"/>
              <a:gd name="connsiteX8-427" fmla="*/ 1803605 w 3217557"/>
              <a:gd name="connsiteY8-428" fmla="*/ 851360 h 2654282"/>
              <a:gd name="connsiteX9-429" fmla="*/ 1993421 w 3217557"/>
              <a:gd name="connsiteY9-430" fmla="*/ 661544 h 2654282"/>
              <a:gd name="connsiteX10-431" fmla="*/ 2602591 w 3217557"/>
              <a:gd name="connsiteY10-432" fmla="*/ 661544 h 2654282"/>
              <a:gd name="connsiteX11-433" fmla="*/ 2792407 w 3217557"/>
              <a:gd name="connsiteY11-434" fmla="*/ 851360 h 2654282"/>
              <a:gd name="connsiteX12-435" fmla="*/ 2602591 w 3217557"/>
              <a:gd name="connsiteY12-436" fmla="*/ 1041176 h 2654282"/>
              <a:gd name="connsiteX13-437" fmla="*/ 2412775 w 3217557"/>
              <a:gd name="connsiteY13-438" fmla="*/ 851360 h 2654282"/>
              <a:gd name="connsiteX14-439" fmla="*/ 2602591 w 3217557"/>
              <a:gd name="connsiteY14-440" fmla="*/ 661544 h 2654282"/>
              <a:gd name="connsiteX15-441" fmla="*/ 677114 w 3217557"/>
              <a:gd name="connsiteY15-442" fmla="*/ 569491 h 2654282"/>
              <a:gd name="connsiteX16-443" fmla="*/ 330916 w 3217557"/>
              <a:gd name="connsiteY16-444" fmla="*/ 569491 h 2654282"/>
              <a:gd name="connsiteX17-445" fmla="*/ 0 w 3217557"/>
              <a:gd name="connsiteY17-446" fmla="*/ 900407 h 2654282"/>
              <a:gd name="connsiteX18-447" fmla="*/ 0 w 3217557"/>
              <a:gd name="connsiteY18-448" fmla="*/ 1952009 h 2654282"/>
              <a:gd name="connsiteX19-449" fmla="*/ 330916 w 3217557"/>
              <a:gd name="connsiteY19-450" fmla="*/ 2282925 h 2654282"/>
              <a:gd name="connsiteX20-451" fmla="*/ 711670 w 3217557"/>
              <a:gd name="connsiteY20-452" fmla="*/ 2282925 h 2654282"/>
              <a:gd name="connsiteX21-453" fmla="*/ 275077 w 3217557"/>
              <a:gd name="connsiteY21-454" fmla="*/ 2654282 h 2654282"/>
              <a:gd name="connsiteX22-455" fmla="*/ 1294529 w 3217557"/>
              <a:gd name="connsiteY22-456" fmla="*/ 2282925 h 2654282"/>
              <a:gd name="connsiteX23-457" fmla="*/ 2117356 w 3217557"/>
              <a:gd name="connsiteY23-458" fmla="*/ 2282925 h 2654282"/>
              <a:gd name="connsiteX24-459" fmla="*/ 2418395 w 3217557"/>
              <a:gd name="connsiteY24-460" fmla="*/ 2087951 h 2654282"/>
              <a:gd name="connsiteX25-461" fmla="*/ 1830857 w 3217557"/>
              <a:gd name="connsiteY25-462" fmla="*/ 1799347 h 2654282"/>
              <a:gd name="connsiteX26-463" fmla="*/ 1008030 w 3217557"/>
              <a:gd name="connsiteY26-464" fmla="*/ 1799347 h 2654282"/>
              <a:gd name="connsiteX27-465" fmla="*/ 677114 w 3217557"/>
              <a:gd name="connsiteY27-466" fmla="*/ 1468431 h 2654282"/>
              <a:gd name="connsiteX28-467" fmla="*/ 677114 w 3217557"/>
              <a:gd name="connsiteY28-468" fmla="*/ 569491 h 2654282"/>
              <a:gd name="connsiteX29-469" fmla="*/ 2886641 w 3217557"/>
              <a:gd name="connsiteY29-470" fmla="*/ 0 h 2654282"/>
              <a:gd name="connsiteX30-471" fmla="*/ 1100201 w 3217557"/>
              <a:gd name="connsiteY30-472" fmla="*/ 0 h 2654282"/>
              <a:gd name="connsiteX31-473" fmla="*/ 769285 w 3217557"/>
              <a:gd name="connsiteY31-474" fmla="*/ 330916 h 2654282"/>
              <a:gd name="connsiteX32-475" fmla="*/ 769285 w 3217557"/>
              <a:gd name="connsiteY32-476" fmla="*/ 1382518 h 2654282"/>
              <a:gd name="connsiteX33-477" fmla="*/ 1100201 w 3217557"/>
              <a:gd name="connsiteY33-478" fmla="*/ 1713434 h 2654282"/>
              <a:gd name="connsiteX34-479" fmla="*/ 1923028 w 3217557"/>
              <a:gd name="connsiteY34-480" fmla="*/ 1713434 h 2654282"/>
              <a:gd name="connsiteX35-481" fmla="*/ 3078958 w 3217557"/>
              <a:gd name="connsiteY35-482" fmla="*/ 2077967 h 2654282"/>
              <a:gd name="connsiteX36-483" fmla="*/ 2505887 w 3217557"/>
              <a:gd name="connsiteY36-484" fmla="*/ 1713434 h 2654282"/>
              <a:gd name="connsiteX37-485" fmla="*/ 2886641 w 3217557"/>
              <a:gd name="connsiteY37-486" fmla="*/ 1713434 h 2654282"/>
              <a:gd name="connsiteX38-487" fmla="*/ 3217557 w 3217557"/>
              <a:gd name="connsiteY38-488" fmla="*/ 1382518 h 2654282"/>
              <a:gd name="connsiteX39-489" fmla="*/ 3217557 w 3217557"/>
              <a:gd name="connsiteY39-490" fmla="*/ 330916 h 2654282"/>
              <a:gd name="connsiteX40-491" fmla="*/ 2886641 w 3217557"/>
              <a:gd name="connsiteY40-492" fmla="*/ 0 h 2654282"/>
              <a:gd name="connsiteX0-493" fmla="*/ 1384251 w 3217557"/>
              <a:gd name="connsiteY0-494" fmla="*/ 661544 h 2654282"/>
              <a:gd name="connsiteX1-495" fmla="*/ 1574067 w 3217557"/>
              <a:gd name="connsiteY1-496" fmla="*/ 851360 h 2654282"/>
              <a:gd name="connsiteX2-497" fmla="*/ 1384251 w 3217557"/>
              <a:gd name="connsiteY2-498" fmla="*/ 1041176 h 2654282"/>
              <a:gd name="connsiteX3-499" fmla="*/ 1194435 w 3217557"/>
              <a:gd name="connsiteY3-500" fmla="*/ 851360 h 2654282"/>
              <a:gd name="connsiteX4-501" fmla="*/ 1384251 w 3217557"/>
              <a:gd name="connsiteY4-502" fmla="*/ 661544 h 2654282"/>
              <a:gd name="connsiteX5-503" fmla="*/ 1993421 w 3217557"/>
              <a:gd name="connsiteY5-504" fmla="*/ 661544 h 2654282"/>
              <a:gd name="connsiteX6-505" fmla="*/ 2183237 w 3217557"/>
              <a:gd name="connsiteY6-506" fmla="*/ 851360 h 2654282"/>
              <a:gd name="connsiteX7-507" fmla="*/ 1993421 w 3217557"/>
              <a:gd name="connsiteY7-508" fmla="*/ 1041176 h 2654282"/>
              <a:gd name="connsiteX8-509" fmla="*/ 1803605 w 3217557"/>
              <a:gd name="connsiteY8-510" fmla="*/ 851360 h 2654282"/>
              <a:gd name="connsiteX9-511" fmla="*/ 1993421 w 3217557"/>
              <a:gd name="connsiteY9-512" fmla="*/ 661544 h 2654282"/>
              <a:gd name="connsiteX10-513" fmla="*/ 2602591 w 3217557"/>
              <a:gd name="connsiteY10-514" fmla="*/ 661544 h 2654282"/>
              <a:gd name="connsiteX11-515" fmla="*/ 2792407 w 3217557"/>
              <a:gd name="connsiteY11-516" fmla="*/ 851360 h 2654282"/>
              <a:gd name="connsiteX12-517" fmla="*/ 2602591 w 3217557"/>
              <a:gd name="connsiteY12-518" fmla="*/ 1041176 h 2654282"/>
              <a:gd name="connsiteX13-519" fmla="*/ 2412775 w 3217557"/>
              <a:gd name="connsiteY13-520" fmla="*/ 851360 h 2654282"/>
              <a:gd name="connsiteX14-521" fmla="*/ 2602591 w 3217557"/>
              <a:gd name="connsiteY14-522" fmla="*/ 661544 h 2654282"/>
              <a:gd name="connsiteX15-523" fmla="*/ 677114 w 3217557"/>
              <a:gd name="connsiteY15-524" fmla="*/ 569491 h 2654282"/>
              <a:gd name="connsiteX16-525" fmla="*/ 330916 w 3217557"/>
              <a:gd name="connsiteY16-526" fmla="*/ 569491 h 2654282"/>
              <a:gd name="connsiteX17-527" fmla="*/ 0 w 3217557"/>
              <a:gd name="connsiteY17-528" fmla="*/ 900407 h 2654282"/>
              <a:gd name="connsiteX18-529" fmla="*/ 0 w 3217557"/>
              <a:gd name="connsiteY18-530" fmla="*/ 1952009 h 2654282"/>
              <a:gd name="connsiteX19-531" fmla="*/ 330916 w 3217557"/>
              <a:gd name="connsiteY19-532" fmla="*/ 2282925 h 2654282"/>
              <a:gd name="connsiteX20-533" fmla="*/ 711670 w 3217557"/>
              <a:gd name="connsiteY20-534" fmla="*/ 2282925 h 2654282"/>
              <a:gd name="connsiteX21-535" fmla="*/ 275077 w 3217557"/>
              <a:gd name="connsiteY21-536" fmla="*/ 2654282 h 2654282"/>
              <a:gd name="connsiteX22-537" fmla="*/ 1294529 w 3217557"/>
              <a:gd name="connsiteY22-538" fmla="*/ 2282925 h 2654282"/>
              <a:gd name="connsiteX23-539" fmla="*/ 2117356 w 3217557"/>
              <a:gd name="connsiteY23-540" fmla="*/ 2282925 h 2654282"/>
              <a:gd name="connsiteX24-541" fmla="*/ 2418395 w 3217557"/>
              <a:gd name="connsiteY24-542" fmla="*/ 2087951 h 2654282"/>
              <a:gd name="connsiteX25-543" fmla="*/ 1830857 w 3217557"/>
              <a:gd name="connsiteY25-544" fmla="*/ 1799347 h 2654282"/>
              <a:gd name="connsiteX26-545" fmla="*/ 1008030 w 3217557"/>
              <a:gd name="connsiteY26-546" fmla="*/ 1799347 h 2654282"/>
              <a:gd name="connsiteX27-547" fmla="*/ 677114 w 3217557"/>
              <a:gd name="connsiteY27-548" fmla="*/ 1468431 h 2654282"/>
              <a:gd name="connsiteX28-549" fmla="*/ 677114 w 3217557"/>
              <a:gd name="connsiteY28-550" fmla="*/ 569491 h 2654282"/>
              <a:gd name="connsiteX29-551" fmla="*/ 2886641 w 3217557"/>
              <a:gd name="connsiteY29-552" fmla="*/ 0 h 2654282"/>
              <a:gd name="connsiteX30-553" fmla="*/ 1100201 w 3217557"/>
              <a:gd name="connsiteY30-554" fmla="*/ 0 h 2654282"/>
              <a:gd name="connsiteX31-555" fmla="*/ 769285 w 3217557"/>
              <a:gd name="connsiteY31-556" fmla="*/ 330916 h 2654282"/>
              <a:gd name="connsiteX32-557" fmla="*/ 769285 w 3217557"/>
              <a:gd name="connsiteY32-558" fmla="*/ 1382518 h 2654282"/>
              <a:gd name="connsiteX33-559" fmla="*/ 1100201 w 3217557"/>
              <a:gd name="connsiteY33-560" fmla="*/ 1713434 h 2654282"/>
              <a:gd name="connsiteX34-561" fmla="*/ 1923028 w 3217557"/>
              <a:gd name="connsiteY34-562" fmla="*/ 1713434 h 2654282"/>
              <a:gd name="connsiteX35-563" fmla="*/ 3078958 w 3217557"/>
              <a:gd name="connsiteY35-564" fmla="*/ 2077967 h 2654282"/>
              <a:gd name="connsiteX36-565" fmla="*/ 2505887 w 3217557"/>
              <a:gd name="connsiteY36-566" fmla="*/ 1713434 h 2654282"/>
              <a:gd name="connsiteX37-567" fmla="*/ 2886641 w 3217557"/>
              <a:gd name="connsiteY37-568" fmla="*/ 1713434 h 2654282"/>
              <a:gd name="connsiteX38-569" fmla="*/ 3217557 w 3217557"/>
              <a:gd name="connsiteY38-570" fmla="*/ 1382518 h 2654282"/>
              <a:gd name="connsiteX39-571" fmla="*/ 3217557 w 3217557"/>
              <a:gd name="connsiteY39-572" fmla="*/ 330916 h 2654282"/>
              <a:gd name="connsiteX40-573" fmla="*/ 2886641 w 3217557"/>
              <a:gd name="connsiteY40-574" fmla="*/ 0 h 2654282"/>
              <a:gd name="connsiteX0-575" fmla="*/ 1384251 w 3217557"/>
              <a:gd name="connsiteY0-576" fmla="*/ 661544 h 2654282"/>
              <a:gd name="connsiteX1-577" fmla="*/ 1574067 w 3217557"/>
              <a:gd name="connsiteY1-578" fmla="*/ 851360 h 2654282"/>
              <a:gd name="connsiteX2-579" fmla="*/ 1384251 w 3217557"/>
              <a:gd name="connsiteY2-580" fmla="*/ 1041176 h 2654282"/>
              <a:gd name="connsiteX3-581" fmla="*/ 1194435 w 3217557"/>
              <a:gd name="connsiteY3-582" fmla="*/ 851360 h 2654282"/>
              <a:gd name="connsiteX4-583" fmla="*/ 1384251 w 3217557"/>
              <a:gd name="connsiteY4-584" fmla="*/ 661544 h 2654282"/>
              <a:gd name="connsiteX5-585" fmla="*/ 1993421 w 3217557"/>
              <a:gd name="connsiteY5-586" fmla="*/ 661544 h 2654282"/>
              <a:gd name="connsiteX6-587" fmla="*/ 2183237 w 3217557"/>
              <a:gd name="connsiteY6-588" fmla="*/ 851360 h 2654282"/>
              <a:gd name="connsiteX7-589" fmla="*/ 1993421 w 3217557"/>
              <a:gd name="connsiteY7-590" fmla="*/ 1041176 h 2654282"/>
              <a:gd name="connsiteX8-591" fmla="*/ 1803605 w 3217557"/>
              <a:gd name="connsiteY8-592" fmla="*/ 851360 h 2654282"/>
              <a:gd name="connsiteX9-593" fmla="*/ 1993421 w 3217557"/>
              <a:gd name="connsiteY9-594" fmla="*/ 661544 h 2654282"/>
              <a:gd name="connsiteX10-595" fmla="*/ 2602591 w 3217557"/>
              <a:gd name="connsiteY10-596" fmla="*/ 661544 h 2654282"/>
              <a:gd name="connsiteX11-597" fmla="*/ 2792407 w 3217557"/>
              <a:gd name="connsiteY11-598" fmla="*/ 851360 h 2654282"/>
              <a:gd name="connsiteX12-599" fmla="*/ 2602591 w 3217557"/>
              <a:gd name="connsiteY12-600" fmla="*/ 1041176 h 2654282"/>
              <a:gd name="connsiteX13-601" fmla="*/ 2412775 w 3217557"/>
              <a:gd name="connsiteY13-602" fmla="*/ 851360 h 2654282"/>
              <a:gd name="connsiteX14-603" fmla="*/ 2602591 w 3217557"/>
              <a:gd name="connsiteY14-604" fmla="*/ 661544 h 2654282"/>
              <a:gd name="connsiteX15-605" fmla="*/ 677114 w 3217557"/>
              <a:gd name="connsiteY15-606" fmla="*/ 569491 h 2654282"/>
              <a:gd name="connsiteX16-607" fmla="*/ 330916 w 3217557"/>
              <a:gd name="connsiteY16-608" fmla="*/ 569491 h 2654282"/>
              <a:gd name="connsiteX17-609" fmla="*/ 0 w 3217557"/>
              <a:gd name="connsiteY17-610" fmla="*/ 900407 h 2654282"/>
              <a:gd name="connsiteX18-611" fmla="*/ 0 w 3217557"/>
              <a:gd name="connsiteY18-612" fmla="*/ 1952009 h 2654282"/>
              <a:gd name="connsiteX19-613" fmla="*/ 330916 w 3217557"/>
              <a:gd name="connsiteY19-614" fmla="*/ 2282925 h 2654282"/>
              <a:gd name="connsiteX20-615" fmla="*/ 711670 w 3217557"/>
              <a:gd name="connsiteY20-616" fmla="*/ 2282925 h 2654282"/>
              <a:gd name="connsiteX21-617" fmla="*/ 275077 w 3217557"/>
              <a:gd name="connsiteY21-618" fmla="*/ 2654282 h 2654282"/>
              <a:gd name="connsiteX22-619" fmla="*/ 1294529 w 3217557"/>
              <a:gd name="connsiteY22-620" fmla="*/ 2282925 h 2654282"/>
              <a:gd name="connsiteX23-621" fmla="*/ 2117356 w 3217557"/>
              <a:gd name="connsiteY23-622" fmla="*/ 2282925 h 2654282"/>
              <a:gd name="connsiteX24-623" fmla="*/ 2418395 w 3217557"/>
              <a:gd name="connsiteY24-624" fmla="*/ 2087951 h 2654282"/>
              <a:gd name="connsiteX25-625" fmla="*/ 1830857 w 3217557"/>
              <a:gd name="connsiteY25-626" fmla="*/ 1799347 h 2654282"/>
              <a:gd name="connsiteX26-627" fmla="*/ 1008030 w 3217557"/>
              <a:gd name="connsiteY26-628" fmla="*/ 1799347 h 2654282"/>
              <a:gd name="connsiteX27-629" fmla="*/ 677114 w 3217557"/>
              <a:gd name="connsiteY27-630" fmla="*/ 1468431 h 2654282"/>
              <a:gd name="connsiteX28-631" fmla="*/ 677114 w 3217557"/>
              <a:gd name="connsiteY28-632" fmla="*/ 569491 h 2654282"/>
              <a:gd name="connsiteX29-633" fmla="*/ 2886641 w 3217557"/>
              <a:gd name="connsiteY29-634" fmla="*/ 0 h 2654282"/>
              <a:gd name="connsiteX30-635" fmla="*/ 1100201 w 3217557"/>
              <a:gd name="connsiteY30-636" fmla="*/ 0 h 2654282"/>
              <a:gd name="connsiteX31-637" fmla="*/ 769285 w 3217557"/>
              <a:gd name="connsiteY31-638" fmla="*/ 330916 h 2654282"/>
              <a:gd name="connsiteX32-639" fmla="*/ 769285 w 3217557"/>
              <a:gd name="connsiteY32-640" fmla="*/ 1382518 h 2654282"/>
              <a:gd name="connsiteX33-641" fmla="*/ 1100201 w 3217557"/>
              <a:gd name="connsiteY33-642" fmla="*/ 1713434 h 2654282"/>
              <a:gd name="connsiteX34-643" fmla="*/ 1923028 w 3217557"/>
              <a:gd name="connsiteY34-644" fmla="*/ 1713434 h 2654282"/>
              <a:gd name="connsiteX35-645" fmla="*/ 3078958 w 3217557"/>
              <a:gd name="connsiteY35-646" fmla="*/ 2077967 h 2654282"/>
              <a:gd name="connsiteX36-647" fmla="*/ 2505887 w 3217557"/>
              <a:gd name="connsiteY36-648" fmla="*/ 1713434 h 2654282"/>
              <a:gd name="connsiteX37-649" fmla="*/ 2886641 w 3217557"/>
              <a:gd name="connsiteY37-650" fmla="*/ 1713434 h 2654282"/>
              <a:gd name="connsiteX38-651" fmla="*/ 3217557 w 3217557"/>
              <a:gd name="connsiteY38-652" fmla="*/ 1382518 h 2654282"/>
              <a:gd name="connsiteX39-653" fmla="*/ 3217557 w 3217557"/>
              <a:gd name="connsiteY39-654" fmla="*/ 330916 h 2654282"/>
              <a:gd name="connsiteX40-655" fmla="*/ 2886641 w 3217557"/>
              <a:gd name="connsiteY40-656" fmla="*/ 0 h 2654282"/>
              <a:gd name="connsiteX0-657" fmla="*/ 1384251 w 3217557"/>
              <a:gd name="connsiteY0-658" fmla="*/ 661544 h 2654282"/>
              <a:gd name="connsiteX1-659" fmla="*/ 1574067 w 3217557"/>
              <a:gd name="connsiteY1-660" fmla="*/ 851360 h 2654282"/>
              <a:gd name="connsiteX2-661" fmla="*/ 1384251 w 3217557"/>
              <a:gd name="connsiteY2-662" fmla="*/ 1041176 h 2654282"/>
              <a:gd name="connsiteX3-663" fmla="*/ 1194435 w 3217557"/>
              <a:gd name="connsiteY3-664" fmla="*/ 851360 h 2654282"/>
              <a:gd name="connsiteX4-665" fmla="*/ 1384251 w 3217557"/>
              <a:gd name="connsiteY4-666" fmla="*/ 661544 h 2654282"/>
              <a:gd name="connsiteX5-667" fmla="*/ 1993421 w 3217557"/>
              <a:gd name="connsiteY5-668" fmla="*/ 661544 h 2654282"/>
              <a:gd name="connsiteX6-669" fmla="*/ 2183237 w 3217557"/>
              <a:gd name="connsiteY6-670" fmla="*/ 851360 h 2654282"/>
              <a:gd name="connsiteX7-671" fmla="*/ 1993421 w 3217557"/>
              <a:gd name="connsiteY7-672" fmla="*/ 1041176 h 2654282"/>
              <a:gd name="connsiteX8-673" fmla="*/ 1803605 w 3217557"/>
              <a:gd name="connsiteY8-674" fmla="*/ 851360 h 2654282"/>
              <a:gd name="connsiteX9-675" fmla="*/ 1993421 w 3217557"/>
              <a:gd name="connsiteY9-676" fmla="*/ 661544 h 2654282"/>
              <a:gd name="connsiteX10-677" fmla="*/ 2602591 w 3217557"/>
              <a:gd name="connsiteY10-678" fmla="*/ 661544 h 2654282"/>
              <a:gd name="connsiteX11-679" fmla="*/ 2792407 w 3217557"/>
              <a:gd name="connsiteY11-680" fmla="*/ 851360 h 2654282"/>
              <a:gd name="connsiteX12-681" fmla="*/ 2602591 w 3217557"/>
              <a:gd name="connsiteY12-682" fmla="*/ 1041176 h 2654282"/>
              <a:gd name="connsiteX13-683" fmla="*/ 2412775 w 3217557"/>
              <a:gd name="connsiteY13-684" fmla="*/ 851360 h 2654282"/>
              <a:gd name="connsiteX14-685" fmla="*/ 2602591 w 3217557"/>
              <a:gd name="connsiteY14-686" fmla="*/ 661544 h 2654282"/>
              <a:gd name="connsiteX15-687" fmla="*/ 677114 w 3217557"/>
              <a:gd name="connsiteY15-688" fmla="*/ 569491 h 2654282"/>
              <a:gd name="connsiteX16-689" fmla="*/ 330916 w 3217557"/>
              <a:gd name="connsiteY16-690" fmla="*/ 569491 h 2654282"/>
              <a:gd name="connsiteX17-691" fmla="*/ 0 w 3217557"/>
              <a:gd name="connsiteY17-692" fmla="*/ 900407 h 2654282"/>
              <a:gd name="connsiteX18-693" fmla="*/ 0 w 3217557"/>
              <a:gd name="connsiteY18-694" fmla="*/ 1952009 h 2654282"/>
              <a:gd name="connsiteX19-695" fmla="*/ 330916 w 3217557"/>
              <a:gd name="connsiteY19-696" fmla="*/ 2282925 h 2654282"/>
              <a:gd name="connsiteX20-697" fmla="*/ 711670 w 3217557"/>
              <a:gd name="connsiteY20-698" fmla="*/ 2282925 h 2654282"/>
              <a:gd name="connsiteX21-699" fmla="*/ 275077 w 3217557"/>
              <a:gd name="connsiteY21-700" fmla="*/ 2654282 h 2654282"/>
              <a:gd name="connsiteX22-701" fmla="*/ 1294529 w 3217557"/>
              <a:gd name="connsiteY22-702" fmla="*/ 2282925 h 2654282"/>
              <a:gd name="connsiteX23-703" fmla="*/ 2117356 w 3217557"/>
              <a:gd name="connsiteY23-704" fmla="*/ 2282925 h 2654282"/>
              <a:gd name="connsiteX24-705" fmla="*/ 2418395 w 3217557"/>
              <a:gd name="connsiteY24-706" fmla="*/ 2087951 h 2654282"/>
              <a:gd name="connsiteX25-707" fmla="*/ 1830857 w 3217557"/>
              <a:gd name="connsiteY25-708" fmla="*/ 1799347 h 2654282"/>
              <a:gd name="connsiteX26-709" fmla="*/ 1008030 w 3217557"/>
              <a:gd name="connsiteY26-710" fmla="*/ 1799347 h 2654282"/>
              <a:gd name="connsiteX27-711" fmla="*/ 677114 w 3217557"/>
              <a:gd name="connsiteY27-712" fmla="*/ 1468431 h 2654282"/>
              <a:gd name="connsiteX28-713" fmla="*/ 677114 w 3217557"/>
              <a:gd name="connsiteY28-714" fmla="*/ 569491 h 2654282"/>
              <a:gd name="connsiteX29-715" fmla="*/ 2886641 w 3217557"/>
              <a:gd name="connsiteY29-716" fmla="*/ 0 h 2654282"/>
              <a:gd name="connsiteX30-717" fmla="*/ 1100201 w 3217557"/>
              <a:gd name="connsiteY30-718" fmla="*/ 0 h 2654282"/>
              <a:gd name="connsiteX31-719" fmla="*/ 769285 w 3217557"/>
              <a:gd name="connsiteY31-720" fmla="*/ 330916 h 2654282"/>
              <a:gd name="connsiteX32-721" fmla="*/ 769285 w 3217557"/>
              <a:gd name="connsiteY32-722" fmla="*/ 1382518 h 2654282"/>
              <a:gd name="connsiteX33-723" fmla="*/ 1100201 w 3217557"/>
              <a:gd name="connsiteY33-724" fmla="*/ 1713434 h 2654282"/>
              <a:gd name="connsiteX34-725" fmla="*/ 1923028 w 3217557"/>
              <a:gd name="connsiteY34-726" fmla="*/ 1713434 h 2654282"/>
              <a:gd name="connsiteX35-727" fmla="*/ 3078958 w 3217557"/>
              <a:gd name="connsiteY35-728" fmla="*/ 2077967 h 2654282"/>
              <a:gd name="connsiteX36-729" fmla="*/ 2505887 w 3217557"/>
              <a:gd name="connsiteY36-730" fmla="*/ 1713434 h 2654282"/>
              <a:gd name="connsiteX37-731" fmla="*/ 2886641 w 3217557"/>
              <a:gd name="connsiteY37-732" fmla="*/ 1713434 h 2654282"/>
              <a:gd name="connsiteX38-733" fmla="*/ 3217557 w 3217557"/>
              <a:gd name="connsiteY38-734" fmla="*/ 1382518 h 2654282"/>
              <a:gd name="connsiteX39-735" fmla="*/ 3217557 w 3217557"/>
              <a:gd name="connsiteY39-736" fmla="*/ 330916 h 2654282"/>
              <a:gd name="connsiteX40-737" fmla="*/ 2886641 w 3217557"/>
              <a:gd name="connsiteY40-738" fmla="*/ 0 h 26542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/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/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/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/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/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/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  <a:endParaRPr lang="en-US" dirty="0"/>
          </a:p>
        </p:txBody>
      </p:sp>
      <p:sp>
        <p:nvSpPr>
          <p:cNvPr id="54" name="Freeform 47"/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-1" fmla="*/ 790984 w 1901727"/>
              <a:gd name="connsiteY0-2" fmla="*/ 0 h 1985875"/>
              <a:gd name="connsiteX1-3" fmla="*/ 790984 w 1901727"/>
              <a:gd name="connsiteY1-4" fmla="*/ 0 h 1985875"/>
              <a:gd name="connsiteX2-5" fmla="*/ 1026596 w 1901727"/>
              <a:gd name="connsiteY2-6" fmla="*/ 5610 h 1985875"/>
              <a:gd name="connsiteX3-7" fmla="*/ 1020986 w 1901727"/>
              <a:gd name="connsiteY3-8" fmla="*/ 493664 h 1985875"/>
              <a:gd name="connsiteX4-9" fmla="*/ 1172451 w 1901727"/>
              <a:gd name="connsiteY4-10" fmla="*/ 605860 h 1985875"/>
              <a:gd name="connsiteX5-11" fmla="*/ 1357575 w 1901727"/>
              <a:gd name="connsiteY5-12" fmla="*/ 403907 h 1985875"/>
              <a:gd name="connsiteX6-13" fmla="*/ 1901727 w 1901727"/>
              <a:gd name="connsiteY6-14" fmla="*/ 1924167 h 1985875"/>
              <a:gd name="connsiteX7-15" fmla="*/ 992937 w 1901727"/>
              <a:gd name="connsiteY7-16" fmla="*/ 1480991 h 1985875"/>
              <a:gd name="connsiteX8-17" fmla="*/ 1054645 w 1901727"/>
              <a:gd name="connsiteY8-18" fmla="*/ 1121963 h 1985875"/>
              <a:gd name="connsiteX9-19" fmla="*/ 1088304 w 1901727"/>
              <a:gd name="connsiteY9-20" fmla="*/ 757325 h 1985875"/>
              <a:gd name="connsiteX10-21" fmla="*/ 920009 w 1901727"/>
              <a:gd name="connsiteY10-22" fmla="*/ 611470 h 1985875"/>
              <a:gd name="connsiteX11-23" fmla="*/ 729276 w 1901727"/>
              <a:gd name="connsiteY11-24" fmla="*/ 751715 h 1985875"/>
              <a:gd name="connsiteX12-25" fmla="*/ 740495 w 1901727"/>
              <a:gd name="connsiteY12-26" fmla="*/ 1161232 h 1985875"/>
              <a:gd name="connsiteX13-27" fmla="*/ 785374 w 1901727"/>
              <a:gd name="connsiteY13-28" fmla="*/ 1509040 h 1985875"/>
              <a:gd name="connsiteX14-29" fmla="*/ 0 w 1901727"/>
              <a:gd name="connsiteY14-30" fmla="*/ 1985875 h 1985875"/>
              <a:gd name="connsiteX15-31" fmla="*/ 437565 w 1901727"/>
              <a:gd name="connsiteY15-32" fmla="*/ 387077 h 1985875"/>
              <a:gd name="connsiteX16-33" fmla="*/ 650738 w 1901727"/>
              <a:gd name="connsiteY16-34" fmla="*/ 611470 h 1985875"/>
              <a:gd name="connsiteX17-35" fmla="*/ 813423 w 1901727"/>
              <a:gd name="connsiteY17-36" fmla="*/ 499274 h 1985875"/>
              <a:gd name="connsiteX18-37" fmla="*/ 790984 w 1901727"/>
              <a:gd name="connsiteY18-38" fmla="*/ 0 h 1985875"/>
              <a:gd name="connsiteX0-39" fmla="*/ 790984 w 1901727"/>
              <a:gd name="connsiteY0-40" fmla="*/ 0 h 1985875"/>
              <a:gd name="connsiteX1-41" fmla="*/ 790984 w 1901727"/>
              <a:gd name="connsiteY1-42" fmla="*/ 0 h 1985875"/>
              <a:gd name="connsiteX2-43" fmla="*/ 1026596 w 1901727"/>
              <a:gd name="connsiteY2-44" fmla="*/ 5610 h 1985875"/>
              <a:gd name="connsiteX3-45" fmla="*/ 1020986 w 1901727"/>
              <a:gd name="connsiteY3-46" fmla="*/ 493664 h 1985875"/>
              <a:gd name="connsiteX4-47" fmla="*/ 1172451 w 1901727"/>
              <a:gd name="connsiteY4-48" fmla="*/ 605860 h 1985875"/>
              <a:gd name="connsiteX5-49" fmla="*/ 1357575 w 1901727"/>
              <a:gd name="connsiteY5-50" fmla="*/ 403907 h 1985875"/>
              <a:gd name="connsiteX6-51" fmla="*/ 1901727 w 1901727"/>
              <a:gd name="connsiteY6-52" fmla="*/ 1924167 h 1985875"/>
              <a:gd name="connsiteX7-53" fmla="*/ 992937 w 1901727"/>
              <a:gd name="connsiteY7-54" fmla="*/ 1480991 h 1985875"/>
              <a:gd name="connsiteX8-55" fmla="*/ 1054645 w 1901727"/>
              <a:gd name="connsiteY8-56" fmla="*/ 1121963 h 1985875"/>
              <a:gd name="connsiteX9-57" fmla="*/ 1088304 w 1901727"/>
              <a:gd name="connsiteY9-58" fmla="*/ 757325 h 1985875"/>
              <a:gd name="connsiteX10-59" fmla="*/ 920009 w 1901727"/>
              <a:gd name="connsiteY10-60" fmla="*/ 611470 h 1985875"/>
              <a:gd name="connsiteX11-61" fmla="*/ 729276 w 1901727"/>
              <a:gd name="connsiteY11-62" fmla="*/ 751715 h 1985875"/>
              <a:gd name="connsiteX12-63" fmla="*/ 740495 w 1901727"/>
              <a:gd name="connsiteY12-64" fmla="*/ 1161232 h 1985875"/>
              <a:gd name="connsiteX13-65" fmla="*/ 785374 w 1901727"/>
              <a:gd name="connsiteY13-66" fmla="*/ 1509040 h 1985875"/>
              <a:gd name="connsiteX14-67" fmla="*/ 0 w 1901727"/>
              <a:gd name="connsiteY14-68" fmla="*/ 1985875 h 1985875"/>
              <a:gd name="connsiteX15-69" fmla="*/ 437565 w 1901727"/>
              <a:gd name="connsiteY15-70" fmla="*/ 387077 h 1985875"/>
              <a:gd name="connsiteX16-71" fmla="*/ 650738 w 1901727"/>
              <a:gd name="connsiteY16-72" fmla="*/ 611470 h 1985875"/>
              <a:gd name="connsiteX17-73" fmla="*/ 813423 w 1901727"/>
              <a:gd name="connsiteY17-74" fmla="*/ 499274 h 1985875"/>
              <a:gd name="connsiteX18-75" fmla="*/ 790984 w 1901727"/>
              <a:gd name="connsiteY18-76" fmla="*/ 0 h 1985875"/>
              <a:gd name="connsiteX0-77" fmla="*/ 790984 w 1901727"/>
              <a:gd name="connsiteY0-78" fmla="*/ 0 h 1985875"/>
              <a:gd name="connsiteX1-79" fmla="*/ 790984 w 1901727"/>
              <a:gd name="connsiteY1-80" fmla="*/ 0 h 1985875"/>
              <a:gd name="connsiteX2-81" fmla="*/ 1026596 w 1901727"/>
              <a:gd name="connsiteY2-82" fmla="*/ 5610 h 1985875"/>
              <a:gd name="connsiteX3-83" fmla="*/ 1020986 w 1901727"/>
              <a:gd name="connsiteY3-84" fmla="*/ 493664 h 1985875"/>
              <a:gd name="connsiteX4-85" fmla="*/ 1172451 w 1901727"/>
              <a:gd name="connsiteY4-86" fmla="*/ 605860 h 1985875"/>
              <a:gd name="connsiteX5-87" fmla="*/ 1357575 w 1901727"/>
              <a:gd name="connsiteY5-88" fmla="*/ 403907 h 1985875"/>
              <a:gd name="connsiteX6-89" fmla="*/ 1901727 w 1901727"/>
              <a:gd name="connsiteY6-90" fmla="*/ 1924167 h 1985875"/>
              <a:gd name="connsiteX7-91" fmla="*/ 992937 w 1901727"/>
              <a:gd name="connsiteY7-92" fmla="*/ 1480991 h 1985875"/>
              <a:gd name="connsiteX8-93" fmla="*/ 1054645 w 1901727"/>
              <a:gd name="connsiteY8-94" fmla="*/ 1121963 h 1985875"/>
              <a:gd name="connsiteX9-95" fmla="*/ 1088304 w 1901727"/>
              <a:gd name="connsiteY9-96" fmla="*/ 757325 h 1985875"/>
              <a:gd name="connsiteX10-97" fmla="*/ 920009 w 1901727"/>
              <a:gd name="connsiteY10-98" fmla="*/ 611470 h 1985875"/>
              <a:gd name="connsiteX11-99" fmla="*/ 729276 w 1901727"/>
              <a:gd name="connsiteY11-100" fmla="*/ 751715 h 1985875"/>
              <a:gd name="connsiteX12-101" fmla="*/ 740495 w 1901727"/>
              <a:gd name="connsiteY12-102" fmla="*/ 1161232 h 1985875"/>
              <a:gd name="connsiteX13-103" fmla="*/ 785374 w 1901727"/>
              <a:gd name="connsiteY13-104" fmla="*/ 1509040 h 1985875"/>
              <a:gd name="connsiteX14-105" fmla="*/ 0 w 1901727"/>
              <a:gd name="connsiteY14-106" fmla="*/ 1985875 h 1985875"/>
              <a:gd name="connsiteX15-107" fmla="*/ 437565 w 1901727"/>
              <a:gd name="connsiteY15-108" fmla="*/ 387077 h 1985875"/>
              <a:gd name="connsiteX16-109" fmla="*/ 650738 w 1901727"/>
              <a:gd name="connsiteY16-110" fmla="*/ 611470 h 1985875"/>
              <a:gd name="connsiteX17-111" fmla="*/ 813423 w 1901727"/>
              <a:gd name="connsiteY17-112" fmla="*/ 499274 h 1985875"/>
              <a:gd name="connsiteX18-113" fmla="*/ 790984 w 1901727"/>
              <a:gd name="connsiteY18-114" fmla="*/ 0 h 1985875"/>
              <a:gd name="connsiteX0-115" fmla="*/ 790984 w 1901727"/>
              <a:gd name="connsiteY0-116" fmla="*/ 0 h 1985875"/>
              <a:gd name="connsiteX1-117" fmla="*/ 790984 w 1901727"/>
              <a:gd name="connsiteY1-118" fmla="*/ 0 h 1985875"/>
              <a:gd name="connsiteX2-119" fmla="*/ 1026596 w 1901727"/>
              <a:gd name="connsiteY2-120" fmla="*/ 5610 h 1985875"/>
              <a:gd name="connsiteX3-121" fmla="*/ 1020986 w 1901727"/>
              <a:gd name="connsiteY3-122" fmla="*/ 493664 h 1985875"/>
              <a:gd name="connsiteX4-123" fmla="*/ 1172451 w 1901727"/>
              <a:gd name="connsiteY4-124" fmla="*/ 605860 h 1985875"/>
              <a:gd name="connsiteX5-125" fmla="*/ 1351965 w 1901727"/>
              <a:gd name="connsiteY5-126" fmla="*/ 375858 h 1985875"/>
              <a:gd name="connsiteX6-127" fmla="*/ 1901727 w 1901727"/>
              <a:gd name="connsiteY6-128" fmla="*/ 1924167 h 1985875"/>
              <a:gd name="connsiteX7-129" fmla="*/ 992937 w 1901727"/>
              <a:gd name="connsiteY7-130" fmla="*/ 1480991 h 1985875"/>
              <a:gd name="connsiteX8-131" fmla="*/ 1054645 w 1901727"/>
              <a:gd name="connsiteY8-132" fmla="*/ 1121963 h 1985875"/>
              <a:gd name="connsiteX9-133" fmla="*/ 1088304 w 1901727"/>
              <a:gd name="connsiteY9-134" fmla="*/ 757325 h 1985875"/>
              <a:gd name="connsiteX10-135" fmla="*/ 920009 w 1901727"/>
              <a:gd name="connsiteY10-136" fmla="*/ 611470 h 1985875"/>
              <a:gd name="connsiteX11-137" fmla="*/ 729276 w 1901727"/>
              <a:gd name="connsiteY11-138" fmla="*/ 751715 h 1985875"/>
              <a:gd name="connsiteX12-139" fmla="*/ 740495 w 1901727"/>
              <a:gd name="connsiteY12-140" fmla="*/ 1161232 h 1985875"/>
              <a:gd name="connsiteX13-141" fmla="*/ 785374 w 1901727"/>
              <a:gd name="connsiteY13-142" fmla="*/ 1509040 h 1985875"/>
              <a:gd name="connsiteX14-143" fmla="*/ 0 w 1901727"/>
              <a:gd name="connsiteY14-144" fmla="*/ 1985875 h 1985875"/>
              <a:gd name="connsiteX15-145" fmla="*/ 437565 w 1901727"/>
              <a:gd name="connsiteY15-146" fmla="*/ 387077 h 1985875"/>
              <a:gd name="connsiteX16-147" fmla="*/ 650738 w 1901727"/>
              <a:gd name="connsiteY16-148" fmla="*/ 611470 h 1985875"/>
              <a:gd name="connsiteX17-149" fmla="*/ 813423 w 1901727"/>
              <a:gd name="connsiteY17-150" fmla="*/ 499274 h 1985875"/>
              <a:gd name="connsiteX18-151" fmla="*/ 790984 w 1901727"/>
              <a:gd name="connsiteY18-152" fmla="*/ 0 h 1985875"/>
              <a:gd name="connsiteX0-153" fmla="*/ 790984 w 1901727"/>
              <a:gd name="connsiteY0-154" fmla="*/ 0 h 1985875"/>
              <a:gd name="connsiteX1-155" fmla="*/ 790984 w 1901727"/>
              <a:gd name="connsiteY1-156" fmla="*/ 0 h 1985875"/>
              <a:gd name="connsiteX2-157" fmla="*/ 1026596 w 1901727"/>
              <a:gd name="connsiteY2-158" fmla="*/ 5610 h 1985875"/>
              <a:gd name="connsiteX3-159" fmla="*/ 1020986 w 1901727"/>
              <a:gd name="connsiteY3-160" fmla="*/ 493664 h 1985875"/>
              <a:gd name="connsiteX4-161" fmla="*/ 1172451 w 1901727"/>
              <a:gd name="connsiteY4-162" fmla="*/ 605860 h 1985875"/>
              <a:gd name="connsiteX5-163" fmla="*/ 1351965 w 1901727"/>
              <a:gd name="connsiteY5-164" fmla="*/ 375858 h 1985875"/>
              <a:gd name="connsiteX6-165" fmla="*/ 1901727 w 1901727"/>
              <a:gd name="connsiteY6-166" fmla="*/ 1924167 h 1985875"/>
              <a:gd name="connsiteX7-167" fmla="*/ 992937 w 1901727"/>
              <a:gd name="connsiteY7-168" fmla="*/ 1480991 h 1985875"/>
              <a:gd name="connsiteX8-169" fmla="*/ 1054645 w 1901727"/>
              <a:gd name="connsiteY8-170" fmla="*/ 1121963 h 1985875"/>
              <a:gd name="connsiteX9-171" fmla="*/ 1088304 w 1901727"/>
              <a:gd name="connsiteY9-172" fmla="*/ 757325 h 1985875"/>
              <a:gd name="connsiteX10-173" fmla="*/ 920009 w 1901727"/>
              <a:gd name="connsiteY10-174" fmla="*/ 611470 h 1985875"/>
              <a:gd name="connsiteX11-175" fmla="*/ 729276 w 1901727"/>
              <a:gd name="connsiteY11-176" fmla="*/ 751715 h 1985875"/>
              <a:gd name="connsiteX12-177" fmla="*/ 740495 w 1901727"/>
              <a:gd name="connsiteY12-178" fmla="*/ 1161232 h 1985875"/>
              <a:gd name="connsiteX13-179" fmla="*/ 785374 w 1901727"/>
              <a:gd name="connsiteY13-180" fmla="*/ 1509040 h 1985875"/>
              <a:gd name="connsiteX14-181" fmla="*/ 0 w 1901727"/>
              <a:gd name="connsiteY14-182" fmla="*/ 1985875 h 1985875"/>
              <a:gd name="connsiteX15-183" fmla="*/ 437565 w 1901727"/>
              <a:gd name="connsiteY15-184" fmla="*/ 387077 h 1985875"/>
              <a:gd name="connsiteX16-185" fmla="*/ 650738 w 1901727"/>
              <a:gd name="connsiteY16-186" fmla="*/ 611470 h 1985875"/>
              <a:gd name="connsiteX17-187" fmla="*/ 813423 w 1901727"/>
              <a:gd name="connsiteY17-188" fmla="*/ 499274 h 1985875"/>
              <a:gd name="connsiteX18-189" fmla="*/ 790984 w 1901727"/>
              <a:gd name="connsiteY18-190" fmla="*/ 0 h 1985875"/>
              <a:gd name="connsiteX0-191" fmla="*/ 790984 w 1901727"/>
              <a:gd name="connsiteY0-192" fmla="*/ 0 h 1985875"/>
              <a:gd name="connsiteX1-193" fmla="*/ 790984 w 1901727"/>
              <a:gd name="connsiteY1-194" fmla="*/ 0 h 1985875"/>
              <a:gd name="connsiteX2-195" fmla="*/ 1026596 w 1901727"/>
              <a:gd name="connsiteY2-196" fmla="*/ 5610 h 1985875"/>
              <a:gd name="connsiteX3-197" fmla="*/ 1020986 w 1901727"/>
              <a:gd name="connsiteY3-198" fmla="*/ 493664 h 1985875"/>
              <a:gd name="connsiteX4-199" fmla="*/ 1155622 w 1901727"/>
              <a:gd name="connsiteY4-200" fmla="*/ 572201 h 1985875"/>
              <a:gd name="connsiteX5-201" fmla="*/ 1351965 w 1901727"/>
              <a:gd name="connsiteY5-202" fmla="*/ 375858 h 1985875"/>
              <a:gd name="connsiteX6-203" fmla="*/ 1901727 w 1901727"/>
              <a:gd name="connsiteY6-204" fmla="*/ 1924167 h 1985875"/>
              <a:gd name="connsiteX7-205" fmla="*/ 992937 w 1901727"/>
              <a:gd name="connsiteY7-206" fmla="*/ 1480991 h 1985875"/>
              <a:gd name="connsiteX8-207" fmla="*/ 1054645 w 1901727"/>
              <a:gd name="connsiteY8-208" fmla="*/ 1121963 h 1985875"/>
              <a:gd name="connsiteX9-209" fmla="*/ 1088304 w 1901727"/>
              <a:gd name="connsiteY9-210" fmla="*/ 757325 h 1985875"/>
              <a:gd name="connsiteX10-211" fmla="*/ 920009 w 1901727"/>
              <a:gd name="connsiteY10-212" fmla="*/ 611470 h 1985875"/>
              <a:gd name="connsiteX11-213" fmla="*/ 729276 w 1901727"/>
              <a:gd name="connsiteY11-214" fmla="*/ 751715 h 1985875"/>
              <a:gd name="connsiteX12-215" fmla="*/ 740495 w 1901727"/>
              <a:gd name="connsiteY12-216" fmla="*/ 1161232 h 1985875"/>
              <a:gd name="connsiteX13-217" fmla="*/ 785374 w 1901727"/>
              <a:gd name="connsiteY13-218" fmla="*/ 1509040 h 1985875"/>
              <a:gd name="connsiteX14-219" fmla="*/ 0 w 1901727"/>
              <a:gd name="connsiteY14-220" fmla="*/ 1985875 h 1985875"/>
              <a:gd name="connsiteX15-221" fmla="*/ 437565 w 1901727"/>
              <a:gd name="connsiteY15-222" fmla="*/ 387077 h 1985875"/>
              <a:gd name="connsiteX16-223" fmla="*/ 650738 w 1901727"/>
              <a:gd name="connsiteY16-224" fmla="*/ 611470 h 1985875"/>
              <a:gd name="connsiteX17-225" fmla="*/ 813423 w 1901727"/>
              <a:gd name="connsiteY17-226" fmla="*/ 499274 h 1985875"/>
              <a:gd name="connsiteX18-227" fmla="*/ 790984 w 1901727"/>
              <a:gd name="connsiteY18-228" fmla="*/ 0 h 1985875"/>
              <a:gd name="connsiteX0-229" fmla="*/ 790984 w 1901727"/>
              <a:gd name="connsiteY0-230" fmla="*/ 0 h 1985875"/>
              <a:gd name="connsiteX1-231" fmla="*/ 790984 w 1901727"/>
              <a:gd name="connsiteY1-232" fmla="*/ 0 h 1985875"/>
              <a:gd name="connsiteX2-233" fmla="*/ 1026596 w 1901727"/>
              <a:gd name="connsiteY2-234" fmla="*/ 5610 h 1985875"/>
              <a:gd name="connsiteX3-235" fmla="*/ 1020986 w 1901727"/>
              <a:gd name="connsiteY3-236" fmla="*/ 493664 h 1985875"/>
              <a:gd name="connsiteX4-237" fmla="*/ 1155622 w 1901727"/>
              <a:gd name="connsiteY4-238" fmla="*/ 572201 h 1985875"/>
              <a:gd name="connsiteX5-239" fmla="*/ 1351965 w 1901727"/>
              <a:gd name="connsiteY5-240" fmla="*/ 375858 h 1985875"/>
              <a:gd name="connsiteX6-241" fmla="*/ 1901727 w 1901727"/>
              <a:gd name="connsiteY6-242" fmla="*/ 1924167 h 1985875"/>
              <a:gd name="connsiteX7-243" fmla="*/ 992937 w 1901727"/>
              <a:gd name="connsiteY7-244" fmla="*/ 1480991 h 1985875"/>
              <a:gd name="connsiteX8-245" fmla="*/ 1054645 w 1901727"/>
              <a:gd name="connsiteY8-246" fmla="*/ 1121963 h 1985875"/>
              <a:gd name="connsiteX9-247" fmla="*/ 1088304 w 1901727"/>
              <a:gd name="connsiteY9-248" fmla="*/ 757325 h 1985875"/>
              <a:gd name="connsiteX10-249" fmla="*/ 920009 w 1901727"/>
              <a:gd name="connsiteY10-250" fmla="*/ 611470 h 1985875"/>
              <a:gd name="connsiteX11-251" fmla="*/ 729276 w 1901727"/>
              <a:gd name="connsiteY11-252" fmla="*/ 751715 h 1985875"/>
              <a:gd name="connsiteX12-253" fmla="*/ 740495 w 1901727"/>
              <a:gd name="connsiteY12-254" fmla="*/ 1161232 h 1985875"/>
              <a:gd name="connsiteX13-255" fmla="*/ 785374 w 1901727"/>
              <a:gd name="connsiteY13-256" fmla="*/ 1509040 h 1985875"/>
              <a:gd name="connsiteX14-257" fmla="*/ 0 w 1901727"/>
              <a:gd name="connsiteY14-258" fmla="*/ 1985875 h 1985875"/>
              <a:gd name="connsiteX15-259" fmla="*/ 437565 w 1901727"/>
              <a:gd name="connsiteY15-260" fmla="*/ 387077 h 1985875"/>
              <a:gd name="connsiteX16-261" fmla="*/ 650738 w 1901727"/>
              <a:gd name="connsiteY16-262" fmla="*/ 611470 h 1985875"/>
              <a:gd name="connsiteX17-263" fmla="*/ 813423 w 1901727"/>
              <a:gd name="connsiteY17-264" fmla="*/ 499274 h 1985875"/>
              <a:gd name="connsiteX18-265" fmla="*/ 790984 w 1901727"/>
              <a:gd name="connsiteY18-266" fmla="*/ 0 h 1985875"/>
              <a:gd name="connsiteX0-267" fmla="*/ 790984 w 1901727"/>
              <a:gd name="connsiteY0-268" fmla="*/ 0 h 1985875"/>
              <a:gd name="connsiteX1-269" fmla="*/ 790984 w 1901727"/>
              <a:gd name="connsiteY1-270" fmla="*/ 0 h 1985875"/>
              <a:gd name="connsiteX2-271" fmla="*/ 1026596 w 1901727"/>
              <a:gd name="connsiteY2-272" fmla="*/ 5610 h 1985875"/>
              <a:gd name="connsiteX3-273" fmla="*/ 1020986 w 1901727"/>
              <a:gd name="connsiteY3-274" fmla="*/ 493664 h 1985875"/>
              <a:gd name="connsiteX4-275" fmla="*/ 1155622 w 1901727"/>
              <a:gd name="connsiteY4-276" fmla="*/ 572201 h 1985875"/>
              <a:gd name="connsiteX5-277" fmla="*/ 1351965 w 1901727"/>
              <a:gd name="connsiteY5-278" fmla="*/ 375858 h 1985875"/>
              <a:gd name="connsiteX6-279" fmla="*/ 1901727 w 1901727"/>
              <a:gd name="connsiteY6-280" fmla="*/ 1924167 h 1985875"/>
              <a:gd name="connsiteX7-281" fmla="*/ 992937 w 1901727"/>
              <a:gd name="connsiteY7-282" fmla="*/ 1480991 h 1985875"/>
              <a:gd name="connsiteX8-283" fmla="*/ 1054645 w 1901727"/>
              <a:gd name="connsiteY8-284" fmla="*/ 1121963 h 1985875"/>
              <a:gd name="connsiteX9-285" fmla="*/ 1088304 w 1901727"/>
              <a:gd name="connsiteY9-286" fmla="*/ 757325 h 1985875"/>
              <a:gd name="connsiteX10-287" fmla="*/ 920009 w 1901727"/>
              <a:gd name="connsiteY10-288" fmla="*/ 611470 h 1985875"/>
              <a:gd name="connsiteX11-289" fmla="*/ 729276 w 1901727"/>
              <a:gd name="connsiteY11-290" fmla="*/ 751715 h 1985875"/>
              <a:gd name="connsiteX12-291" fmla="*/ 740495 w 1901727"/>
              <a:gd name="connsiteY12-292" fmla="*/ 1161232 h 1985875"/>
              <a:gd name="connsiteX13-293" fmla="*/ 785374 w 1901727"/>
              <a:gd name="connsiteY13-294" fmla="*/ 1509040 h 1985875"/>
              <a:gd name="connsiteX14-295" fmla="*/ 0 w 1901727"/>
              <a:gd name="connsiteY14-296" fmla="*/ 1985875 h 1985875"/>
              <a:gd name="connsiteX15-297" fmla="*/ 437565 w 1901727"/>
              <a:gd name="connsiteY15-298" fmla="*/ 387077 h 1985875"/>
              <a:gd name="connsiteX16-299" fmla="*/ 650738 w 1901727"/>
              <a:gd name="connsiteY16-300" fmla="*/ 611470 h 1985875"/>
              <a:gd name="connsiteX17-301" fmla="*/ 813423 w 1901727"/>
              <a:gd name="connsiteY17-302" fmla="*/ 499274 h 1985875"/>
              <a:gd name="connsiteX18-303" fmla="*/ 790984 w 1901727"/>
              <a:gd name="connsiteY18-304" fmla="*/ 0 h 1985875"/>
              <a:gd name="connsiteX0-305" fmla="*/ 790984 w 1942424"/>
              <a:gd name="connsiteY0-306" fmla="*/ 0 h 1985875"/>
              <a:gd name="connsiteX1-307" fmla="*/ 790984 w 1942424"/>
              <a:gd name="connsiteY1-308" fmla="*/ 0 h 1985875"/>
              <a:gd name="connsiteX2-309" fmla="*/ 1026596 w 1942424"/>
              <a:gd name="connsiteY2-310" fmla="*/ 5610 h 1985875"/>
              <a:gd name="connsiteX3-311" fmla="*/ 1020986 w 1942424"/>
              <a:gd name="connsiteY3-312" fmla="*/ 493664 h 1985875"/>
              <a:gd name="connsiteX4-313" fmla="*/ 1155622 w 1942424"/>
              <a:gd name="connsiteY4-314" fmla="*/ 572201 h 1985875"/>
              <a:gd name="connsiteX5-315" fmla="*/ 1351965 w 1942424"/>
              <a:gd name="connsiteY5-316" fmla="*/ 375858 h 1985875"/>
              <a:gd name="connsiteX6-317" fmla="*/ 1901727 w 1942424"/>
              <a:gd name="connsiteY6-318" fmla="*/ 1924167 h 1985875"/>
              <a:gd name="connsiteX7-319" fmla="*/ 992937 w 1942424"/>
              <a:gd name="connsiteY7-320" fmla="*/ 1480991 h 1985875"/>
              <a:gd name="connsiteX8-321" fmla="*/ 1054645 w 1942424"/>
              <a:gd name="connsiteY8-322" fmla="*/ 1121963 h 1985875"/>
              <a:gd name="connsiteX9-323" fmla="*/ 1088304 w 1942424"/>
              <a:gd name="connsiteY9-324" fmla="*/ 757325 h 1985875"/>
              <a:gd name="connsiteX10-325" fmla="*/ 920009 w 1942424"/>
              <a:gd name="connsiteY10-326" fmla="*/ 611470 h 1985875"/>
              <a:gd name="connsiteX11-327" fmla="*/ 729276 w 1942424"/>
              <a:gd name="connsiteY11-328" fmla="*/ 751715 h 1985875"/>
              <a:gd name="connsiteX12-329" fmla="*/ 740495 w 1942424"/>
              <a:gd name="connsiteY12-330" fmla="*/ 1161232 h 1985875"/>
              <a:gd name="connsiteX13-331" fmla="*/ 785374 w 1942424"/>
              <a:gd name="connsiteY13-332" fmla="*/ 1509040 h 1985875"/>
              <a:gd name="connsiteX14-333" fmla="*/ 0 w 1942424"/>
              <a:gd name="connsiteY14-334" fmla="*/ 1985875 h 1985875"/>
              <a:gd name="connsiteX15-335" fmla="*/ 437565 w 1942424"/>
              <a:gd name="connsiteY15-336" fmla="*/ 387077 h 1985875"/>
              <a:gd name="connsiteX16-337" fmla="*/ 650738 w 1942424"/>
              <a:gd name="connsiteY16-338" fmla="*/ 611470 h 1985875"/>
              <a:gd name="connsiteX17-339" fmla="*/ 813423 w 1942424"/>
              <a:gd name="connsiteY17-340" fmla="*/ 499274 h 1985875"/>
              <a:gd name="connsiteX18-341" fmla="*/ 790984 w 1942424"/>
              <a:gd name="connsiteY18-342" fmla="*/ 0 h 1985875"/>
              <a:gd name="connsiteX0-343" fmla="*/ 790984 w 1942424"/>
              <a:gd name="connsiteY0-344" fmla="*/ 0 h 1985875"/>
              <a:gd name="connsiteX1-345" fmla="*/ 790984 w 1942424"/>
              <a:gd name="connsiteY1-346" fmla="*/ 0 h 1985875"/>
              <a:gd name="connsiteX2-347" fmla="*/ 1026596 w 1942424"/>
              <a:gd name="connsiteY2-348" fmla="*/ 5610 h 1985875"/>
              <a:gd name="connsiteX3-349" fmla="*/ 1020986 w 1942424"/>
              <a:gd name="connsiteY3-350" fmla="*/ 493664 h 1985875"/>
              <a:gd name="connsiteX4-351" fmla="*/ 1155622 w 1942424"/>
              <a:gd name="connsiteY4-352" fmla="*/ 572201 h 1985875"/>
              <a:gd name="connsiteX5-353" fmla="*/ 1351965 w 1942424"/>
              <a:gd name="connsiteY5-354" fmla="*/ 375858 h 1985875"/>
              <a:gd name="connsiteX6-355" fmla="*/ 1901727 w 1942424"/>
              <a:gd name="connsiteY6-356" fmla="*/ 1924167 h 1985875"/>
              <a:gd name="connsiteX7-357" fmla="*/ 992937 w 1942424"/>
              <a:gd name="connsiteY7-358" fmla="*/ 1480991 h 1985875"/>
              <a:gd name="connsiteX8-359" fmla="*/ 1054645 w 1942424"/>
              <a:gd name="connsiteY8-360" fmla="*/ 1121963 h 1985875"/>
              <a:gd name="connsiteX9-361" fmla="*/ 1088304 w 1942424"/>
              <a:gd name="connsiteY9-362" fmla="*/ 757325 h 1985875"/>
              <a:gd name="connsiteX10-363" fmla="*/ 920009 w 1942424"/>
              <a:gd name="connsiteY10-364" fmla="*/ 611470 h 1985875"/>
              <a:gd name="connsiteX11-365" fmla="*/ 729276 w 1942424"/>
              <a:gd name="connsiteY11-366" fmla="*/ 751715 h 1985875"/>
              <a:gd name="connsiteX12-367" fmla="*/ 740495 w 1942424"/>
              <a:gd name="connsiteY12-368" fmla="*/ 1161232 h 1985875"/>
              <a:gd name="connsiteX13-369" fmla="*/ 785374 w 1942424"/>
              <a:gd name="connsiteY13-370" fmla="*/ 1509040 h 1985875"/>
              <a:gd name="connsiteX14-371" fmla="*/ 0 w 1942424"/>
              <a:gd name="connsiteY14-372" fmla="*/ 1985875 h 1985875"/>
              <a:gd name="connsiteX15-373" fmla="*/ 437565 w 1942424"/>
              <a:gd name="connsiteY15-374" fmla="*/ 387077 h 1985875"/>
              <a:gd name="connsiteX16-375" fmla="*/ 650738 w 1942424"/>
              <a:gd name="connsiteY16-376" fmla="*/ 611470 h 1985875"/>
              <a:gd name="connsiteX17-377" fmla="*/ 813423 w 1942424"/>
              <a:gd name="connsiteY17-378" fmla="*/ 499274 h 1985875"/>
              <a:gd name="connsiteX18-379" fmla="*/ 790984 w 1942424"/>
              <a:gd name="connsiteY18-380" fmla="*/ 0 h 1985875"/>
              <a:gd name="connsiteX0-381" fmla="*/ 790984 w 1946874"/>
              <a:gd name="connsiteY0-382" fmla="*/ 0 h 1985875"/>
              <a:gd name="connsiteX1-383" fmla="*/ 790984 w 1946874"/>
              <a:gd name="connsiteY1-384" fmla="*/ 0 h 1985875"/>
              <a:gd name="connsiteX2-385" fmla="*/ 1026596 w 1946874"/>
              <a:gd name="connsiteY2-386" fmla="*/ 5610 h 1985875"/>
              <a:gd name="connsiteX3-387" fmla="*/ 1020986 w 1946874"/>
              <a:gd name="connsiteY3-388" fmla="*/ 493664 h 1985875"/>
              <a:gd name="connsiteX4-389" fmla="*/ 1155622 w 1946874"/>
              <a:gd name="connsiteY4-390" fmla="*/ 572201 h 1985875"/>
              <a:gd name="connsiteX5-391" fmla="*/ 1351965 w 1946874"/>
              <a:gd name="connsiteY5-392" fmla="*/ 375858 h 1985875"/>
              <a:gd name="connsiteX6-393" fmla="*/ 1901727 w 1946874"/>
              <a:gd name="connsiteY6-394" fmla="*/ 1924167 h 1985875"/>
              <a:gd name="connsiteX7-395" fmla="*/ 992937 w 1946874"/>
              <a:gd name="connsiteY7-396" fmla="*/ 1480991 h 1985875"/>
              <a:gd name="connsiteX8-397" fmla="*/ 1054645 w 1946874"/>
              <a:gd name="connsiteY8-398" fmla="*/ 1121963 h 1985875"/>
              <a:gd name="connsiteX9-399" fmla="*/ 1088304 w 1946874"/>
              <a:gd name="connsiteY9-400" fmla="*/ 757325 h 1985875"/>
              <a:gd name="connsiteX10-401" fmla="*/ 920009 w 1946874"/>
              <a:gd name="connsiteY10-402" fmla="*/ 611470 h 1985875"/>
              <a:gd name="connsiteX11-403" fmla="*/ 729276 w 1946874"/>
              <a:gd name="connsiteY11-404" fmla="*/ 751715 h 1985875"/>
              <a:gd name="connsiteX12-405" fmla="*/ 740495 w 1946874"/>
              <a:gd name="connsiteY12-406" fmla="*/ 1161232 h 1985875"/>
              <a:gd name="connsiteX13-407" fmla="*/ 785374 w 1946874"/>
              <a:gd name="connsiteY13-408" fmla="*/ 1509040 h 1985875"/>
              <a:gd name="connsiteX14-409" fmla="*/ 0 w 1946874"/>
              <a:gd name="connsiteY14-410" fmla="*/ 1985875 h 1985875"/>
              <a:gd name="connsiteX15-411" fmla="*/ 437565 w 1946874"/>
              <a:gd name="connsiteY15-412" fmla="*/ 387077 h 1985875"/>
              <a:gd name="connsiteX16-413" fmla="*/ 650738 w 1946874"/>
              <a:gd name="connsiteY16-414" fmla="*/ 611470 h 1985875"/>
              <a:gd name="connsiteX17-415" fmla="*/ 813423 w 1946874"/>
              <a:gd name="connsiteY17-416" fmla="*/ 499274 h 1985875"/>
              <a:gd name="connsiteX18-417" fmla="*/ 790984 w 1946874"/>
              <a:gd name="connsiteY18-418" fmla="*/ 0 h 1985875"/>
              <a:gd name="connsiteX0-419" fmla="*/ 790984 w 1946874"/>
              <a:gd name="connsiteY0-420" fmla="*/ 0 h 1985875"/>
              <a:gd name="connsiteX1-421" fmla="*/ 790984 w 1946874"/>
              <a:gd name="connsiteY1-422" fmla="*/ 0 h 1985875"/>
              <a:gd name="connsiteX2-423" fmla="*/ 1026596 w 1946874"/>
              <a:gd name="connsiteY2-424" fmla="*/ 5610 h 1985875"/>
              <a:gd name="connsiteX3-425" fmla="*/ 1020986 w 1946874"/>
              <a:gd name="connsiteY3-426" fmla="*/ 493664 h 1985875"/>
              <a:gd name="connsiteX4-427" fmla="*/ 1155622 w 1946874"/>
              <a:gd name="connsiteY4-428" fmla="*/ 572201 h 1985875"/>
              <a:gd name="connsiteX5-429" fmla="*/ 1351965 w 1946874"/>
              <a:gd name="connsiteY5-430" fmla="*/ 375858 h 1985875"/>
              <a:gd name="connsiteX6-431" fmla="*/ 1901727 w 1946874"/>
              <a:gd name="connsiteY6-432" fmla="*/ 1924167 h 1985875"/>
              <a:gd name="connsiteX7-433" fmla="*/ 992937 w 1946874"/>
              <a:gd name="connsiteY7-434" fmla="*/ 1480991 h 1985875"/>
              <a:gd name="connsiteX8-435" fmla="*/ 1054645 w 1946874"/>
              <a:gd name="connsiteY8-436" fmla="*/ 1121963 h 1985875"/>
              <a:gd name="connsiteX9-437" fmla="*/ 1088304 w 1946874"/>
              <a:gd name="connsiteY9-438" fmla="*/ 757325 h 1985875"/>
              <a:gd name="connsiteX10-439" fmla="*/ 920009 w 1946874"/>
              <a:gd name="connsiteY10-440" fmla="*/ 611470 h 1985875"/>
              <a:gd name="connsiteX11-441" fmla="*/ 729276 w 1946874"/>
              <a:gd name="connsiteY11-442" fmla="*/ 751715 h 1985875"/>
              <a:gd name="connsiteX12-443" fmla="*/ 740495 w 1946874"/>
              <a:gd name="connsiteY12-444" fmla="*/ 1161232 h 1985875"/>
              <a:gd name="connsiteX13-445" fmla="*/ 785374 w 1946874"/>
              <a:gd name="connsiteY13-446" fmla="*/ 1509040 h 1985875"/>
              <a:gd name="connsiteX14-447" fmla="*/ 0 w 1946874"/>
              <a:gd name="connsiteY14-448" fmla="*/ 1985875 h 1985875"/>
              <a:gd name="connsiteX15-449" fmla="*/ 437565 w 1946874"/>
              <a:gd name="connsiteY15-450" fmla="*/ 387077 h 1985875"/>
              <a:gd name="connsiteX16-451" fmla="*/ 650738 w 1946874"/>
              <a:gd name="connsiteY16-452" fmla="*/ 611470 h 1985875"/>
              <a:gd name="connsiteX17-453" fmla="*/ 813423 w 1946874"/>
              <a:gd name="connsiteY17-454" fmla="*/ 499274 h 1985875"/>
              <a:gd name="connsiteX18-455" fmla="*/ 790984 w 1946874"/>
              <a:gd name="connsiteY18-456" fmla="*/ 0 h 1985875"/>
              <a:gd name="connsiteX0-457" fmla="*/ 790984 w 1946874"/>
              <a:gd name="connsiteY0-458" fmla="*/ 0 h 1985875"/>
              <a:gd name="connsiteX1-459" fmla="*/ 790984 w 1946874"/>
              <a:gd name="connsiteY1-460" fmla="*/ 0 h 1985875"/>
              <a:gd name="connsiteX2-461" fmla="*/ 1026596 w 1946874"/>
              <a:gd name="connsiteY2-462" fmla="*/ 5610 h 1985875"/>
              <a:gd name="connsiteX3-463" fmla="*/ 1020986 w 1946874"/>
              <a:gd name="connsiteY3-464" fmla="*/ 493664 h 1985875"/>
              <a:gd name="connsiteX4-465" fmla="*/ 1155622 w 1946874"/>
              <a:gd name="connsiteY4-466" fmla="*/ 572201 h 1985875"/>
              <a:gd name="connsiteX5-467" fmla="*/ 1351965 w 1946874"/>
              <a:gd name="connsiteY5-468" fmla="*/ 375858 h 1985875"/>
              <a:gd name="connsiteX6-469" fmla="*/ 1901727 w 1946874"/>
              <a:gd name="connsiteY6-470" fmla="*/ 1924167 h 1985875"/>
              <a:gd name="connsiteX7-471" fmla="*/ 992937 w 1946874"/>
              <a:gd name="connsiteY7-472" fmla="*/ 1480991 h 1985875"/>
              <a:gd name="connsiteX8-473" fmla="*/ 1037816 w 1946874"/>
              <a:gd name="connsiteY8-474" fmla="*/ 1161232 h 1985875"/>
              <a:gd name="connsiteX9-475" fmla="*/ 1088304 w 1946874"/>
              <a:gd name="connsiteY9-476" fmla="*/ 757325 h 1985875"/>
              <a:gd name="connsiteX10-477" fmla="*/ 920009 w 1946874"/>
              <a:gd name="connsiteY10-478" fmla="*/ 611470 h 1985875"/>
              <a:gd name="connsiteX11-479" fmla="*/ 729276 w 1946874"/>
              <a:gd name="connsiteY11-480" fmla="*/ 751715 h 1985875"/>
              <a:gd name="connsiteX12-481" fmla="*/ 740495 w 1946874"/>
              <a:gd name="connsiteY12-482" fmla="*/ 1161232 h 1985875"/>
              <a:gd name="connsiteX13-483" fmla="*/ 785374 w 1946874"/>
              <a:gd name="connsiteY13-484" fmla="*/ 1509040 h 1985875"/>
              <a:gd name="connsiteX14-485" fmla="*/ 0 w 1946874"/>
              <a:gd name="connsiteY14-486" fmla="*/ 1985875 h 1985875"/>
              <a:gd name="connsiteX15-487" fmla="*/ 437565 w 1946874"/>
              <a:gd name="connsiteY15-488" fmla="*/ 387077 h 1985875"/>
              <a:gd name="connsiteX16-489" fmla="*/ 650738 w 1946874"/>
              <a:gd name="connsiteY16-490" fmla="*/ 611470 h 1985875"/>
              <a:gd name="connsiteX17-491" fmla="*/ 813423 w 1946874"/>
              <a:gd name="connsiteY17-492" fmla="*/ 499274 h 1985875"/>
              <a:gd name="connsiteX18-493" fmla="*/ 790984 w 1946874"/>
              <a:gd name="connsiteY18-494" fmla="*/ 0 h 1985875"/>
              <a:gd name="connsiteX0-495" fmla="*/ 790984 w 1946874"/>
              <a:gd name="connsiteY0-496" fmla="*/ 0 h 1985875"/>
              <a:gd name="connsiteX1-497" fmla="*/ 790984 w 1946874"/>
              <a:gd name="connsiteY1-498" fmla="*/ 0 h 1985875"/>
              <a:gd name="connsiteX2-499" fmla="*/ 1026596 w 1946874"/>
              <a:gd name="connsiteY2-500" fmla="*/ 5610 h 1985875"/>
              <a:gd name="connsiteX3-501" fmla="*/ 1020986 w 1946874"/>
              <a:gd name="connsiteY3-502" fmla="*/ 493664 h 1985875"/>
              <a:gd name="connsiteX4-503" fmla="*/ 1155622 w 1946874"/>
              <a:gd name="connsiteY4-504" fmla="*/ 572201 h 1985875"/>
              <a:gd name="connsiteX5-505" fmla="*/ 1351965 w 1946874"/>
              <a:gd name="connsiteY5-506" fmla="*/ 375858 h 1985875"/>
              <a:gd name="connsiteX6-507" fmla="*/ 1901727 w 1946874"/>
              <a:gd name="connsiteY6-508" fmla="*/ 1924167 h 1985875"/>
              <a:gd name="connsiteX7-509" fmla="*/ 992937 w 1946874"/>
              <a:gd name="connsiteY7-510" fmla="*/ 1480991 h 1985875"/>
              <a:gd name="connsiteX8-511" fmla="*/ 1037816 w 1946874"/>
              <a:gd name="connsiteY8-512" fmla="*/ 1161232 h 1985875"/>
              <a:gd name="connsiteX9-513" fmla="*/ 1088304 w 1946874"/>
              <a:gd name="connsiteY9-514" fmla="*/ 757325 h 1985875"/>
              <a:gd name="connsiteX10-515" fmla="*/ 920009 w 1946874"/>
              <a:gd name="connsiteY10-516" fmla="*/ 611470 h 1985875"/>
              <a:gd name="connsiteX11-517" fmla="*/ 729276 w 1946874"/>
              <a:gd name="connsiteY11-518" fmla="*/ 751715 h 1985875"/>
              <a:gd name="connsiteX12-519" fmla="*/ 740495 w 1946874"/>
              <a:gd name="connsiteY12-520" fmla="*/ 1161232 h 1985875"/>
              <a:gd name="connsiteX13-521" fmla="*/ 785374 w 1946874"/>
              <a:gd name="connsiteY13-522" fmla="*/ 1509040 h 1985875"/>
              <a:gd name="connsiteX14-523" fmla="*/ 0 w 1946874"/>
              <a:gd name="connsiteY14-524" fmla="*/ 1985875 h 1985875"/>
              <a:gd name="connsiteX15-525" fmla="*/ 437565 w 1946874"/>
              <a:gd name="connsiteY15-526" fmla="*/ 387077 h 1985875"/>
              <a:gd name="connsiteX16-527" fmla="*/ 650738 w 1946874"/>
              <a:gd name="connsiteY16-528" fmla="*/ 611470 h 1985875"/>
              <a:gd name="connsiteX17-529" fmla="*/ 813423 w 1946874"/>
              <a:gd name="connsiteY17-530" fmla="*/ 499274 h 1985875"/>
              <a:gd name="connsiteX18-531" fmla="*/ 790984 w 1946874"/>
              <a:gd name="connsiteY18-532" fmla="*/ 0 h 1985875"/>
              <a:gd name="connsiteX0-533" fmla="*/ 790984 w 1946874"/>
              <a:gd name="connsiteY0-534" fmla="*/ 0 h 1985875"/>
              <a:gd name="connsiteX1-535" fmla="*/ 790984 w 1946874"/>
              <a:gd name="connsiteY1-536" fmla="*/ 0 h 1985875"/>
              <a:gd name="connsiteX2-537" fmla="*/ 1026596 w 1946874"/>
              <a:gd name="connsiteY2-538" fmla="*/ 5610 h 1985875"/>
              <a:gd name="connsiteX3-539" fmla="*/ 1020986 w 1946874"/>
              <a:gd name="connsiteY3-540" fmla="*/ 493664 h 1985875"/>
              <a:gd name="connsiteX4-541" fmla="*/ 1155622 w 1946874"/>
              <a:gd name="connsiteY4-542" fmla="*/ 572201 h 1985875"/>
              <a:gd name="connsiteX5-543" fmla="*/ 1351965 w 1946874"/>
              <a:gd name="connsiteY5-544" fmla="*/ 375858 h 1985875"/>
              <a:gd name="connsiteX6-545" fmla="*/ 1901727 w 1946874"/>
              <a:gd name="connsiteY6-546" fmla="*/ 1924167 h 1985875"/>
              <a:gd name="connsiteX7-547" fmla="*/ 992937 w 1946874"/>
              <a:gd name="connsiteY7-548" fmla="*/ 1480991 h 1985875"/>
              <a:gd name="connsiteX8-549" fmla="*/ 1037816 w 1946874"/>
              <a:gd name="connsiteY8-550" fmla="*/ 1161232 h 1985875"/>
              <a:gd name="connsiteX9-551" fmla="*/ 1088304 w 1946874"/>
              <a:gd name="connsiteY9-552" fmla="*/ 757325 h 1985875"/>
              <a:gd name="connsiteX10-553" fmla="*/ 920009 w 1946874"/>
              <a:gd name="connsiteY10-554" fmla="*/ 611470 h 1985875"/>
              <a:gd name="connsiteX11-555" fmla="*/ 729276 w 1946874"/>
              <a:gd name="connsiteY11-556" fmla="*/ 751715 h 1985875"/>
              <a:gd name="connsiteX12-557" fmla="*/ 740495 w 1946874"/>
              <a:gd name="connsiteY12-558" fmla="*/ 1161232 h 1985875"/>
              <a:gd name="connsiteX13-559" fmla="*/ 785374 w 1946874"/>
              <a:gd name="connsiteY13-560" fmla="*/ 1509040 h 1985875"/>
              <a:gd name="connsiteX14-561" fmla="*/ 0 w 1946874"/>
              <a:gd name="connsiteY14-562" fmla="*/ 1985875 h 1985875"/>
              <a:gd name="connsiteX15-563" fmla="*/ 437565 w 1946874"/>
              <a:gd name="connsiteY15-564" fmla="*/ 387077 h 1985875"/>
              <a:gd name="connsiteX16-565" fmla="*/ 650738 w 1946874"/>
              <a:gd name="connsiteY16-566" fmla="*/ 611470 h 1985875"/>
              <a:gd name="connsiteX17-567" fmla="*/ 813423 w 1946874"/>
              <a:gd name="connsiteY17-568" fmla="*/ 499274 h 1985875"/>
              <a:gd name="connsiteX18-569" fmla="*/ 790984 w 1946874"/>
              <a:gd name="connsiteY18-570" fmla="*/ 0 h 1985875"/>
              <a:gd name="connsiteX0-571" fmla="*/ 790984 w 1946874"/>
              <a:gd name="connsiteY0-572" fmla="*/ 0 h 1985875"/>
              <a:gd name="connsiteX1-573" fmla="*/ 790984 w 1946874"/>
              <a:gd name="connsiteY1-574" fmla="*/ 0 h 1985875"/>
              <a:gd name="connsiteX2-575" fmla="*/ 1026596 w 1946874"/>
              <a:gd name="connsiteY2-576" fmla="*/ 5610 h 1985875"/>
              <a:gd name="connsiteX3-577" fmla="*/ 1020986 w 1946874"/>
              <a:gd name="connsiteY3-578" fmla="*/ 493664 h 1985875"/>
              <a:gd name="connsiteX4-579" fmla="*/ 1155622 w 1946874"/>
              <a:gd name="connsiteY4-580" fmla="*/ 572201 h 1985875"/>
              <a:gd name="connsiteX5-581" fmla="*/ 1351965 w 1946874"/>
              <a:gd name="connsiteY5-582" fmla="*/ 375858 h 1985875"/>
              <a:gd name="connsiteX6-583" fmla="*/ 1901727 w 1946874"/>
              <a:gd name="connsiteY6-584" fmla="*/ 1924167 h 1985875"/>
              <a:gd name="connsiteX7-585" fmla="*/ 992937 w 1946874"/>
              <a:gd name="connsiteY7-586" fmla="*/ 1480991 h 1985875"/>
              <a:gd name="connsiteX8-587" fmla="*/ 1037816 w 1946874"/>
              <a:gd name="connsiteY8-588" fmla="*/ 1161232 h 1985875"/>
              <a:gd name="connsiteX9-589" fmla="*/ 1088304 w 1946874"/>
              <a:gd name="connsiteY9-590" fmla="*/ 757325 h 1985875"/>
              <a:gd name="connsiteX10-591" fmla="*/ 920009 w 1946874"/>
              <a:gd name="connsiteY10-592" fmla="*/ 611470 h 1985875"/>
              <a:gd name="connsiteX11-593" fmla="*/ 729276 w 1946874"/>
              <a:gd name="connsiteY11-594" fmla="*/ 751715 h 1985875"/>
              <a:gd name="connsiteX12-595" fmla="*/ 740495 w 1946874"/>
              <a:gd name="connsiteY12-596" fmla="*/ 1161232 h 1985875"/>
              <a:gd name="connsiteX13-597" fmla="*/ 785374 w 1946874"/>
              <a:gd name="connsiteY13-598" fmla="*/ 1509040 h 1985875"/>
              <a:gd name="connsiteX14-599" fmla="*/ 0 w 1946874"/>
              <a:gd name="connsiteY14-600" fmla="*/ 1985875 h 1985875"/>
              <a:gd name="connsiteX15-601" fmla="*/ 437565 w 1946874"/>
              <a:gd name="connsiteY15-602" fmla="*/ 387077 h 1985875"/>
              <a:gd name="connsiteX16-603" fmla="*/ 650738 w 1946874"/>
              <a:gd name="connsiteY16-604" fmla="*/ 611470 h 1985875"/>
              <a:gd name="connsiteX17-605" fmla="*/ 813423 w 1946874"/>
              <a:gd name="connsiteY17-606" fmla="*/ 499274 h 1985875"/>
              <a:gd name="connsiteX18-607" fmla="*/ 790984 w 1946874"/>
              <a:gd name="connsiteY18-608" fmla="*/ 0 h 1985875"/>
              <a:gd name="connsiteX0-609" fmla="*/ 790984 w 1946874"/>
              <a:gd name="connsiteY0-610" fmla="*/ 0 h 1985875"/>
              <a:gd name="connsiteX1-611" fmla="*/ 790984 w 1946874"/>
              <a:gd name="connsiteY1-612" fmla="*/ 0 h 1985875"/>
              <a:gd name="connsiteX2-613" fmla="*/ 1026596 w 1946874"/>
              <a:gd name="connsiteY2-614" fmla="*/ 5610 h 1985875"/>
              <a:gd name="connsiteX3-615" fmla="*/ 1020986 w 1946874"/>
              <a:gd name="connsiteY3-616" fmla="*/ 493664 h 1985875"/>
              <a:gd name="connsiteX4-617" fmla="*/ 1155622 w 1946874"/>
              <a:gd name="connsiteY4-618" fmla="*/ 572201 h 1985875"/>
              <a:gd name="connsiteX5-619" fmla="*/ 1351965 w 1946874"/>
              <a:gd name="connsiteY5-620" fmla="*/ 375858 h 1985875"/>
              <a:gd name="connsiteX6-621" fmla="*/ 1901727 w 1946874"/>
              <a:gd name="connsiteY6-622" fmla="*/ 1924167 h 1985875"/>
              <a:gd name="connsiteX7-623" fmla="*/ 992937 w 1946874"/>
              <a:gd name="connsiteY7-624" fmla="*/ 1480991 h 1985875"/>
              <a:gd name="connsiteX8-625" fmla="*/ 1037816 w 1946874"/>
              <a:gd name="connsiteY8-626" fmla="*/ 1161232 h 1985875"/>
              <a:gd name="connsiteX9-627" fmla="*/ 1088304 w 1946874"/>
              <a:gd name="connsiteY9-628" fmla="*/ 757325 h 1985875"/>
              <a:gd name="connsiteX10-629" fmla="*/ 920009 w 1946874"/>
              <a:gd name="connsiteY10-630" fmla="*/ 611470 h 1985875"/>
              <a:gd name="connsiteX11-631" fmla="*/ 729276 w 1946874"/>
              <a:gd name="connsiteY11-632" fmla="*/ 751715 h 1985875"/>
              <a:gd name="connsiteX12-633" fmla="*/ 740495 w 1946874"/>
              <a:gd name="connsiteY12-634" fmla="*/ 1161232 h 1985875"/>
              <a:gd name="connsiteX13-635" fmla="*/ 785374 w 1946874"/>
              <a:gd name="connsiteY13-636" fmla="*/ 1509040 h 1985875"/>
              <a:gd name="connsiteX14-637" fmla="*/ 0 w 1946874"/>
              <a:gd name="connsiteY14-638" fmla="*/ 1985875 h 1985875"/>
              <a:gd name="connsiteX15-639" fmla="*/ 437565 w 1946874"/>
              <a:gd name="connsiteY15-640" fmla="*/ 387077 h 1985875"/>
              <a:gd name="connsiteX16-641" fmla="*/ 650738 w 1946874"/>
              <a:gd name="connsiteY16-642" fmla="*/ 611470 h 1985875"/>
              <a:gd name="connsiteX17-643" fmla="*/ 813423 w 1946874"/>
              <a:gd name="connsiteY17-644" fmla="*/ 499274 h 1985875"/>
              <a:gd name="connsiteX18-645" fmla="*/ 790984 w 1946874"/>
              <a:gd name="connsiteY18-646" fmla="*/ 0 h 1985875"/>
              <a:gd name="connsiteX0-647" fmla="*/ 790984 w 1946874"/>
              <a:gd name="connsiteY0-648" fmla="*/ 0 h 1985875"/>
              <a:gd name="connsiteX1-649" fmla="*/ 790984 w 1946874"/>
              <a:gd name="connsiteY1-650" fmla="*/ 0 h 1985875"/>
              <a:gd name="connsiteX2-651" fmla="*/ 1026596 w 1946874"/>
              <a:gd name="connsiteY2-652" fmla="*/ 5610 h 1985875"/>
              <a:gd name="connsiteX3-653" fmla="*/ 1020986 w 1946874"/>
              <a:gd name="connsiteY3-654" fmla="*/ 493664 h 1985875"/>
              <a:gd name="connsiteX4-655" fmla="*/ 1155622 w 1946874"/>
              <a:gd name="connsiteY4-656" fmla="*/ 572201 h 1985875"/>
              <a:gd name="connsiteX5-657" fmla="*/ 1351965 w 1946874"/>
              <a:gd name="connsiteY5-658" fmla="*/ 375858 h 1985875"/>
              <a:gd name="connsiteX6-659" fmla="*/ 1901727 w 1946874"/>
              <a:gd name="connsiteY6-660" fmla="*/ 1924167 h 1985875"/>
              <a:gd name="connsiteX7-661" fmla="*/ 992937 w 1946874"/>
              <a:gd name="connsiteY7-662" fmla="*/ 1480991 h 1985875"/>
              <a:gd name="connsiteX8-663" fmla="*/ 1037816 w 1946874"/>
              <a:gd name="connsiteY8-664" fmla="*/ 1161232 h 1985875"/>
              <a:gd name="connsiteX9-665" fmla="*/ 1088304 w 1946874"/>
              <a:gd name="connsiteY9-666" fmla="*/ 757325 h 1985875"/>
              <a:gd name="connsiteX10-667" fmla="*/ 920009 w 1946874"/>
              <a:gd name="connsiteY10-668" fmla="*/ 611470 h 1985875"/>
              <a:gd name="connsiteX11-669" fmla="*/ 729276 w 1946874"/>
              <a:gd name="connsiteY11-670" fmla="*/ 751715 h 1985875"/>
              <a:gd name="connsiteX12-671" fmla="*/ 740495 w 1946874"/>
              <a:gd name="connsiteY12-672" fmla="*/ 1161232 h 1985875"/>
              <a:gd name="connsiteX13-673" fmla="*/ 785374 w 1946874"/>
              <a:gd name="connsiteY13-674" fmla="*/ 1509040 h 1985875"/>
              <a:gd name="connsiteX14-675" fmla="*/ 0 w 1946874"/>
              <a:gd name="connsiteY14-676" fmla="*/ 1985875 h 1985875"/>
              <a:gd name="connsiteX15-677" fmla="*/ 437565 w 1946874"/>
              <a:gd name="connsiteY15-678" fmla="*/ 387077 h 1985875"/>
              <a:gd name="connsiteX16-679" fmla="*/ 650738 w 1946874"/>
              <a:gd name="connsiteY16-680" fmla="*/ 611470 h 1985875"/>
              <a:gd name="connsiteX17-681" fmla="*/ 813423 w 1946874"/>
              <a:gd name="connsiteY17-682" fmla="*/ 499274 h 1985875"/>
              <a:gd name="connsiteX18-683" fmla="*/ 790984 w 1946874"/>
              <a:gd name="connsiteY18-684" fmla="*/ 0 h 1985875"/>
              <a:gd name="connsiteX0-685" fmla="*/ 790984 w 1946874"/>
              <a:gd name="connsiteY0-686" fmla="*/ 0 h 1985875"/>
              <a:gd name="connsiteX1-687" fmla="*/ 790984 w 1946874"/>
              <a:gd name="connsiteY1-688" fmla="*/ 0 h 1985875"/>
              <a:gd name="connsiteX2-689" fmla="*/ 1026596 w 1946874"/>
              <a:gd name="connsiteY2-690" fmla="*/ 5610 h 1985875"/>
              <a:gd name="connsiteX3-691" fmla="*/ 1020986 w 1946874"/>
              <a:gd name="connsiteY3-692" fmla="*/ 493664 h 1985875"/>
              <a:gd name="connsiteX4-693" fmla="*/ 1155622 w 1946874"/>
              <a:gd name="connsiteY4-694" fmla="*/ 572201 h 1985875"/>
              <a:gd name="connsiteX5-695" fmla="*/ 1351965 w 1946874"/>
              <a:gd name="connsiteY5-696" fmla="*/ 375858 h 1985875"/>
              <a:gd name="connsiteX6-697" fmla="*/ 1901727 w 1946874"/>
              <a:gd name="connsiteY6-698" fmla="*/ 1924167 h 1985875"/>
              <a:gd name="connsiteX7-699" fmla="*/ 1071474 w 1946874"/>
              <a:gd name="connsiteY7-700" fmla="*/ 1480991 h 1985875"/>
              <a:gd name="connsiteX8-701" fmla="*/ 1037816 w 1946874"/>
              <a:gd name="connsiteY8-702" fmla="*/ 1161232 h 1985875"/>
              <a:gd name="connsiteX9-703" fmla="*/ 1088304 w 1946874"/>
              <a:gd name="connsiteY9-704" fmla="*/ 757325 h 1985875"/>
              <a:gd name="connsiteX10-705" fmla="*/ 920009 w 1946874"/>
              <a:gd name="connsiteY10-706" fmla="*/ 611470 h 1985875"/>
              <a:gd name="connsiteX11-707" fmla="*/ 729276 w 1946874"/>
              <a:gd name="connsiteY11-708" fmla="*/ 751715 h 1985875"/>
              <a:gd name="connsiteX12-709" fmla="*/ 740495 w 1946874"/>
              <a:gd name="connsiteY12-710" fmla="*/ 1161232 h 1985875"/>
              <a:gd name="connsiteX13-711" fmla="*/ 785374 w 1946874"/>
              <a:gd name="connsiteY13-712" fmla="*/ 1509040 h 1985875"/>
              <a:gd name="connsiteX14-713" fmla="*/ 0 w 1946874"/>
              <a:gd name="connsiteY14-714" fmla="*/ 1985875 h 1985875"/>
              <a:gd name="connsiteX15-715" fmla="*/ 437565 w 1946874"/>
              <a:gd name="connsiteY15-716" fmla="*/ 387077 h 1985875"/>
              <a:gd name="connsiteX16-717" fmla="*/ 650738 w 1946874"/>
              <a:gd name="connsiteY16-718" fmla="*/ 611470 h 1985875"/>
              <a:gd name="connsiteX17-719" fmla="*/ 813423 w 1946874"/>
              <a:gd name="connsiteY17-720" fmla="*/ 499274 h 1985875"/>
              <a:gd name="connsiteX18-721" fmla="*/ 790984 w 1946874"/>
              <a:gd name="connsiteY18-722" fmla="*/ 0 h 1985875"/>
              <a:gd name="connsiteX0-723" fmla="*/ 790984 w 1946874"/>
              <a:gd name="connsiteY0-724" fmla="*/ 0 h 1985875"/>
              <a:gd name="connsiteX1-725" fmla="*/ 790984 w 1946874"/>
              <a:gd name="connsiteY1-726" fmla="*/ 0 h 1985875"/>
              <a:gd name="connsiteX2-727" fmla="*/ 1026596 w 1946874"/>
              <a:gd name="connsiteY2-728" fmla="*/ 5610 h 1985875"/>
              <a:gd name="connsiteX3-729" fmla="*/ 1020986 w 1946874"/>
              <a:gd name="connsiteY3-730" fmla="*/ 493664 h 1985875"/>
              <a:gd name="connsiteX4-731" fmla="*/ 1155622 w 1946874"/>
              <a:gd name="connsiteY4-732" fmla="*/ 572201 h 1985875"/>
              <a:gd name="connsiteX5-733" fmla="*/ 1351965 w 1946874"/>
              <a:gd name="connsiteY5-734" fmla="*/ 375858 h 1985875"/>
              <a:gd name="connsiteX6-735" fmla="*/ 1901727 w 1946874"/>
              <a:gd name="connsiteY6-736" fmla="*/ 1924167 h 1985875"/>
              <a:gd name="connsiteX7-737" fmla="*/ 1054644 w 1946874"/>
              <a:gd name="connsiteY7-738" fmla="*/ 1486600 h 1985875"/>
              <a:gd name="connsiteX8-739" fmla="*/ 1037816 w 1946874"/>
              <a:gd name="connsiteY8-740" fmla="*/ 1161232 h 1985875"/>
              <a:gd name="connsiteX9-741" fmla="*/ 1088304 w 1946874"/>
              <a:gd name="connsiteY9-742" fmla="*/ 757325 h 1985875"/>
              <a:gd name="connsiteX10-743" fmla="*/ 920009 w 1946874"/>
              <a:gd name="connsiteY10-744" fmla="*/ 611470 h 1985875"/>
              <a:gd name="connsiteX11-745" fmla="*/ 729276 w 1946874"/>
              <a:gd name="connsiteY11-746" fmla="*/ 751715 h 1985875"/>
              <a:gd name="connsiteX12-747" fmla="*/ 740495 w 1946874"/>
              <a:gd name="connsiteY12-748" fmla="*/ 1161232 h 1985875"/>
              <a:gd name="connsiteX13-749" fmla="*/ 785374 w 1946874"/>
              <a:gd name="connsiteY13-750" fmla="*/ 1509040 h 1985875"/>
              <a:gd name="connsiteX14-751" fmla="*/ 0 w 1946874"/>
              <a:gd name="connsiteY14-752" fmla="*/ 1985875 h 1985875"/>
              <a:gd name="connsiteX15-753" fmla="*/ 437565 w 1946874"/>
              <a:gd name="connsiteY15-754" fmla="*/ 387077 h 1985875"/>
              <a:gd name="connsiteX16-755" fmla="*/ 650738 w 1946874"/>
              <a:gd name="connsiteY16-756" fmla="*/ 611470 h 1985875"/>
              <a:gd name="connsiteX17-757" fmla="*/ 813423 w 1946874"/>
              <a:gd name="connsiteY17-758" fmla="*/ 499274 h 1985875"/>
              <a:gd name="connsiteX18-759" fmla="*/ 790984 w 1946874"/>
              <a:gd name="connsiteY18-760" fmla="*/ 0 h 1985875"/>
              <a:gd name="connsiteX0-761" fmla="*/ 790984 w 1946874"/>
              <a:gd name="connsiteY0-762" fmla="*/ 0 h 1985875"/>
              <a:gd name="connsiteX1-763" fmla="*/ 790984 w 1946874"/>
              <a:gd name="connsiteY1-764" fmla="*/ 0 h 1985875"/>
              <a:gd name="connsiteX2-765" fmla="*/ 1026596 w 1946874"/>
              <a:gd name="connsiteY2-766" fmla="*/ 5610 h 1985875"/>
              <a:gd name="connsiteX3-767" fmla="*/ 1020986 w 1946874"/>
              <a:gd name="connsiteY3-768" fmla="*/ 493664 h 1985875"/>
              <a:gd name="connsiteX4-769" fmla="*/ 1155622 w 1946874"/>
              <a:gd name="connsiteY4-770" fmla="*/ 572201 h 1985875"/>
              <a:gd name="connsiteX5-771" fmla="*/ 1351965 w 1946874"/>
              <a:gd name="connsiteY5-772" fmla="*/ 375858 h 1985875"/>
              <a:gd name="connsiteX6-773" fmla="*/ 1901727 w 1946874"/>
              <a:gd name="connsiteY6-774" fmla="*/ 1924167 h 1985875"/>
              <a:gd name="connsiteX7-775" fmla="*/ 1054644 w 1946874"/>
              <a:gd name="connsiteY7-776" fmla="*/ 1486600 h 1985875"/>
              <a:gd name="connsiteX8-777" fmla="*/ 1037816 w 1946874"/>
              <a:gd name="connsiteY8-778" fmla="*/ 1161232 h 1985875"/>
              <a:gd name="connsiteX9-779" fmla="*/ 1088304 w 1946874"/>
              <a:gd name="connsiteY9-780" fmla="*/ 757325 h 1985875"/>
              <a:gd name="connsiteX10-781" fmla="*/ 920009 w 1946874"/>
              <a:gd name="connsiteY10-782" fmla="*/ 611470 h 1985875"/>
              <a:gd name="connsiteX11-783" fmla="*/ 729276 w 1946874"/>
              <a:gd name="connsiteY11-784" fmla="*/ 751715 h 1985875"/>
              <a:gd name="connsiteX12-785" fmla="*/ 740495 w 1946874"/>
              <a:gd name="connsiteY12-786" fmla="*/ 1161232 h 1985875"/>
              <a:gd name="connsiteX13-787" fmla="*/ 785374 w 1946874"/>
              <a:gd name="connsiteY13-788" fmla="*/ 1509040 h 1985875"/>
              <a:gd name="connsiteX14-789" fmla="*/ 0 w 1946874"/>
              <a:gd name="connsiteY14-790" fmla="*/ 1985875 h 1985875"/>
              <a:gd name="connsiteX15-791" fmla="*/ 437565 w 1946874"/>
              <a:gd name="connsiteY15-792" fmla="*/ 387077 h 1985875"/>
              <a:gd name="connsiteX16-793" fmla="*/ 650738 w 1946874"/>
              <a:gd name="connsiteY16-794" fmla="*/ 611470 h 1985875"/>
              <a:gd name="connsiteX17-795" fmla="*/ 813423 w 1946874"/>
              <a:gd name="connsiteY17-796" fmla="*/ 499274 h 1985875"/>
              <a:gd name="connsiteX18-797" fmla="*/ 790984 w 1946874"/>
              <a:gd name="connsiteY18-798" fmla="*/ 0 h 1985875"/>
              <a:gd name="connsiteX0-799" fmla="*/ 790984 w 1946874"/>
              <a:gd name="connsiteY0-800" fmla="*/ 0 h 1985875"/>
              <a:gd name="connsiteX1-801" fmla="*/ 790984 w 1946874"/>
              <a:gd name="connsiteY1-802" fmla="*/ 0 h 1985875"/>
              <a:gd name="connsiteX2-803" fmla="*/ 1026596 w 1946874"/>
              <a:gd name="connsiteY2-804" fmla="*/ 5610 h 1985875"/>
              <a:gd name="connsiteX3-805" fmla="*/ 1020986 w 1946874"/>
              <a:gd name="connsiteY3-806" fmla="*/ 493664 h 1985875"/>
              <a:gd name="connsiteX4-807" fmla="*/ 1155622 w 1946874"/>
              <a:gd name="connsiteY4-808" fmla="*/ 572201 h 1985875"/>
              <a:gd name="connsiteX5-809" fmla="*/ 1351965 w 1946874"/>
              <a:gd name="connsiteY5-810" fmla="*/ 375858 h 1985875"/>
              <a:gd name="connsiteX6-811" fmla="*/ 1901727 w 1946874"/>
              <a:gd name="connsiteY6-812" fmla="*/ 1924167 h 1985875"/>
              <a:gd name="connsiteX7-813" fmla="*/ 1054644 w 1946874"/>
              <a:gd name="connsiteY7-814" fmla="*/ 1486600 h 1985875"/>
              <a:gd name="connsiteX8-815" fmla="*/ 1037816 w 1946874"/>
              <a:gd name="connsiteY8-816" fmla="*/ 1161232 h 1985875"/>
              <a:gd name="connsiteX9-817" fmla="*/ 1088304 w 1946874"/>
              <a:gd name="connsiteY9-818" fmla="*/ 757325 h 1985875"/>
              <a:gd name="connsiteX10-819" fmla="*/ 920009 w 1946874"/>
              <a:gd name="connsiteY10-820" fmla="*/ 611470 h 1985875"/>
              <a:gd name="connsiteX11-821" fmla="*/ 729276 w 1946874"/>
              <a:gd name="connsiteY11-822" fmla="*/ 751715 h 1985875"/>
              <a:gd name="connsiteX12-823" fmla="*/ 740495 w 1946874"/>
              <a:gd name="connsiteY12-824" fmla="*/ 1161232 h 1985875"/>
              <a:gd name="connsiteX13-825" fmla="*/ 785374 w 1946874"/>
              <a:gd name="connsiteY13-826" fmla="*/ 1509040 h 1985875"/>
              <a:gd name="connsiteX14-827" fmla="*/ 0 w 1946874"/>
              <a:gd name="connsiteY14-828" fmla="*/ 1985875 h 1985875"/>
              <a:gd name="connsiteX15-829" fmla="*/ 437565 w 1946874"/>
              <a:gd name="connsiteY15-830" fmla="*/ 387077 h 1985875"/>
              <a:gd name="connsiteX16-831" fmla="*/ 650738 w 1946874"/>
              <a:gd name="connsiteY16-832" fmla="*/ 611470 h 1985875"/>
              <a:gd name="connsiteX17-833" fmla="*/ 813423 w 1946874"/>
              <a:gd name="connsiteY17-834" fmla="*/ 499274 h 1985875"/>
              <a:gd name="connsiteX18-835" fmla="*/ 790984 w 1946874"/>
              <a:gd name="connsiteY18-836" fmla="*/ 0 h 1985875"/>
              <a:gd name="connsiteX0-837" fmla="*/ 790984 w 1946874"/>
              <a:gd name="connsiteY0-838" fmla="*/ 0 h 1985875"/>
              <a:gd name="connsiteX1-839" fmla="*/ 790984 w 1946874"/>
              <a:gd name="connsiteY1-840" fmla="*/ 0 h 1985875"/>
              <a:gd name="connsiteX2-841" fmla="*/ 1026596 w 1946874"/>
              <a:gd name="connsiteY2-842" fmla="*/ 5610 h 1985875"/>
              <a:gd name="connsiteX3-843" fmla="*/ 1020986 w 1946874"/>
              <a:gd name="connsiteY3-844" fmla="*/ 493664 h 1985875"/>
              <a:gd name="connsiteX4-845" fmla="*/ 1155622 w 1946874"/>
              <a:gd name="connsiteY4-846" fmla="*/ 572201 h 1985875"/>
              <a:gd name="connsiteX5-847" fmla="*/ 1351965 w 1946874"/>
              <a:gd name="connsiteY5-848" fmla="*/ 375858 h 1985875"/>
              <a:gd name="connsiteX6-849" fmla="*/ 1901727 w 1946874"/>
              <a:gd name="connsiteY6-850" fmla="*/ 1924167 h 1985875"/>
              <a:gd name="connsiteX7-851" fmla="*/ 1054644 w 1946874"/>
              <a:gd name="connsiteY7-852" fmla="*/ 1486600 h 1985875"/>
              <a:gd name="connsiteX8-853" fmla="*/ 1037816 w 1946874"/>
              <a:gd name="connsiteY8-854" fmla="*/ 1161232 h 1985875"/>
              <a:gd name="connsiteX9-855" fmla="*/ 1088304 w 1946874"/>
              <a:gd name="connsiteY9-856" fmla="*/ 757325 h 1985875"/>
              <a:gd name="connsiteX10-857" fmla="*/ 920009 w 1946874"/>
              <a:gd name="connsiteY10-858" fmla="*/ 611470 h 1985875"/>
              <a:gd name="connsiteX11-859" fmla="*/ 729276 w 1946874"/>
              <a:gd name="connsiteY11-860" fmla="*/ 751715 h 1985875"/>
              <a:gd name="connsiteX12-861" fmla="*/ 740495 w 1946874"/>
              <a:gd name="connsiteY12-862" fmla="*/ 1161232 h 1985875"/>
              <a:gd name="connsiteX13-863" fmla="*/ 785374 w 1946874"/>
              <a:gd name="connsiteY13-864" fmla="*/ 1509040 h 1985875"/>
              <a:gd name="connsiteX14-865" fmla="*/ 0 w 1946874"/>
              <a:gd name="connsiteY14-866" fmla="*/ 1985875 h 1985875"/>
              <a:gd name="connsiteX15-867" fmla="*/ 437565 w 1946874"/>
              <a:gd name="connsiteY15-868" fmla="*/ 387077 h 1985875"/>
              <a:gd name="connsiteX16-869" fmla="*/ 650738 w 1946874"/>
              <a:gd name="connsiteY16-870" fmla="*/ 611470 h 1985875"/>
              <a:gd name="connsiteX17-871" fmla="*/ 813423 w 1946874"/>
              <a:gd name="connsiteY17-872" fmla="*/ 499274 h 1985875"/>
              <a:gd name="connsiteX18-873" fmla="*/ 790984 w 1946874"/>
              <a:gd name="connsiteY18-874" fmla="*/ 0 h 1985875"/>
              <a:gd name="connsiteX0-875" fmla="*/ 790984 w 1946874"/>
              <a:gd name="connsiteY0-876" fmla="*/ 0 h 1985875"/>
              <a:gd name="connsiteX1-877" fmla="*/ 790984 w 1946874"/>
              <a:gd name="connsiteY1-878" fmla="*/ 0 h 1985875"/>
              <a:gd name="connsiteX2-879" fmla="*/ 1026596 w 1946874"/>
              <a:gd name="connsiteY2-880" fmla="*/ 5610 h 1985875"/>
              <a:gd name="connsiteX3-881" fmla="*/ 1020986 w 1946874"/>
              <a:gd name="connsiteY3-882" fmla="*/ 493664 h 1985875"/>
              <a:gd name="connsiteX4-883" fmla="*/ 1155622 w 1946874"/>
              <a:gd name="connsiteY4-884" fmla="*/ 572201 h 1985875"/>
              <a:gd name="connsiteX5-885" fmla="*/ 1351965 w 1946874"/>
              <a:gd name="connsiteY5-886" fmla="*/ 375858 h 1985875"/>
              <a:gd name="connsiteX6-887" fmla="*/ 1901727 w 1946874"/>
              <a:gd name="connsiteY6-888" fmla="*/ 1924167 h 1985875"/>
              <a:gd name="connsiteX7-889" fmla="*/ 1054644 w 1946874"/>
              <a:gd name="connsiteY7-890" fmla="*/ 1486600 h 1985875"/>
              <a:gd name="connsiteX8-891" fmla="*/ 1037816 w 1946874"/>
              <a:gd name="connsiteY8-892" fmla="*/ 1161232 h 1985875"/>
              <a:gd name="connsiteX9-893" fmla="*/ 1088304 w 1946874"/>
              <a:gd name="connsiteY9-894" fmla="*/ 757325 h 1985875"/>
              <a:gd name="connsiteX10-895" fmla="*/ 920009 w 1946874"/>
              <a:gd name="connsiteY10-896" fmla="*/ 611470 h 1985875"/>
              <a:gd name="connsiteX11-897" fmla="*/ 729276 w 1946874"/>
              <a:gd name="connsiteY11-898" fmla="*/ 751715 h 1985875"/>
              <a:gd name="connsiteX12-899" fmla="*/ 740495 w 1946874"/>
              <a:gd name="connsiteY12-900" fmla="*/ 1161232 h 1985875"/>
              <a:gd name="connsiteX13-901" fmla="*/ 785374 w 1946874"/>
              <a:gd name="connsiteY13-902" fmla="*/ 1509040 h 1985875"/>
              <a:gd name="connsiteX14-903" fmla="*/ 0 w 1946874"/>
              <a:gd name="connsiteY14-904" fmla="*/ 1985875 h 1985875"/>
              <a:gd name="connsiteX15-905" fmla="*/ 437565 w 1946874"/>
              <a:gd name="connsiteY15-906" fmla="*/ 387077 h 1985875"/>
              <a:gd name="connsiteX16-907" fmla="*/ 650738 w 1946874"/>
              <a:gd name="connsiteY16-908" fmla="*/ 611470 h 1985875"/>
              <a:gd name="connsiteX17-909" fmla="*/ 813423 w 1946874"/>
              <a:gd name="connsiteY17-910" fmla="*/ 499274 h 1985875"/>
              <a:gd name="connsiteX18-911" fmla="*/ 790984 w 1946874"/>
              <a:gd name="connsiteY18-912" fmla="*/ 0 h 1985875"/>
              <a:gd name="connsiteX0-913" fmla="*/ 790984 w 1946874"/>
              <a:gd name="connsiteY0-914" fmla="*/ 0 h 1985875"/>
              <a:gd name="connsiteX1-915" fmla="*/ 790984 w 1946874"/>
              <a:gd name="connsiteY1-916" fmla="*/ 0 h 1985875"/>
              <a:gd name="connsiteX2-917" fmla="*/ 1026596 w 1946874"/>
              <a:gd name="connsiteY2-918" fmla="*/ 5610 h 1985875"/>
              <a:gd name="connsiteX3-919" fmla="*/ 1020986 w 1946874"/>
              <a:gd name="connsiteY3-920" fmla="*/ 493664 h 1985875"/>
              <a:gd name="connsiteX4-921" fmla="*/ 1155622 w 1946874"/>
              <a:gd name="connsiteY4-922" fmla="*/ 572201 h 1985875"/>
              <a:gd name="connsiteX5-923" fmla="*/ 1351965 w 1946874"/>
              <a:gd name="connsiteY5-924" fmla="*/ 375858 h 1985875"/>
              <a:gd name="connsiteX6-925" fmla="*/ 1901727 w 1946874"/>
              <a:gd name="connsiteY6-926" fmla="*/ 1924167 h 1985875"/>
              <a:gd name="connsiteX7-927" fmla="*/ 1054644 w 1946874"/>
              <a:gd name="connsiteY7-928" fmla="*/ 1486600 h 1985875"/>
              <a:gd name="connsiteX8-929" fmla="*/ 1037816 w 1946874"/>
              <a:gd name="connsiteY8-930" fmla="*/ 1144403 h 1985875"/>
              <a:gd name="connsiteX9-931" fmla="*/ 1088304 w 1946874"/>
              <a:gd name="connsiteY9-932" fmla="*/ 757325 h 1985875"/>
              <a:gd name="connsiteX10-933" fmla="*/ 920009 w 1946874"/>
              <a:gd name="connsiteY10-934" fmla="*/ 611470 h 1985875"/>
              <a:gd name="connsiteX11-935" fmla="*/ 729276 w 1946874"/>
              <a:gd name="connsiteY11-936" fmla="*/ 751715 h 1985875"/>
              <a:gd name="connsiteX12-937" fmla="*/ 740495 w 1946874"/>
              <a:gd name="connsiteY12-938" fmla="*/ 1161232 h 1985875"/>
              <a:gd name="connsiteX13-939" fmla="*/ 785374 w 1946874"/>
              <a:gd name="connsiteY13-940" fmla="*/ 1509040 h 1985875"/>
              <a:gd name="connsiteX14-941" fmla="*/ 0 w 1946874"/>
              <a:gd name="connsiteY14-942" fmla="*/ 1985875 h 1985875"/>
              <a:gd name="connsiteX15-943" fmla="*/ 437565 w 1946874"/>
              <a:gd name="connsiteY15-944" fmla="*/ 387077 h 1985875"/>
              <a:gd name="connsiteX16-945" fmla="*/ 650738 w 1946874"/>
              <a:gd name="connsiteY16-946" fmla="*/ 611470 h 1985875"/>
              <a:gd name="connsiteX17-947" fmla="*/ 813423 w 1946874"/>
              <a:gd name="connsiteY17-948" fmla="*/ 499274 h 1985875"/>
              <a:gd name="connsiteX18-949" fmla="*/ 790984 w 1946874"/>
              <a:gd name="connsiteY18-950" fmla="*/ 0 h 1985875"/>
              <a:gd name="connsiteX0-951" fmla="*/ 790984 w 1946874"/>
              <a:gd name="connsiteY0-952" fmla="*/ 0 h 1985875"/>
              <a:gd name="connsiteX1-953" fmla="*/ 790984 w 1946874"/>
              <a:gd name="connsiteY1-954" fmla="*/ 0 h 1985875"/>
              <a:gd name="connsiteX2-955" fmla="*/ 1026596 w 1946874"/>
              <a:gd name="connsiteY2-956" fmla="*/ 5610 h 1985875"/>
              <a:gd name="connsiteX3-957" fmla="*/ 1020986 w 1946874"/>
              <a:gd name="connsiteY3-958" fmla="*/ 493664 h 1985875"/>
              <a:gd name="connsiteX4-959" fmla="*/ 1155622 w 1946874"/>
              <a:gd name="connsiteY4-960" fmla="*/ 572201 h 1985875"/>
              <a:gd name="connsiteX5-961" fmla="*/ 1351965 w 1946874"/>
              <a:gd name="connsiteY5-962" fmla="*/ 375858 h 1985875"/>
              <a:gd name="connsiteX6-963" fmla="*/ 1901727 w 1946874"/>
              <a:gd name="connsiteY6-964" fmla="*/ 1924167 h 1985875"/>
              <a:gd name="connsiteX7-965" fmla="*/ 1054644 w 1946874"/>
              <a:gd name="connsiteY7-966" fmla="*/ 1486600 h 1985875"/>
              <a:gd name="connsiteX8-967" fmla="*/ 1037816 w 1946874"/>
              <a:gd name="connsiteY8-968" fmla="*/ 1144403 h 1985875"/>
              <a:gd name="connsiteX9-969" fmla="*/ 1088304 w 1946874"/>
              <a:gd name="connsiteY9-970" fmla="*/ 757325 h 1985875"/>
              <a:gd name="connsiteX10-971" fmla="*/ 920009 w 1946874"/>
              <a:gd name="connsiteY10-972" fmla="*/ 611470 h 1985875"/>
              <a:gd name="connsiteX11-973" fmla="*/ 729276 w 1946874"/>
              <a:gd name="connsiteY11-974" fmla="*/ 751715 h 1985875"/>
              <a:gd name="connsiteX12-975" fmla="*/ 740495 w 1946874"/>
              <a:gd name="connsiteY12-976" fmla="*/ 1161232 h 1985875"/>
              <a:gd name="connsiteX13-977" fmla="*/ 785374 w 1946874"/>
              <a:gd name="connsiteY13-978" fmla="*/ 1509040 h 1985875"/>
              <a:gd name="connsiteX14-979" fmla="*/ 0 w 1946874"/>
              <a:gd name="connsiteY14-980" fmla="*/ 1985875 h 1985875"/>
              <a:gd name="connsiteX15-981" fmla="*/ 437565 w 1946874"/>
              <a:gd name="connsiteY15-982" fmla="*/ 387077 h 1985875"/>
              <a:gd name="connsiteX16-983" fmla="*/ 650738 w 1946874"/>
              <a:gd name="connsiteY16-984" fmla="*/ 611470 h 1985875"/>
              <a:gd name="connsiteX17-985" fmla="*/ 813423 w 1946874"/>
              <a:gd name="connsiteY17-986" fmla="*/ 499274 h 1985875"/>
              <a:gd name="connsiteX18-987" fmla="*/ 790984 w 1946874"/>
              <a:gd name="connsiteY18-988" fmla="*/ 0 h 1985875"/>
              <a:gd name="connsiteX0-989" fmla="*/ 790984 w 1946874"/>
              <a:gd name="connsiteY0-990" fmla="*/ 0 h 1985875"/>
              <a:gd name="connsiteX1-991" fmla="*/ 790984 w 1946874"/>
              <a:gd name="connsiteY1-992" fmla="*/ 0 h 1985875"/>
              <a:gd name="connsiteX2-993" fmla="*/ 1026596 w 1946874"/>
              <a:gd name="connsiteY2-994" fmla="*/ 5610 h 1985875"/>
              <a:gd name="connsiteX3-995" fmla="*/ 1020986 w 1946874"/>
              <a:gd name="connsiteY3-996" fmla="*/ 493664 h 1985875"/>
              <a:gd name="connsiteX4-997" fmla="*/ 1155622 w 1946874"/>
              <a:gd name="connsiteY4-998" fmla="*/ 572201 h 1985875"/>
              <a:gd name="connsiteX5-999" fmla="*/ 1351965 w 1946874"/>
              <a:gd name="connsiteY5-1000" fmla="*/ 375858 h 1985875"/>
              <a:gd name="connsiteX6-1001" fmla="*/ 1901727 w 1946874"/>
              <a:gd name="connsiteY6-1002" fmla="*/ 1924167 h 1985875"/>
              <a:gd name="connsiteX7-1003" fmla="*/ 1054644 w 1946874"/>
              <a:gd name="connsiteY7-1004" fmla="*/ 1486600 h 1985875"/>
              <a:gd name="connsiteX8-1005" fmla="*/ 1037816 w 1946874"/>
              <a:gd name="connsiteY8-1006" fmla="*/ 1144403 h 1985875"/>
              <a:gd name="connsiteX9-1007" fmla="*/ 1088304 w 1946874"/>
              <a:gd name="connsiteY9-1008" fmla="*/ 757325 h 1985875"/>
              <a:gd name="connsiteX10-1009" fmla="*/ 920009 w 1946874"/>
              <a:gd name="connsiteY10-1010" fmla="*/ 611470 h 1985875"/>
              <a:gd name="connsiteX11-1011" fmla="*/ 729276 w 1946874"/>
              <a:gd name="connsiteY11-1012" fmla="*/ 751715 h 1985875"/>
              <a:gd name="connsiteX12-1013" fmla="*/ 740495 w 1946874"/>
              <a:gd name="connsiteY12-1014" fmla="*/ 1161232 h 1985875"/>
              <a:gd name="connsiteX13-1015" fmla="*/ 785374 w 1946874"/>
              <a:gd name="connsiteY13-1016" fmla="*/ 1509040 h 1985875"/>
              <a:gd name="connsiteX14-1017" fmla="*/ 0 w 1946874"/>
              <a:gd name="connsiteY14-1018" fmla="*/ 1985875 h 1985875"/>
              <a:gd name="connsiteX15-1019" fmla="*/ 437565 w 1946874"/>
              <a:gd name="connsiteY15-1020" fmla="*/ 387077 h 1985875"/>
              <a:gd name="connsiteX16-1021" fmla="*/ 650738 w 1946874"/>
              <a:gd name="connsiteY16-1022" fmla="*/ 611470 h 1985875"/>
              <a:gd name="connsiteX17-1023" fmla="*/ 813423 w 1946874"/>
              <a:gd name="connsiteY17-1024" fmla="*/ 499274 h 1985875"/>
              <a:gd name="connsiteX18-1025" fmla="*/ 790984 w 1946874"/>
              <a:gd name="connsiteY18-1026" fmla="*/ 0 h 1985875"/>
              <a:gd name="connsiteX0-1027" fmla="*/ 790984 w 1946874"/>
              <a:gd name="connsiteY0-1028" fmla="*/ 0 h 1985875"/>
              <a:gd name="connsiteX1-1029" fmla="*/ 790984 w 1946874"/>
              <a:gd name="connsiteY1-1030" fmla="*/ 0 h 1985875"/>
              <a:gd name="connsiteX2-1031" fmla="*/ 1026596 w 1946874"/>
              <a:gd name="connsiteY2-1032" fmla="*/ 5610 h 1985875"/>
              <a:gd name="connsiteX3-1033" fmla="*/ 1020986 w 1946874"/>
              <a:gd name="connsiteY3-1034" fmla="*/ 493664 h 1985875"/>
              <a:gd name="connsiteX4-1035" fmla="*/ 1155622 w 1946874"/>
              <a:gd name="connsiteY4-1036" fmla="*/ 572201 h 1985875"/>
              <a:gd name="connsiteX5-1037" fmla="*/ 1351965 w 1946874"/>
              <a:gd name="connsiteY5-1038" fmla="*/ 375858 h 1985875"/>
              <a:gd name="connsiteX6-1039" fmla="*/ 1901727 w 1946874"/>
              <a:gd name="connsiteY6-1040" fmla="*/ 1924167 h 1985875"/>
              <a:gd name="connsiteX7-1041" fmla="*/ 1054644 w 1946874"/>
              <a:gd name="connsiteY7-1042" fmla="*/ 1486600 h 1985875"/>
              <a:gd name="connsiteX8-1043" fmla="*/ 1037816 w 1946874"/>
              <a:gd name="connsiteY8-1044" fmla="*/ 1144403 h 1985875"/>
              <a:gd name="connsiteX9-1045" fmla="*/ 1088304 w 1946874"/>
              <a:gd name="connsiteY9-1046" fmla="*/ 757325 h 1985875"/>
              <a:gd name="connsiteX10-1047" fmla="*/ 920009 w 1946874"/>
              <a:gd name="connsiteY10-1048" fmla="*/ 611470 h 1985875"/>
              <a:gd name="connsiteX11-1049" fmla="*/ 729276 w 1946874"/>
              <a:gd name="connsiteY11-1050" fmla="*/ 751715 h 1985875"/>
              <a:gd name="connsiteX12-1051" fmla="*/ 740495 w 1946874"/>
              <a:gd name="connsiteY12-1052" fmla="*/ 1161232 h 1985875"/>
              <a:gd name="connsiteX13-1053" fmla="*/ 785374 w 1946874"/>
              <a:gd name="connsiteY13-1054" fmla="*/ 1509040 h 1985875"/>
              <a:gd name="connsiteX14-1055" fmla="*/ 0 w 1946874"/>
              <a:gd name="connsiteY14-1056" fmla="*/ 1985875 h 1985875"/>
              <a:gd name="connsiteX15-1057" fmla="*/ 420736 w 1946874"/>
              <a:gd name="connsiteY15-1058" fmla="*/ 375858 h 1985875"/>
              <a:gd name="connsiteX16-1059" fmla="*/ 650738 w 1946874"/>
              <a:gd name="connsiteY16-1060" fmla="*/ 611470 h 1985875"/>
              <a:gd name="connsiteX17-1061" fmla="*/ 813423 w 1946874"/>
              <a:gd name="connsiteY17-1062" fmla="*/ 499274 h 1985875"/>
              <a:gd name="connsiteX18-1063" fmla="*/ 790984 w 1946874"/>
              <a:gd name="connsiteY18-1064" fmla="*/ 0 h 1985875"/>
              <a:gd name="connsiteX0-1065" fmla="*/ 790984 w 1946874"/>
              <a:gd name="connsiteY0-1066" fmla="*/ 0 h 1985875"/>
              <a:gd name="connsiteX1-1067" fmla="*/ 790984 w 1946874"/>
              <a:gd name="connsiteY1-1068" fmla="*/ 0 h 1985875"/>
              <a:gd name="connsiteX2-1069" fmla="*/ 1026596 w 1946874"/>
              <a:gd name="connsiteY2-1070" fmla="*/ 5610 h 1985875"/>
              <a:gd name="connsiteX3-1071" fmla="*/ 1020986 w 1946874"/>
              <a:gd name="connsiteY3-1072" fmla="*/ 493664 h 1985875"/>
              <a:gd name="connsiteX4-1073" fmla="*/ 1155622 w 1946874"/>
              <a:gd name="connsiteY4-1074" fmla="*/ 572201 h 1985875"/>
              <a:gd name="connsiteX5-1075" fmla="*/ 1351965 w 1946874"/>
              <a:gd name="connsiteY5-1076" fmla="*/ 375858 h 1985875"/>
              <a:gd name="connsiteX6-1077" fmla="*/ 1901727 w 1946874"/>
              <a:gd name="connsiteY6-1078" fmla="*/ 1924167 h 1985875"/>
              <a:gd name="connsiteX7-1079" fmla="*/ 1054644 w 1946874"/>
              <a:gd name="connsiteY7-1080" fmla="*/ 1486600 h 1985875"/>
              <a:gd name="connsiteX8-1081" fmla="*/ 1037816 w 1946874"/>
              <a:gd name="connsiteY8-1082" fmla="*/ 1144403 h 1985875"/>
              <a:gd name="connsiteX9-1083" fmla="*/ 1088304 w 1946874"/>
              <a:gd name="connsiteY9-1084" fmla="*/ 757325 h 1985875"/>
              <a:gd name="connsiteX10-1085" fmla="*/ 920009 w 1946874"/>
              <a:gd name="connsiteY10-1086" fmla="*/ 611470 h 1985875"/>
              <a:gd name="connsiteX11-1087" fmla="*/ 729276 w 1946874"/>
              <a:gd name="connsiteY11-1088" fmla="*/ 751715 h 1985875"/>
              <a:gd name="connsiteX12-1089" fmla="*/ 740495 w 1946874"/>
              <a:gd name="connsiteY12-1090" fmla="*/ 1161232 h 1985875"/>
              <a:gd name="connsiteX13-1091" fmla="*/ 785374 w 1946874"/>
              <a:gd name="connsiteY13-1092" fmla="*/ 1509040 h 1985875"/>
              <a:gd name="connsiteX14-1093" fmla="*/ 0 w 1946874"/>
              <a:gd name="connsiteY14-1094" fmla="*/ 1985875 h 1985875"/>
              <a:gd name="connsiteX15-1095" fmla="*/ 420736 w 1946874"/>
              <a:gd name="connsiteY15-1096" fmla="*/ 375858 h 1985875"/>
              <a:gd name="connsiteX16-1097" fmla="*/ 650738 w 1946874"/>
              <a:gd name="connsiteY16-1098" fmla="*/ 611470 h 1985875"/>
              <a:gd name="connsiteX17-1099" fmla="*/ 813423 w 1946874"/>
              <a:gd name="connsiteY17-1100" fmla="*/ 499274 h 1985875"/>
              <a:gd name="connsiteX18-1101" fmla="*/ 790984 w 1946874"/>
              <a:gd name="connsiteY18-1102" fmla="*/ 0 h 1985875"/>
              <a:gd name="connsiteX0-1103" fmla="*/ 858302 w 2014192"/>
              <a:gd name="connsiteY0-1104" fmla="*/ 0 h 1958316"/>
              <a:gd name="connsiteX1-1105" fmla="*/ 858302 w 2014192"/>
              <a:gd name="connsiteY1-1106" fmla="*/ 0 h 1958316"/>
              <a:gd name="connsiteX2-1107" fmla="*/ 1093914 w 2014192"/>
              <a:gd name="connsiteY2-1108" fmla="*/ 5610 h 1958316"/>
              <a:gd name="connsiteX3-1109" fmla="*/ 1088304 w 2014192"/>
              <a:gd name="connsiteY3-1110" fmla="*/ 493664 h 1958316"/>
              <a:gd name="connsiteX4-1111" fmla="*/ 1222940 w 2014192"/>
              <a:gd name="connsiteY4-1112" fmla="*/ 572201 h 1958316"/>
              <a:gd name="connsiteX5-1113" fmla="*/ 1419283 w 2014192"/>
              <a:gd name="connsiteY5-1114" fmla="*/ 375858 h 1958316"/>
              <a:gd name="connsiteX6-1115" fmla="*/ 1969045 w 2014192"/>
              <a:gd name="connsiteY6-1116" fmla="*/ 1924167 h 1958316"/>
              <a:gd name="connsiteX7-1117" fmla="*/ 1121962 w 2014192"/>
              <a:gd name="connsiteY7-1118" fmla="*/ 1486600 h 1958316"/>
              <a:gd name="connsiteX8-1119" fmla="*/ 1105134 w 2014192"/>
              <a:gd name="connsiteY8-1120" fmla="*/ 1144403 h 1958316"/>
              <a:gd name="connsiteX9-1121" fmla="*/ 1155622 w 2014192"/>
              <a:gd name="connsiteY9-1122" fmla="*/ 757325 h 1958316"/>
              <a:gd name="connsiteX10-1123" fmla="*/ 987327 w 2014192"/>
              <a:gd name="connsiteY10-1124" fmla="*/ 611470 h 1958316"/>
              <a:gd name="connsiteX11-1125" fmla="*/ 796594 w 2014192"/>
              <a:gd name="connsiteY11-1126" fmla="*/ 751715 h 1958316"/>
              <a:gd name="connsiteX12-1127" fmla="*/ 807813 w 2014192"/>
              <a:gd name="connsiteY12-1128" fmla="*/ 1161232 h 1958316"/>
              <a:gd name="connsiteX13-1129" fmla="*/ 852692 w 2014192"/>
              <a:gd name="connsiteY13-1130" fmla="*/ 1509040 h 1958316"/>
              <a:gd name="connsiteX14-1131" fmla="*/ 0 w 2014192"/>
              <a:gd name="connsiteY14-1132" fmla="*/ 1952216 h 1958316"/>
              <a:gd name="connsiteX15-1133" fmla="*/ 488054 w 2014192"/>
              <a:gd name="connsiteY15-1134" fmla="*/ 375858 h 1958316"/>
              <a:gd name="connsiteX16-1135" fmla="*/ 718056 w 2014192"/>
              <a:gd name="connsiteY16-1136" fmla="*/ 611470 h 1958316"/>
              <a:gd name="connsiteX17-1137" fmla="*/ 880741 w 2014192"/>
              <a:gd name="connsiteY17-1138" fmla="*/ 499274 h 1958316"/>
              <a:gd name="connsiteX18-1139" fmla="*/ 858302 w 2014192"/>
              <a:gd name="connsiteY18-1140" fmla="*/ 0 h 1958316"/>
              <a:gd name="connsiteX0-1141" fmla="*/ 947503 w 2103393"/>
              <a:gd name="connsiteY0-1142" fmla="*/ 0 h 1958316"/>
              <a:gd name="connsiteX1-1143" fmla="*/ 947503 w 2103393"/>
              <a:gd name="connsiteY1-1144" fmla="*/ 0 h 1958316"/>
              <a:gd name="connsiteX2-1145" fmla="*/ 1183115 w 2103393"/>
              <a:gd name="connsiteY2-1146" fmla="*/ 5610 h 1958316"/>
              <a:gd name="connsiteX3-1147" fmla="*/ 1177505 w 2103393"/>
              <a:gd name="connsiteY3-1148" fmla="*/ 493664 h 1958316"/>
              <a:gd name="connsiteX4-1149" fmla="*/ 1312141 w 2103393"/>
              <a:gd name="connsiteY4-1150" fmla="*/ 572201 h 1958316"/>
              <a:gd name="connsiteX5-1151" fmla="*/ 1508484 w 2103393"/>
              <a:gd name="connsiteY5-1152" fmla="*/ 375858 h 1958316"/>
              <a:gd name="connsiteX6-1153" fmla="*/ 2058246 w 2103393"/>
              <a:gd name="connsiteY6-1154" fmla="*/ 1924167 h 1958316"/>
              <a:gd name="connsiteX7-1155" fmla="*/ 1211163 w 2103393"/>
              <a:gd name="connsiteY7-1156" fmla="*/ 1486600 h 1958316"/>
              <a:gd name="connsiteX8-1157" fmla="*/ 1194335 w 2103393"/>
              <a:gd name="connsiteY8-1158" fmla="*/ 1144403 h 1958316"/>
              <a:gd name="connsiteX9-1159" fmla="*/ 1244823 w 2103393"/>
              <a:gd name="connsiteY9-1160" fmla="*/ 757325 h 1958316"/>
              <a:gd name="connsiteX10-1161" fmla="*/ 1076528 w 2103393"/>
              <a:gd name="connsiteY10-1162" fmla="*/ 611470 h 1958316"/>
              <a:gd name="connsiteX11-1163" fmla="*/ 885795 w 2103393"/>
              <a:gd name="connsiteY11-1164" fmla="*/ 751715 h 1958316"/>
              <a:gd name="connsiteX12-1165" fmla="*/ 897014 w 2103393"/>
              <a:gd name="connsiteY12-1166" fmla="*/ 1161232 h 1958316"/>
              <a:gd name="connsiteX13-1167" fmla="*/ 941893 w 2103393"/>
              <a:gd name="connsiteY13-1168" fmla="*/ 1509040 h 1958316"/>
              <a:gd name="connsiteX14-1169" fmla="*/ 89201 w 2103393"/>
              <a:gd name="connsiteY14-1170" fmla="*/ 1952216 h 1958316"/>
              <a:gd name="connsiteX15-1171" fmla="*/ 577255 w 2103393"/>
              <a:gd name="connsiteY15-1172" fmla="*/ 375858 h 1958316"/>
              <a:gd name="connsiteX16-1173" fmla="*/ 807257 w 2103393"/>
              <a:gd name="connsiteY16-1174" fmla="*/ 611470 h 1958316"/>
              <a:gd name="connsiteX17-1175" fmla="*/ 969942 w 2103393"/>
              <a:gd name="connsiteY17-1176" fmla="*/ 499274 h 1958316"/>
              <a:gd name="connsiteX18-1177" fmla="*/ 947503 w 2103393"/>
              <a:gd name="connsiteY18-1178" fmla="*/ 0 h 1958316"/>
              <a:gd name="connsiteX0-1179" fmla="*/ 947503 w 2103393"/>
              <a:gd name="connsiteY0-1180" fmla="*/ 0 h 1958316"/>
              <a:gd name="connsiteX1-1181" fmla="*/ 947503 w 2103393"/>
              <a:gd name="connsiteY1-1182" fmla="*/ 0 h 1958316"/>
              <a:gd name="connsiteX2-1183" fmla="*/ 1183115 w 2103393"/>
              <a:gd name="connsiteY2-1184" fmla="*/ 5610 h 1958316"/>
              <a:gd name="connsiteX3-1185" fmla="*/ 1177505 w 2103393"/>
              <a:gd name="connsiteY3-1186" fmla="*/ 493664 h 1958316"/>
              <a:gd name="connsiteX4-1187" fmla="*/ 1312141 w 2103393"/>
              <a:gd name="connsiteY4-1188" fmla="*/ 572201 h 1958316"/>
              <a:gd name="connsiteX5-1189" fmla="*/ 1508484 w 2103393"/>
              <a:gd name="connsiteY5-1190" fmla="*/ 375858 h 1958316"/>
              <a:gd name="connsiteX6-1191" fmla="*/ 2058246 w 2103393"/>
              <a:gd name="connsiteY6-1192" fmla="*/ 1924167 h 1958316"/>
              <a:gd name="connsiteX7-1193" fmla="*/ 1211163 w 2103393"/>
              <a:gd name="connsiteY7-1194" fmla="*/ 1486600 h 1958316"/>
              <a:gd name="connsiteX8-1195" fmla="*/ 1194335 w 2103393"/>
              <a:gd name="connsiteY8-1196" fmla="*/ 1144403 h 1958316"/>
              <a:gd name="connsiteX9-1197" fmla="*/ 1244823 w 2103393"/>
              <a:gd name="connsiteY9-1198" fmla="*/ 757325 h 1958316"/>
              <a:gd name="connsiteX10-1199" fmla="*/ 1076528 w 2103393"/>
              <a:gd name="connsiteY10-1200" fmla="*/ 611470 h 1958316"/>
              <a:gd name="connsiteX11-1201" fmla="*/ 885795 w 2103393"/>
              <a:gd name="connsiteY11-1202" fmla="*/ 751715 h 1958316"/>
              <a:gd name="connsiteX12-1203" fmla="*/ 897014 w 2103393"/>
              <a:gd name="connsiteY12-1204" fmla="*/ 1161232 h 1958316"/>
              <a:gd name="connsiteX13-1205" fmla="*/ 941893 w 2103393"/>
              <a:gd name="connsiteY13-1206" fmla="*/ 1509040 h 1958316"/>
              <a:gd name="connsiteX14-1207" fmla="*/ 89201 w 2103393"/>
              <a:gd name="connsiteY14-1208" fmla="*/ 1952216 h 1958316"/>
              <a:gd name="connsiteX15-1209" fmla="*/ 577255 w 2103393"/>
              <a:gd name="connsiteY15-1210" fmla="*/ 375858 h 1958316"/>
              <a:gd name="connsiteX16-1211" fmla="*/ 807257 w 2103393"/>
              <a:gd name="connsiteY16-1212" fmla="*/ 611470 h 1958316"/>
              <a:gd name="connsiteX17-1213" fmla="*/ 969942 w 2103393"/>
              <a:gd name="connsiteY17-1214" fmla="*/ 499274 h 1958316"/>
              <a:gd name="connsiteX18-1215" fmla="*/ 947503 w 2103393"/>
              <a:gd name="connsiteY18-1216" fmla="*/ 0 h 1958316"/>
              <a:gd name="connsiteX0-1217" fmla="*/ 947503 w 2103393"/>
              <a:gd name="connsiteY0-1218" fmla="*/ 0 h 1958316"/>
              <a:gd name="connsiteX1-1219" fmla="*/ 947503 w 2103393"/>
              <a:gd name="connsiteY1-1220" fmla="*/ 0 h 1958316"/>
              <a:gd name="connsiteX2-1221" fmla="*/ 1183115 w 2103393"/>
              <a:gd name="connsiteY2-1222" fmla="*/ 5610 h 1958316"/>
              <a:gd name="connsiteX3-1223" fmla="*/ 1177505 w 2103393"/>
              <a:gd name="connsiteY3-1224" fmla="*/ 493664 h 1958316"/>
              <a:gd name="connsiteX4-1225" fmla="*/ 1312141 w 2103393"/>
              <a:gd name="connsiteY4-1226" fmla="*/ 572201 h 1958316"/>
              <a:gd name="connsiteX5-1227" fmla="*/ 1508484 w 2103393"/>
              <a:gd name="connsiteY5-1228" fmla="*/ 375858 h 1958316"/>
              <a:gd name="connsiteX6-1229" fmla="*/ 2058246 w 2103393"/>
              <a:gd name="connsiteY6-1230" fmla="*/ 1924167 h 1958316"/>
              <a:gd name="connsiteX7-1231" fmla="*/ 1211163 w 2103393"/>
              <a:gd name="connsiteY7-1232" fmla="*/ 1486600 h 1958316"/>
              <a:gd name="connsiteX8-1233" fmla="*/ 1194335 w 2103393"/>
              <a:gd name="connsiteY8-1234" fmla="*/ 1144403 h 1958316"/>
              <a:gd name="connsiteX9-1235" fmla="*/ 1244823 w 2103393"/>
              <a:gd name="connsiteY9-1236" fmla="*/ 757325 h 1958316"/>
              <a:gd name="connsiteX10-1237" fmla="*/ 1076528 w 2103393"/>
              <a:gd name="connsiteY10-1238" fmla="*/ 611470 h 1958316"/>
              <a:gd name="connsiteX11-1239" fmla="*/ 885795 w 2103393"/>
              <a:gd name="connsiteY11-1240" fmla="*/ 751715 h 1958316"/>
              <a:gd name="connsiteX12-1241" fmla="*/ 897014 w 2103393"/>
              <a:gd name="connsiteY12-1242" fmla="*/ 1161232 h 1958316"/>
              <a:gd name="connsiteX13-1243" fmla="*/ 930674 w 2103393"/>
              <a:gd name="connsiteY13-1244" fmla="*/ 1480991 h 1958316"/>
              <a:gd name="connsiteX14-1245" fmla="*/ 89201 w 2103393"/>
              <a:gd name="connsiteY14-1246" fmla="*/ 1952216 h 1958316"/>
              <a:gd name="connsiteX15-1247" fmla="*/ 577255 w 2103393"/>
              <a:gd name="connsiteY15-1248" fmla="*/ 375858 h 1958316"/>
              <a:gd name="connsiteX16-1249" fmla="*/ 807257 w 2103393"/>
              <a:gd name="connsiteY16-1250" fmla="*/ 611470 h 1958316"/>
              <a:gd name="connsiteX17-1251" fmla="*/ 969942 w 2103393"/>
              <a:gd name="connsiteY17-1252" fmla="*/ 499274 h 1958316"/>
              <a:gd name="connsiteX18-1253" fmla="*/ 947503 w 2103393"/>
              <a:gd name="connsiteY18-1254" fmla="*/ 0 h 1958316"/>
              <a:gd name="connsiteX0-1255" fmla="*/ 947503 w 2103393"/>
              <a:gd name="connsiteY0-1256" fmla="*/ 0 h 1958316"/>
              <a:gd name="connsiteX1-1257" fmla="*/ 947503 w 2103393"/>
              <a:gd name="connsiteY1-1258" fmla="*/ 0 h 1958316"/>
              <a:gd name="connsiteX2-1259" fmla="*/ 1183115 w 2103393"/>
              <a:gd name="connsiteY2-1260" fmla="*/ 5610 h 1958316"/>
              <a:gd name="connsiteX3-1261" fmla="*/ 1177505 w 2103393"/>
              <a:gd name="connsiteY3-1262" fmla="*/ 493664 h 1958316"/>
              <a:gd name="connsiteX4-1263" fmla="*/ 1312141 w 2103393"/>
              <a:gd name="connsiteY4-1264" fmla="*/ 572201 h 1958316"/>
              <a:gd name="connsiteX5-1265" fmla="*/ 1508484 w 2103393"/>
              <a:gd name="connsiteY5-1266" fmla="*/ 375858 h 1958316"/>
              <a:gd name="connsiteX6-1267" fmla="*/ 2058246 w 2103393"/>
              <a:gd name="connsiteY6-1268" fmla="*/ 1924167 h 1958316"/>
              <a:gd name="connsiteX7-1269" fmla="*/ 1211163 w 2103393"/>
              <a:gd name="connsiteY7-1270" fmla="*/ 1486600 h 1958316"/>
              <a:gd name="connsiteX8-1271" fmla="*/ 1194335 w 2103393"/>
              <a:gd name="connsiteY8-1272" fmla="*/ 1144403 h 1958316"/>
              <a:gd name="connsiteX9-1273" fmla="*/ 1244823 w 2103393"/>
              <a:gd name="connsiteY9-1274" fmla="*/ 757325 h 1958316"/>
              <a:gd name="connsiteX10-1275" fmla="*/ 1076528 w 2103393"/>
              <a:gd name="connsiteY10-1276" fmla="*/ 611470 h 1958316"/>
              <a:gd name="connsiteX11-1277" fmla="*/ 885795 w 2103393"/>
              <a:gd name="connsiteY11-1278" fmla="*/ 751715 h 1958316"/>
              <a:gd name="connsiteX12-1279" fmla="*/ 897014 w 2103393"/>
              <a:gd name="connsiteY12-1280" fmla="*/ 1161232 h 1958316"/>
              <a:gd name="connsiteX13-1281" fmla="*/ 930674 w 2103393"/>
              <a:gd name="connsiteY13-1282" fmla="*/ 1480991 h 1958316"/>
              <a:gd name="connsiteX14-1283" fmla="*/ 89201 w 2103393"/>
              <a:gd name="connsiteY14-1284" fmla="*/ 1952216 h 1958316"/>
              <a:gd name="connsiteX15-1285" fmla="*/ 577255 w 2103393"/>
              <a:gd name="connsiteY15-1286" fmla="*/ 375858 h 1958316"/>
              <a:gd name="connsiteX16-1287" fmla="*/ 807257 w 2103393"/>
              <a:gd name="connsiteY16-1288" fmla="*/ 611470 h 1958316"/>
              <a:gd name="connsiteX17-1289" fmla="*/ 969942 w 2103393"/>
              <a:gd name="connsiteY17-1290" fmla="*/ 499274 h 1958316"/>
              <a:gd name="connsiteX18-1291" fmla="*/ 947503 w 2103393"/>
              <a:gd name="connsiteY18-1292" fmla="*/ 0 h 1958316"/>
              <a:gd name="connsiteX0-1293" fmla="*/ 947503 w 2103393"/>
              <a:gd name="connsiteY0-1294" fmla="*/ 0 h 1958316"/>
              <a:gd name="connsiteX1-1295" fmla="*/ 947503 w 2103393"/>
              <a:gd name="connsiteY1-1296" fmla="*/ 0 h 1958316"/>
              <a:gd name="connsiteX2-1297" fmla="*/ 1183115 w 2103393"/>
              <a:gd name="connsiteY2-1298" fmla="*/ 5610 h 1958316"/>
              <a:gd name="connsiteX3-1299" fmla="*/ 1177505 w 2103393"/>
              <a:gd name="connsiteY3-1300" fmla="*/ 493664 h 1958316"/>
              <a:gd name="connsiteX4-1301" fmla="*/ 1312141 w 2103393"/>
              <a:gd name="connsiteY4-1302" fmla="*/ 572201 h 1958316"/>
              <a:gd name="connsiteX5-1303" fmla="*/ 1508484 w 2103393"/>
              <a:gd name="connsiteY5-1304" fmla="*/ 375858 h 1958316"/>
              <a:gd name="connsiteX6-1305" fmla="*/ 2058246 w 2103393"/>
              <a:gd name="connsiteY6-1306" fmla="*/ 1924167 h 1958316"/>
              <a:gd name="connsiteX7-1307" fmla="*/ 1211163 w 2103393"/>
              <a:gd name="connsiteY7-1308" fmla="*/ 1486600 h 1958316"/>
              <a:gd name="connsiteX8-1309" fmla="*/ 1194335 w 2103393"/>
              <a:gd name="connsiteY8-1310" fmla="*/ 1144403 h 1958316"/>
              <a:gd name="connsiteX9-1311" fmla="*/ 1244823 w 2103393"/>
              <a:gd name="connsiteY9-1312" fmla="*/ 757325 h 1958316"/>
              <a:gd name="connsiteX10-1313" fmla="*/ 1076528 w 2103393"/>
              <a:gd name="connsiteY10-1314" fmla="*/ 611470 h 1958316"/>
              <a:gd name="connsiteX11-1315" fmla="*/ 885795 w 2103393"/>
              <a:gd name="connsiteY11-1316" fmla="*/ 751715 h 1958316"/>
              <a:gd name="connsiteX12-1317" fmla="*/ 897014 w 2103393"/>
              <a:gd name="connsiteY12-1318" fmla="*/ 1161232 h 1958316"/>
              <a:gd name="connsiteX13-1319" fmla="*/ 930674 w 2103393"/>
              <a:gd name="connsiteY13-1320" fmla="*/ 1480991 h 1958316"/>
              <a:gd name="connsiteX14-1321" fmla="*/ 89201 w 2103393"/>
              <a:gd name="connsiteY14-1322" fmla="*/ 1952216 h 1958316"/>
              <a:gd name="connsiteX15-1323" fmla="*/ 577255 w 2103393"/>
              <a:gd name="connsiteY15-1324" fmla="*/ 375858 h 1958316"/>
              <a:gd name="connsiteX16-1325" fmla="*/ 807257 w 2103393"/>
              <a:gd name="connsiteY16-1326" fmla="*/ 611470 h 1958316"/>
              <a:gd name="connsiteX17-1327" fmla="*/ 969942 w 2103393"/>
              <a:gd name="connsiteY17-1328" fmla="*/ 499274 h 1958316"/>
              <a:gd name="connsiteX18-1329" fmla="*/ 947503 w 2103393"/>
              <a:gd name="connsiteY18-1330" fmla="*/ 0 h 1958316"/>
              <a:gd name="connsiteX0-1331" fmla="*/ 947503 w 2103393"/>
              <a:gd name="connsiteY0-1332" fmla="*/ 0 h 1958316"/>
              <a:gd name="connsiteX1-1333" fmla="*/ 947503 w 2103393"/>
              <a:gd name="connsiteY1-1334" fmla="*/ 0 h 1958316"/>
              <a:gd name="connsiteX2-1335" fmla="*/ 1183115 w 2103393"/>
              <a:gd name="connsiteY2-1336" fmla="*/ 5610 h 1958316"/>
              <a:gd name="connsiteX3-1337" fmla="*/ 1177505 w 2103393"/>
              <a:gd name="connsiteY3-1338" fmla="*/ 493664 h 1958316"/>
              <a:gd name="connsiteX4-1339" fmla="*/ 1312141 w 2103393"/>
              <a:gd name="connsiteY4-1340" fmla="*/ 572201 h 1958316"/>
              <a:gd name="connsiteX5-1341" fmla="*/ 1508484 w 2103393"/>
              <a:gd name="connsiteY5-1342" fmla="*/ 375858 h 1958316"/>
              <a:gd name="connsiteX6-1343" fmla="*/ 2058246 w 2103393"/>
              <a:gd name="connsiteY6-1344" fmla="*/ 1924167 h 1958316"/>
              <a:gd name="connsiteX7-1345" fmla="*/ 1211163 w 2103393"/>
              <a:gd name="connsiteY7-1346" fmla="*/ 1486600 h 1958316"/>
              <a:gd name="connsiteX8-1347" fmla="*/ 1194335 w 2103393"/>
              <a:gd name="connsiteY8-1348" fmla="*/ 1144403 h 1958316"/>
              <a:gd name="connsiteX9-1349" fmla="*/ 1244823 w 2103393"/>
              <a:gd name="connsiteY9-1350" fmla="*/ 757325 h 1958316"/>
              <a:gd name="connsiteX10-1351" fmla="*/ 1076528 w 2103393"/>
              <a:gd name="connsiteY10-1352" fmla="*/ 611470 h 1958316"/>
              <a:gd name="connsiteX11-1353" fmla="*/ 885795 w 2103393"/>
              <a:gd name="connsiteY11-1354" fmla="*/ 751715 h 1958316"/>
              <a:gd name="connsiteX12-1355" fmla="*/ 897014 w 2103393"/>
              <a:gd name="connsiteY12-1356" fmla="*/ 1161232 h 1958316"/>
              <a:gd name="connsiteX13-1357" fmla="*/ 930674 w 2103393"/>
              <a:gd name="connsiteY13-1358" fmla="*/ 1480991 h 1958316"/>
              <a:gd name="connsiteX14-1359" fmla="*/ 89201 w 2103393"/>
              <a:gd name="connsiteY14-1360" fmla="*/ 1952216 h 1958316"/>
              <a:gd name="connsiteX15-1361" fmla="*/ 577255 w 2103393"/>
              <a:gd name="connsiteY15-1362" fmla="*/ 375858 h 1958316"/>
              <a:gd name="connsiteX16-1363" fmla="*/ 807257 w 2103393"/>
              <a:gd name="connsiteY16-1364" fmla="*/ 611470 h 1958316"/>
              <a:gd name="connsiteX17-1365" fmla="*/ 969942 w 2103393"/>
              <a:gd name="connsiteY17-1366" fmla="*/ 499274 h 1958316"/>
              <a:gd name="connsiteX18-1367" fmla="*/ 947503 w 2103393"/>
              <a:gd name="connsiteY18-1368" fmla="*/ 0 h 1958316"/>
              <a:gd name="connsiteX0-1369" fmla="*/ 947503 w 2103393"/>
              <a:gd name="connsiteY0-1370" fmla="*/ 0 h 1958316"/>
              <a:gd name="connsiteX1-1371" fmla="*/ 947503 w 2103393"/>
              <a:gd name="connsiteY1-1372" fmla="*/ 0 h 1958316"/>
              <a:gd name="connsiteX2-1373" fmla="*/ 1183115 w 2103393"/>
              <a:gd name="connsiteY2-1374" fmla="*/ 5610 h 1958316"/>
              <a:gd name="connsiteX3-1375" fmla="*/ 1177505 w 2103393"/>
              <a:gd name="connsiteY3-1376" fmla="*/ 493664 h 1958316"/>
              <a:gd name="connsiteX4-1377" fmla="*/ 1312141 w 2103393"/>
              <a:gd name="connsiteY4-1378" fmla="*/ 572201 h 1958316"/>
              <a:gd name="connsiteX5-1379" fmla="*/ 1508484 w 2103393"/>
              <a:gd name="connsiteY5-1380" fmla="*/ 375858 h 1958316"/>
              <a:gd name="connsiteX6-1381" fmla="*/ 2058246 w 2103393"/>
              <a:gd name="connsiteY6-1382" fmla="*/ 1924167 h 1958316"/>
              <a:gd name="connsiteX7-1383" fmla="*/ 1211163 w 2103393"/>
              <a:gd name="connsiteY7-1384" fmla="*/ 1486600 h 1958316"/>
              <a:gd name="connsiteX8-1385" fmla="*/ 1194335 w 2103393"/>
              <a:gd name="connsiteY8-1386" fmla="*/ 1144403 h 1958316"/>
              <a:gd name="connsiteX9-1387" fmla="*/ 1244823 w 2103393"/>
              <a:gd name="connsiteY9-1388" fmla="*/ 757325 h 1958316"/>
              <a:gd name="connsiteX10-1389" fmla="*/ 1076528 w 2103393"/>
              <a:gd name="connsiteY10-1390" fmla="*/ 611470 h 1958316"/>
              <a:gd name="connsiteX11-1391" fmla="*/ 885795 w 2103393"/>
              <a:gd name="connsiteY11-1392" fmla="*/ 751715 h 1958316"/>
              <a:gd name="connsiteX12-1393" fmla="*/ 897014 w 2103393"/>
              <a:gd name="connsiteY12-1394" fmla="*/ 1161232 h 1958316"/>
              <a:gd name="connsiteX13-1395" fmla="*/ 930674 w 2103393"/>
              <a:gd name="connsiteY13-1396" fmla="*/ 1480991 h 1958316"/>
              <a:gd name="connsiteX14-1397" fmla="*/ 89201 w 2103393"/>
              <a:gd name="connsiteY14-1398" fmla="*/ 1952216 h 1958316"/>
              <a:gd name="connsiteX15-1399" fmla="*/ 577255 w 2103393"/>
              <a:gd name="connsiteY15-1400" fmla="*/ 375858 h 1958316"/>
              <a:gd name="connsiteX16-1401" fmla="*/ 807257 w 2103393"/>
              <a:gd name="connsiteY16-1402" fmla="*/ 611470 h 1958316"/>
              <a:gd name="connsiteX17-1403" fmla="*/ 969942 w 2103393"/>
              <a:gd name="connsiteY17-1404" fmla="*/ 499274 h 1958316"/>
              <a:gd name="connsiteX18-1405" fmla="*/ 947503 w 2103393"/>
              <a:gd name="connsiteY18-1406" fmla="*/ 0 h 1958316"/>
              <a:gd name="connsiteX0-1407" fmla="*/ 947503 w 2103393"/>
              <a:gd name="connsiteY0-1408" fmla="*/ 0 h 1958316"/>
              <a:gd name="connsiteX1-1409" fmla="*/ 947503 w 2103393"/>
              <a:gd name="connsiteY1-1410" fmla="*/ 0 h 1958316"/>
              <a:gd name="connsiteX2-1411" fmla="*/ 1183115 w 2103393"/>
              <a:gd name="connsiteY2-1412" fmla="*/ 5610 h 1958316"/>
              <a:gd name="connsiteX3-1413" fmla="*/ 1177505 w 2103393"/>
              <a:gd name="connsiteY3-1414" fmla="*/ 493664 h 1958316"/>
              <a:gd name="connsiteX4-1415" fmla="*/ 1312141 w 2103393"/>
              <a:gd name="connsiteY4-1416" fmla="*/ 572201 h 1958316"/>
              <a:gd name="connsiteX5-1417" fmla="*/ 1508484 w 2103393"/>
              <a:gd name="connsiteY5-1418" fmla="*/ 375858 h 1958316"/>
              <a:gd name="connsiteX6-1419" fmla="*/ 2058246 w 2103393"/>
              <a:gd name="connsiteY6-1420" fmla="*/ 1924167 h 1958316"/>
              <a:gd name="connsiteX7-1421" fmla="*/ 1211163 w 2103393"/>
              <a:gd name="connsiteY7-1422" fmla="*/ 1486600 h 1958316"/>
              <a:gd name="connsiteX8-1423" fmla="*/ 1194335 w 2103393"/>
              <a:gd name="connsiteY8-1424" fmla="*/ 1144403 h 1958316"/>
              <a:gd name="connsiteX9-1425" fmla="*/ 1244823 w 2103393"/>
              <a:gd name="connsiteY9-1426" fmla="*/ 757325 h 1958316"/>
              <a:gd name="connsiteX10-1427" fmla="*/ 1076528 w 2103393"/>
              <a:gd name="connsiteY10-1428" fmla="*/ 611470 h 1958316"/>
              <a:gd name="connsiteX11-1429" fmla="*/ 885795 w 2103393"/>
              <a:gd name="connsiteY11-1430" fmla="*/ 751715 h 1958316"/>
              <a:gd name="connsiteX12-1431" fmla="*/ 897014 w 2103393"/>
              <a:gd name="connsiteY12-1432" fmla="*/ 1161232 h 1958316"/>
              <a:gd name="connsiteX13-1433" fmla="*/ 891405 w 2103393"/>
              <a:gd name="connsiteY13-1434" fmla="*/ 1509040 h 1958316"/>
              <a:gd name="connsiteX14-1435" fmla="*/ 89201 w 2103393"/>
              <a:gd name="connsiteY14-1436" fmla="*/ 1952216 h 1958316"/>
              <a:gd name="connsiteX15-1437" fmla="*/ 577255 w 2103393"/>
              <a:gd name="connsiteY15-1438" fmla="*/ 375858 h 1958316"/>
              <a:gd name="connsiteX16-1439" fmla="*/ 807257 w 2103393"/>
              <a:gd name="connsiteY16-1440" fmla="*/ 611470 h 1958316"/>
              <a:gd name="connsiteX17-1441" fmla="*/ 969942 w 2103393"/>
              <a:gd name="connsiteY17-1442" fmla="*/ 499274 h 1958316"/>
              <a:gd name="connsiteX18-1443" fmla="*/ 947503 w 2103393"/>
              <a:gd name="connsiteY18-1444" fmla="*/ 0 h 1958316"/>
              <a:gd name="connsiteX0-1445" fmla="*/ 947503 w 2103393"/>
              <a:gd name="connsiteY0-1446" fmla="*/ 0 h 1958316"/>
              <a:gd name="connsiteX1-1447" fmla="*/ 947503 w 2103393"/>
              <a:gd name="connsiteY1-1448" fmla="*/ 0 h 1958316"/>
              <a:gd name="connsiteX2-1449" fmla="*/ 1183115 w 2103393"/>
              <a:gd name="connsiteY2-1450" fmla="*/ 5610 h 1958316"/>
              <a:gd name="connsiteX3-1451" fmla="*/ 1177505 w 2103393"/>
              <a:gd name="connsiteY3-1452" fmla="*/ 493664 h 1958316"/>
              <a:gd name="connsiteX4-1453" fmla="*/ 1312141 w 2103393"/>
              <a:gd name="connsiteY4-1454" fmla="*/ 572201 h 1958316"/>
              <a:gd name="connsiteX5-1455" fmla="*/ 1508484 w 2103393"/>
              <a:gd name="connsiteY5-1456" fmla="*/ 375858 h 1958316"/>
              <a:gd name="connsiteX6-1457" fmla="*/ 2058246 w 2103393"/>
              <a:gd name="connsiteY6-1458" fmla="*/ 1924167 h 1958316"/>
              <a:gd name="connsiteX7-1459" fmla="*/ 1211163 w 2103393"/>
              <a:gd name="connsiteY7-1460" fmla="*/ 1486600 h 1958316"/>
              <a:gd name="connsiteX8-1461" fmla="*/ 1194335 w 2103393"/>
              <a:gd name="connsiteY8-1462" fmla="*/ 1144403 h 1958316"/>
              <a:gd name="connsiteX9-1463" fmla="*/ 1244823 w 2103393"/>
              <a:gd name="connsiteY9-1464" fmla="*/ 757325 h 1958316"/>
              <a:gd name="connsiteX10-1465" fmla="*/ 1076528 w 2103393"/>
              <a:gd name="connsiteY10-1466" fmla="*/ 611470 h 1958316"/>
              <a:gd name="connsiteX11-1467" fmla="*/ 885795 w 2103393"/>
              <a:gd name="connsiteY11-1468" fmla="*/ 751715 h 1958316"/>
              <a:gd name="connsiteX12-1469" fmla="*/ 897014 w 2103393"/>
              <a:gd name="connsiteY12-1470" fmla="*/ 1161232 h 1958316"/>
              <a:gd name="connsiteX13-1471" fmla="*/ 891405 w 2103393"/>
              <a:gd name="connsiteY13-1472" fmla="*/ 1509040 h 1958316"/>
              <a:gd name="connsiteX14-1473" fmla="*/ 89201 w 2103393"/>
              <a:gd name="connsiteY14-1474" fmla="*/ 1952216 h 1958316"/>
              <a:gd name="connsiteX15-1475" fmla="*/ 577255 w 2103393"/>
              <a:gd name="connsiteY15-1476" fmla="*/ 375858 h 1958316"/>
              <a:gd name="connsiteX16-1477" fmla="*/ 807257 w 2103393"/>
              <a:gd name="connsiteY16-1478" fmla="*/ 611470 h 1958316"/>
              <a:gd name="connsiteX17-1479" fmla="*/ 969942 w 2103393"/>
              <a:gd name="connsiteY17-1480" fmla="*/ 499274 h 1958316"/>
              <a:gd name="connsiteX18-1481" fmla="*/ 947503 w 2103393"/>
              <a:gd name="connsiteY18-1482" fmla="*/ 0 h 1958316"/>
              <a:gd name="connsiteX0-1483" fmla="*/ 947503 w 2103393"/>
              <a:gd name="connsiteY0-1484" fmla="*/ 0 h 1958316"/>
              <a:gd name="connsiteX1-1485" fmla="*/ 947503 w 2103393"/>
              <a:gd name="connsiteY1-1486" fmla="*/ 0 h 1958316"/>
              <a:gd name="connsiteX2-1487" fmla="*/ 1183115 w 2103393"/>
              <a:gd name="connsiteY2-1488" fmla="*/ 5610 h 1958316"/>
              <a:gd name="connsiteX3-1489" fmla="*/ 1177505 w 2103393"/>
              <a:gd name="connsiteY3-1490" fmla="*/ 493664 h 1958316"/>
              <a:gd name="connsiteX4-1491" fmla="*/ 1312141 w 2103393"/>
              <a:gd name="connsiteY4-1492" fmla="*/ 572201 h 1958316"/>
              <a:gd name="connsiteX5-1493" fmla="*/ 1508484 w 2103393"/>
              <a:gd name="connsiteY5-1494" fmla="*/ 375858 h 1958316"/>
              <a:gd name="connsiteX6-1495" fmla="*/ 2058246 w 2103393"/>
              <a:gd name="connsiteY6-1496" fmla="*/ 1924167 h 1958316"/>
              <a:gd name="connsiteX7-1497" fmla="*/ 1211163 w 2103393"/>
              <a:gd name="connsiteY7-1498" fmla="*/ 1486600 h 1958316"/>
              <a:gd name="connsiteX8-1499" fmla="*/ 1194335 w 2103393"/>
              <a:gd name="connsiteY8-1500" fmla="*/ 1144403 h 1958316"/>
              <a:gd name="connsiteX9-1501" fmla="*/ 1244823 w 2103393"/>
              <a:gd name="connsiteY9-1502" fmla="*/ 757325 h 1958316"/>
              <a:gd name="connsiteX10-1503" fmla="*/ 1076528 w 2103393"/>
              <a:gd name="connsiteY10-1504" fmla="*/ 611470 h 1958316"/>
              <a:gd name="connsiteX11-1505" fmla="*/ 885795 w 2103393"/>
              <a:gd name="connsiteY11-1506" fmla="*/ 751715 h 1958316"/>
              <a:gd name="connsiteX12-1507" fmla="*/ 897014 w 2103393"/>
              <a:gd name="connsiteY12-1508" fmla="*/ 1161232 h 1958316"/>
              <a:gd name="connsiteX13-1509" fmla="*/ 891405 w 2103393"/>
              <a:gd name="connsiteY13-1510" fmla="*/ 1509040 h 1958316"/>
              <a:gd name="connsiteX14-1511" fmla="*/ 89201 w 2103393"/>
              <a:gd name="connsiteY14-1512" fmla="*/ 1952216 h 1958316"/>
              <a:gd name="connsiteX15-1513" fmla="*/ 577255 w 2103393"/>
              <a:gd name="connsiteY15-1514" fmla="*/ 375858 h 1958316"/>
              <a:gd name="connsiteX16-1515" fmla="*/ 807257 w 2103393"/>
              <a:gd name="connsiteY16-1516" fmla="*/ 611470 h 1958316"/>
              <a:gd name="connsiteX17-1517" fmla="*/ 969942 w 2103393"/>
              <a:gd name="connsiteY17-1518" fmla="*/ 499274 h 1958316"/>
              <a:gd name="connsiteX18-1519" fmla="*/ 947503 w 2103393"/>
              <a:gd name="connsiteY18-1520" fmla="*/ 0 h 1958316"/>
              <a:gd name="connsiteX0-1521" fmla="*/ 947503 w 2103393"/>
              <a:gd name="connsiteY0-1522" fmla="*/ 0 h 1958316"/>
              <a:gd name="connsiteX1-1523" fmla="*/ 947503 w 2103393"/>
              <a:gd name="connsiteY1-1524" fmla="*/ 0 h 1958316"/>
              <a:gd name="connsiteX2-1525" fmla="*/ 1183115 w 2103393"/>
              <a:gd name="connsiteY2-1526" fmla="*/ 5610 h 1958316"/>
              <a:gd name="connsiteX3-1527" fmla="*/ 1177505 w 2103393"/>
              <a:gd name="connsiteY3-1528" fmla="*/ 493664 h 1958316"/>
              <a:gd name="connsiteX4-1529" fmla="*/ 1312141 w 2103393"/>
              <a:gd name="connsiteY4-1530" fmla="*/ 572201 h 1958316"/>
              <a:gd name="connsiteX5-1531" fmla="*/ 1508484 w 2103393"/>
              <a:gd name="connsiteY5-1532" fmla="*/ 375858 h 1958316"/>
              <a:gd name="connsiteX6-1533" fmla="*/ 2058246 w 2103393"/>
              <a:gd name="connsiteY6-1534" fmla="*/ 1924167 h 1958316"/>
              <a:gd name="connsiteX7-1535" fmla="*/ 1211163 w 2103393"/>
              <a:gd name="connsiteY7-1536" fmla="*/ 1486600 h 1958316"/>
              <a:gd name="connsiteX8-1537" fmla="*/ 1194335 w 2103393"/>
              <a:gd name="connsiteY8-1538" fmla="*/ 1144403 h 1958316"/>
              <a:gd name="connsiteX9-1539" fmla="*/ 1244823 w 2103393"/>
              <a:gd name="connsiteY9-1540" fmla="*/ 757325 h 1958316"/>
              <a:gd name="connsiteX10-1541" fmla="*/ 1076528 w 2103393"/>
              <a:gd name="connsiteY10-1542" fmla="*/ 611470 h 1958316"/>
              <a:gd name="connsiteX11-1543" fmla="*/ 885795 w 2103393"/>
              <a:gd name="connsiteY11-1544" fmla="*/ 751715 h 1958316"/>
              <a:gd name="connsiteX12-1545" fmla="*/ 897014 w 2103393"/>
              <a:gd name="connsiteY12-1546" fmla="*/ 1161232 h 1958316"/>
              <a:gd name="connsiteX13-1547" fmla="*/ 891405 w 2103393"/>
              <a:gd name="connsiteY13-1548" fmla="*/ 1509040 h 1958316"/>
              <a:gd name="connsiteX14-1549" fmla="*/ 89201 w 2103393"/>
              <a:gd name="connsiteY14-1550" fmla="*/ 1952216 h 1958316"/>
              <a:gd name="connsiteX15-1551" fmla="*/ 577255 w 2103393"/>
              <a:gd name="connsiteY15-1552" fmla="*/ 375858 h 1958316"/>
              <a:gd name="connsiteX16-1553" fmla="*/ 807257 w 2103393"/>
              <a:gd name="connsiteY16-1554" fmla="*/ 611470 h 1958316"/>
              <a:gd name="connsiteX17-1555" fmla="*/ 969942 w 2103393"/>
              <a:gd name="connsiteY17-1556" fmla="*/ 499274 h 1958316"/>
              <a:gd name="connsiteX18-1557" fmla="*/ 947503 w 2103393"/>
              <a:gd name="connsiteY18-1558" fmla="*/ 0 h 1958316"/>
              <a:gd name="connsiteX0-1559" fmla="*/ 947503 w 2103393"/>
              <a:gd name="connsiteY0-1560" fmla="*/ 0 h 1958316"/>
              <a:gd name="connsiteX1-1561" fmla="*/ 947503 w 2103393"/>
              <a:gd name="connsiteY1-1562" fmla="*/ 0 h 1958316"/>
              <a:gd name="connsiteX2-1563" fmla="*/ 1183115 w 2103393"/>
              <a:gd name="connsiteY2-1564" fmla="*/ 5610 h 1958316"/>
              <a:gd name="connsiteX3-1565" fmla="*/ 1177505 w 2103393"/>
              <a:gd name="connsiteY3-1566" fmla="*/ 493664 h 1958316"/>
              <a:gd name="connsiteX4-1567" fmla="*/ 1312141 w 2103393"/>
              <a:gd name="connsiteY4-1568" fmla="*/ 572201 h 1958316"/>
              <a:gd name="connsiteX5-1569" fmla="*/ 1508484 w 2103393"/>
              <a:gd name="connsiteY5-1570" fmla="*/ 375858 h 1958316"/>
              <a:gd name="connsiteX6-1571" fmla="*/ 2058246 w 2103393"/>
              <a:gd name="connsiteY6-1572" fmla="*/ 1924167 h 1958316"/>
              <a:gd name="connsiteX7-1573" fmla="*/ 1211163 w 2103393"/>
              <a:gd name="connsiteY7-1574" fmla="*/ 1486600 h 1958316"/>
              <a:gd name="connsiteX8-1575" fmla="*/ 1194335 w 2103393"/>
              <a:gd name="connsiteY8-1576" fmla="*/ 1144403 h 1958316"/>
              <a:gd name="connsiteX9-1577" fmla="*/ 1244823 w 2103393"/>
              <a:gd name="connsiteY9-1578" fmla="*/ 757325 h 1958316"/>
              <a:gd name="connsiteX10-1579" fmla="*/ 1076528 w 2103393"/>
              <a:gd name="connsiteY10-1580" fmla="*/ 611470 h 1958316"/>
              <a:gd name="connsiteX11-1581" fmla="*/ 885795 w 2103393"/>
              <a:gd name="connsiteY11-1582" fmla="*/ 751715 h 1958316"/>
              <a:gd name="connsiteX12-1583" fmla="*/ 897014 w 2103393"/>
              <a:gd name="connsiteY12-1584" fmla="*/ 1161232 h 1958316"/>
              <a:gd name="connsiteX13-1585" fmla="*/ 891405 w 2103393"/>
              <a:gd name="connsiteY13-1586" fmla="*/ 1509040 h 1958316"/>
              <a:gd name="connsiteX14-1587" fmla="*/ 89201 w 2103393"/>
              <a:gd name="connsiteY14-1588" fmla="*/ 1952216 h 1958316"/>
              <a:gd name="connsiteX15-1589" fmla="*/ 577255 w 2103393"/>
              <a:gd name="connsiteY15-1590" fmla="*/ 375858 h 1958316"/>
              <a:gd name="connsiteX16-1591" fmla="*/ 807257 w 2103393"/>
              <a:gd name="connsiteY16-1592" fmla="*/ 611470 h 1958316"/>
              <a:gd name="connsiteX17-1593" fmla="*/ 969942 w 2103393"/>
              <a:gd name="connsiteY17-1594" fmla="*/ 499274 h 1958316"/>
              <a:gd name="connsiteX18-1595" fmla="*/ 947503 w 2103393"/>
              <a:gd name="connsiteY18-1596" fmla="*/ 0 h 1958316"/>
              <a:gd name="connsiteX0-1597" fmla="*/ 947503 w 2103393"/>
              <a:gd name="connsiteY0-1598" fmla="*/ 0 h 1958316"/>
              <a:gd name="connsiteX1-1599" fmla="*/ 947503 w 2103393"/>
              <a:gd name="connsiteY1-1600" fmla="*/ 0 h 1958316"/>
              <a:gd name="connsiteX2-1601" fmla="*/ 1183115 w 2103393"/>
              <a:gd name="connsiteY2-1602" fmla="*/ 5610 h 1958316"/>
              <a:gd name="connsiteX3-1603" fmla="*/ 1177505 w 2103393"/>
              <a:gd name="connsiteY3-1604" fmla="*/ 493664 h 1958316"/>
              <a:gd name="connsiteX4-1605" fmla="*/ 1312141 w 2103393"/>
              <a:gd name="connsiteY4-1606" fmla="*/ 572201 h 1958316"/>
              <a:gd name="connsiteX5-1607" fmla="*/ 1508484 w 2103393"/>
              <a:gd name="connsiteY5-1608" fmla="*/ 375858 h 1958316"/>
              <a:gd name="connsiteX6-1609" fmla="*/ 2058246 w 2103393"/>
              <a:gd name="connsiteY6-1610" fmla="*/ 1924167 h 1958316"/>
              <a:gd name="connsiteX7-1611" fmla="*/ 1211163 w 2103393"/>
              <a:gd name="connsiteY7-1612" fmla="*/ 1486600 h 1958316"/>
              <a:gd name="connsiteX8-1613" fmla="*/ 1194335 w 2103393"/>
              <a:gd name="connsiteY8-1614" fmla="*/ 1144403 h 1958316"/>
              <a:gd name="connsiteX9-1615" fmla="*/ 1244823 w 2103393"/>
              <a:gd name="connsiteY9-1616" fmla="*/ 757325 h 1958316"/>
              <a:gd name="connsiteX10-1617" fmla="*/ 1076528 w 2103393"/>
              <a:gd name="connsiteY10-1618" fmla="*/ 611470 h 1958316"/>
              <a:gd name="connsiteX11-1619" fmla="*/ 885795 w 2103393"/>
              <a:gd name="connsiteY11-1620" fmla="*/ 751715 h 1958316"/>
              <a:gd name="connsiteX12-1621" fmla="*/ 897014 w 2103393"/>
              <a:gd name="connsiteY12-1622" fmla="*/ 1161232 h 1958316"/>
              <a:gd name="connsiteX13-1623" fmla="*/ 891405 w 2103393"/>
              <a:gd name="connsiteY13-1624" fmla="*/ 1509040 h 1958316"/>
              <a:gd name="connsiteX14-1625" fmla="*/ 89201 w 2103393"/>
              <a:gd name="connsiteY14-1626" fmla="*/ 1952216 h 1958316"/>
              <a:gd name="connsiteX15-1627" fmla="*/ 577255 w 2103393"/>
              <a:gd name="connsiteY15-1628" fmla="*/ 375858 h 1958316"/>
              <a:gd name="connsiteX16-1629" fmla="*/ 807257 w 2103393"/>
              <a:gd name="connsiteY16-1630" fmla="*/ 611470 h 1958316"/>
              <a:gd name="connsiteX17-1631" fmla="*/ 969942 w 2103393"/>
              <a:gd name="connsiteY17-1632" fmla="*/ 499274 h 1958316"/>
              <a:gd name="connsiteX18-1633" fmla="*/ 947503 w 2103393"/>
              <a:gd name="connsiteY18-1634" fmla="*/ 0 h 1958316"/>
              <a:gd name="connsiteX0-1635" fmla="*/ 947503 w 2103393"/>
              <a:gd name="connsiteY0-1636" fmla="*/ 0 h 1958316"/>
              <a:gd name="connsiteX1-1637" fmla="*/ 947503 w 2103393"/>
              <a:gd name="connsiteY1-1638" fmla="*/ 0 h 1958316"/>
              <a:gd name="connsiteX2-1639" fmla="*/ 1183115 w 2103393"/>
              <a:gd name="connsiteY2-1640" fmla="*/ 5610 h 1958316"/>
              <a:gd name="connsiteX3-1641" fmla="*/ 1177505 w 2103393"/>
              <a:gd name="connsiteY3-1642" fmla="*/ 493664 h 1958316"/>
              <a:gd name="connsiteX4-1643" fmla="*/ 1312141 w 2103393"/>
              <a:gd name="connsiteY4-1644" fmla="*/ 572201 h 1958316"/>
              <a:gd name="connsiteX5-1645" fmla="*/ 1508484 w 2103393"/>
              <a:gd name="connsiteY5-1646" fmla="*/ 375858 h 1958316"/>
              <a:gd name="connsiteX6-1647" fmla="*/ 2058246 w 2103393"/>
              <a:gd name="connsiteY6-1648" fmla="*/ 1924167 h 1958316"/>
              <a:gd name="connsiteX7-1649" fmla="*/ 1211163 w 2103393"/>
              <a:gd name="connsiteY7-1650" fmla="*/ 1486600 h 1958316"/>
              <a:gd name="connsiteX8-1651" fmla="*/ 1194335 w 2103393"/>
              <a:gd name="connsiteY8-1652" fmla="*/ 1144403 h 1958316"/>
              <a:gd name="connsiteX9-1653" fmla="*/ 1244823 w 2103393"/>
              <a:gd name="connsiteY9-1654" fmla="*/ 757325 h 1958316"/>
              <a:gd name="connsiteX10-1655" fmla="*/ 1076528 w 2103393"/>
              <a:gd name="connsiteY10-1656" fmla="*/ 611470 h 1958316"/>
              <a:gd name="connsiteX11-1657" fmla="*/ 885795 w 2103393"/>
              <a:gd name="connsiteY11-1658" fmla="*/ 751715 h 1958316"/>
              <a:gd name="connsiteX12-1659" fmla="*/ 897014 w 2103393"/>
              <a:gd name="connsiteY12-1660" fmla="*/ 1161232 h 1958316"/>
              <a:gd name="connsiteX13-1661" fmla="*/ 891405 w 2103393"/>
              <a:gd name="connsiteY13-1662" fmla="*/ 1509040 h 1958316"/>
              <a:gd name="connsiteX14-1663" fmla="*/ 89201 w 2103393"/>
              <a:gd name="connsiteY14-1664" fmla="*/ 1952216 h 1958316"/>
              <a:gd name="connsiteX15-1665" fmla="*/ 577255 w 2103393"/>
              <a:gd name="connsiteY15-1666" fmla="*/ 375858 h 1958316"/>
              <a:gd name="connsiteX16-1667" fmla="*/ 807257 w 2103393"/>
              <a:gd name="connsiteY16-1668" fmla="*/ 611470 h 1958316"/>
              <a:gd name="connsiteX17-1669" fmla="*/ 969942 w 2103393"/>
              <a:gd name="connsiteY17-1670" fmla="*/ 499274 h 1958316"/>
              <a:gd name="connsiteX18-1671" fmla="*/ 947503 w 2103393"/>
              <a:gd name="connsiteY18-1672" fmla="*/ 0 h 1958316"/>
              <a:gd name="connsiteX0-1673" fmla="*/ 947503 w 2103393"/>
              <a:gd name="connsiteY0-1674" fmla="*/ 0 h 1958316"/>
              <a:gd name="connsiteX1-1675" fmla="*/ 947503 w 2103393"/>
              <a:gd name="connsiteY1-1676" fmla="*/ 0 h 1958316"/>
              <a:gd name="connsiteX2-1677" fmla="*/ 1183115 w 2103393"/>
              <a:gd name="connsiteY2-1678" fmla="*/ 5610 h 1958316"/>
              <a:gd name="connsiteX3-1679" fmla="*/ 1177505 w 2103393"/>
              <a:gd name="connsiteY3-1680" fmla="*/ 493664 h 1958316"/>
              <a:gd name="connsiteX4-1681" fmla="*/ 1312141 w 2103393"/>
              <a:gd name="connsiteY4-1682" fmla="*/ 572201 h 1958316"/>
              <a:gd name="connsiteX5-1683" fmla="*/ 1508484 w 2103393"/>
              <a:gd name="connsiteY5-1684" fmla="*/ 375858 h 1958316"/>
              <a:gd name="connsiteX6-1685" fmla="*/ 2058246 w 2103393"/>
              <a:gd name="connsiteY6-1686" fmla="*/ 1924167 h 1958316"/>
              <a:gd name="connsiteX7-1687" fmla="*/ 1211163 w 2103393"/>
              <a:gd name="connsiteY7-1688" fmla="*/ 1486600 h 1958316"/>
              <a:gd name="connsiteX8-1689" fmla="*/ 1194335 w 2103393"/>
              <a:gd name="connsiteY8-1690" fmla="*/ 1144403 h 1958316"/>
              <a:gd name="connsiteX9-1691" fmla="*/ 1244823 w 2103393"/>
              <a:gd name="connsiteY9-1692" fmla="*/ 757325 h 1958316"/>
              <a:gd name="connsiteX10-1693" fmla="*/ 1076528 w 2103393"/>
              <a:gd name="connsiteY10-1694" fmla="*/ 611470 h 1958316"/>
              <a:gd name="connsiteX11-1695" fmla="*/ 885795 w 2103393"/>
              <a:gd name="connsiteY11-1696" fmla="*/ 751715 h 1958316"/>
              <a:gd name="connsiteX12-1697" fmla="*/ 919453 w 2103393"/>
              <a:gd name="connsiteY12-1698" fmla="*/ 1189281 h 1958316"/>
              <a:gd name="connsiteX13-1699" fmla="*/ 891405 w 2103393"/>
              <a:gd name="connsiteY13-1700" fmla="*/ 1509040 h 1958316"/>
              <a:gd name="connsiteX14-1701" fmla="*/ 89201 w 2103393"/>
              <a:gd name="connsiteY14-1702" fmla="*/ 1952216 h 1958316"/>
              <a:gd name="connsiteX15-1703" fmla="*/ 577255 w 2103393"/>
              <a:gd name="connsiteY15-1704" fmla="*/ 375858 h 1958316"/>
              <a:gd name="connsiteX16-1705" fmla="*/ 807257 w 2103393"/>
              <a:gd name="connsiteY16-1706" fmla="*/ 611470 h 1958316"/>
              <a:gd name="connsiteX17-1707" fmla="*/ 969942 w 2103393"/>
              <a:gd name="connsiteY17-1708" fmla="*/ 499274 h 1958316"/>
              <a:gd name="connsiteX18-1709" fmla="*/ 947503 w 2103393"/>
              <a:gd name="connsiteY18-1710" fmla="*/ 0 h 1958316"/>
              <a:gd name="connsiteX0-1711" fmla="*/ 947503 w 2103393"/>
              <a:gd name="connsiteY0-1712" fmla="*/ 0 h 1958316"/>
              <a:gd name="connsiteX1-1713" fmla="*/ 947503 w 2103393"/>
              <a:gd name="connsiteY1-1714" fmla="*/ 0 h 1958316"/>
              <a:gd name="connsiteX2-1715" fmla="*/ 1183115 w 2103393"/>
              <a:gd name="connsiteY2-1716" fmla="*/ 5610 h 1958316"/>
              <a:gd name="connsiteX3-1717" fmla="*/ 1177505 w 2103393"/>
              <a:gd name="connsiteY3-1718" fmla="*/ 493664 h 1958316"/>
              <a:gd name="connsiteX4-1719" fmla="*/ 1312141 w 2103393"/>
              <a:gd name="connsiteY4-1720" fmla="*/ 572201 h 1958316"/>
              <a:gd name="connsiteX5-1721" fmla="*/ 1508484 w 2103393"/>
              <a:gd name="connsiteY5-1722" fmla="*/ 375858 h 1958316"/>
              <a:gd name="connsiteX6-1723" fmla="*/ 2058246 w 2103393"/>
              <a:gd name="connsiteY6-1724" fmla="*/ 1924167 h 1958316"/>
              <a:gd name="connsiteX7-1725" fmla="*/ 1211163 w 2103393"/>
              <a:gd name="connsiteY7-1726" fmla="*/ 1486600 h 1958316"/>
              <a:gd name="connsiteX8-1727" fmla="*/ 1194335 w 2103393"/>
              <a:gd name="connsiteY8-1728" fmla="*/ 1144403 h 1958316"/>
              <a:gd name="connsiteX9-1729" fmla="*/ 1244823 w 2103393"/>
              <a:gd name="connsiteY9-1730" fmla="*/ 757325 h 1958316"/>
              <a:gd name="connsiteX10-1731" fmla="*/ 1076528 w 2103393"/>
              <a:gd name="connsiteY10-1732" fmla="*/ 611470 h 1958316"/>
              <a:gd name="connsiteX11-1733" fmla="*/ 885795 w 2103393"/>
              <a:gd name="connsiteY11-1734" fmla="*/ 751715 h 1958316"/>
              <a:gd name="connsiteX12-1735" fmla="*/ 919453 w 2103393"/>
              <a:gd name="connsiteY12-1736" fmla="*/ 1189281 h 1958316"/>
              <a:gd name="connsiteX13-1737" fmla="*/ 891405 w 2103393"/>
              <a:gd name="connsiteY13-1738" fmla="*/ 1509040 h 1958316"/>
              <a:gd name="connsiteX14-1739" fmla="*/ 89201 w 2103393"/>
              <a:gd name="connsiteY14-1740" fmla="*/ 1952216 h 1958316"/>
              <a:gd name="connsiteX15-1741" fmla="*/ 577255 w 2103393"/>
              <a:gd name="connsiteY15-1742" fmla="*/ 375858 h 1958316"/>
              <a:gd name="connsiteX16-1743" fmla="*/ 807257 w 2103393"/>
              <a:gd name="connsiteY16-1744" fmla="*/ 611470 h 1958316"/>
              <a:gd name="connsiteX17-1745" fmla="*/ 969942 w 2103393"/>
              <a:gd name="connsiteY17-1746" fmla="*/ 499274 h 1958316"/>
              <a:gd name="connsiteX18-1747" fmla="*/ 947503 w 2103393"/>
              <a:gd name="connsiteY18-1748" fmla="*/ 0 h 1958316"/>
              <a:gd name="connsiteX0-1749" fmla="*/ 947503 w 2103393"/>
              <a:gd name="connsiteY0-1750" fmla="*/ 0 h 1958316"/>
              <a:gd name="connsiteX1-1751" fmla="*/ 947503 w 2103393"/>
              <a:gd name="connsiteY1-1752" fmla="*/ 0 h 1958316"/>
              <a:gd name="connsiteX2-1753" fmla="*/ 1183115 w 2103393"/>
              <a:gd name="connsiteY2-1754" fmla="*/ 5610 h 1958316"/>
              <a:gd name="connsiteX3-1755" fmla="*/ 1177505 w 2103393"/>
              <a:gd name="connsiteY3-1756" fmla="*/ 493664 h 1958316"/>
              <a:gd name="connsiteX4-1757" fmla="*/ 1312141 w 2103393"/>
              <a:gd name="connsiteY4-1758" fmla="*/ 572201 h 1958316"/>
              <a:gd name="connsiteX5-1759" fmla="*/ 1508484 w 2103393"/>
              <a:gd name="connsiteY5-1760" fmla="*/ 375858 h 1958316"/>
              <a:gd name="connsiteX6-1761" fmla="*/ 2058246 w 2103393"/>
              <a:gd name="connsiteY6-1762" fmla="*/ 1924167 h 1958316"/>
              <a:gd name="connsiteX7-1763" fmla="*/ 1211163 w 2103393"/>
              <a:gd name="connsiteY7-1764" fmla="*/ 1486600 h 1958316"/>
              <a:gd name="connsiteX8-1765" fmla="*/ 1194335 w 2103393"/>
              <a:gd name="connsiteY8-1766" fmla="*/ 1144403 h 1958316"/>
              <a:gd name="connsiteX9-1767" fmla="*/ 1244823 w 2103393"/>
              <a:gd name="connsiteY9-1768" fmla="*/ 757325 h 1958316"/>
              <a:gd name="connsiteX10-1769" fmla="*/ 1076528 w 2103393"/>
              <a:gd name="connsiteY10-1770" fmla="*/ 611470 h 1958316"/>
              <a:gd name="connsiteX11-1771" fmla="*/ 885795 w 2103393"/>
              <a:gd name="connsiteY11-1772" fmla="*/ 751715 h 1958316"/>
              <a:gd name="connsiteX12-1773" fmla="*/ 919453 w 2103393"/>
              <a:gd name="connsiteY12-1774" fmla="*/ 1189281 h 1958316"/>
              <a:gd name="connsiteX13-1775" fmla="*/ 891405 w 2103393"/>
              <a:gd name="connsiteY13-1776" fmla="*/ 1509040 h 1958316"/>
              <a:gd name="connsiteX14-1777" fmla="*/ 89201 w 2103393"/>
              <a:gd name="connsiteY14-1778" fmla="*/ 1952216 h 1958316"/>
              <a:gd name="connsiteX15-1779" fmla="*/ 577255 w 2103393"/>
              <a:gd name="connsiteY15-1780" fmla="*/ 375858 h 1958316"/>
              <a:gd name="connsiteX16-1781" fmla="*/ 807257 w 2103393"/>
              <a:gd name="connsiteY16-1782" fmla="*/ 611470 h 1958316"/>
              <a:gd name="connsiteX17-1783" fmla="*/ 969942 w 2103393"/>
              <a:gd name="connsiteY17-1784" fmla="*/ 499274 h 1958316"/>
              <a:gd name="connsiteX18-1785" fmla="*/ 947503 w 2103393"/>
              <a:gd name="connsiteY18-1786" fmla="*/ 0 h 1958316"/>
              <a:gd name="connsiteX0-1787" fmla="*/ 947503 w 2103393"/>
              <a:gd name="connsiteY0-1788" fmla="*/ 0 h 1958316"/>
              <a:gd name="connsiteX1-1789" fmla="*/ 947503 w 2103393"/>
              <a:gd name="connsiteY1-1790" fmla="*/ 0 h 1958316"/>
              <a:gd name="connsiteX2-1791" fmla="*/ 1183115 w 2103393"/>
              <a:gd name="connsiteY2-1792" fmla="*/ 5610 h 1958316"/>
              <a:gd name="connsiteX3-1793" fmla="*/ 1177505 w 2103393"/>
              <a:gd name="connsiteY3-1794" fmla="*/ 493664 h 1958316"/>
              <a:gd name="connsiteX4-1795" fmla="*/ 1312141 w 2103393"/>
              <a:gd name="connsiteY4-1796" fmla="*/ 572201 h 1958316"/>
              <a:gd name="connsiteX5-1797" fmla="*/ 1508484 w 2103393"/>
              <a:gd name="connsiteY5-1798" fmla="*/ 375858 h 1958316"/>
              <a:gd name="connsiteX6-1799" fmla="*/ 2058246 w 2103393"/>
              <a:gd name="connsiteY6-1800" fmla="*/ 1924167 h 1958316"/>
              <a:gd name="connsiteX7-1801" fmla="*/ 1211163 w 2103393"/>
              <a:gd name="connsiteY7-1802" fmla="*/ 1486600 h 1958316"/>
              <a:gd name="connsiteX8-1803" fmla="*/ 1227994 w 2103393"/>
              <a:gd name="connsiteY8-1804" fmla="*/ 1194891 h 1958316"/>
              <a:gd name="connsiteX9-1805" fmla="*/ 1244823 w 2103393"/>
              <a:gd name="connsiteY9-1806" fmla="*/ 757325 h 1958316"/>
              <a:gd name="connsiteX10-1807" fmla="*/ 1076528 w 2103393"/>
              <a:gd name="connsiteY10-1808" fmla="*/ 611470 h 1958316"/>
              <a:gd name="connsiteX11-1809" fmla="*/ 885795 w 2103393"/>
              <a:gd name="connsiteY11-1810" fmla="*/ 751715 h 1958316"/>
              <a:gd name="connsiteX12-1811" fmla="*/ 919453 w 2103393"/>
              <a:gd name="connsiteY12-1812" fmla="*/ 1189281 h 1958316"/>
              <a:gd name="connsiteX13-1813" fmla="*/ 891405 w 2103393"/>
              <a:gd name="connsiteY13-1814" fmla="*/ 1509040 h 1958316"/>
              <a:gd name="connsiteX14-1815" fmla="*/ 89201 w 2103393"/>
              <a:gd name="connsiteY14-1816" fmla="*/ 1952216 h 1958316"/>
              <a:gd name="connsiteX15-1817" fmla="*/ 577255 w 2103393"/>
              <a:gd name="connsiteY15-1818" fmla="*/ 375858 h 1958316"/>
              <a:gd name="connsiteX16-1819" fmla="*/ 807257 w 2103393"/>
              <a:gd name="connsiteY16-1820" fmla="*/ 611470 h 1958316"/>
              <a:gd name="connsiteX17-1821" fmla="*/ 969942 w 2103393"/>
              <a:gd name="connsiteY17-1822" fmla="*/ 499274 h 1958316"/>
              <a:gd name="connsiteX18-1823" fmla="*/ 947503 w 2103393"/>
              <a:gd name="connsiteY18-1824" fmla="*/ 0 h 1958316"/>
              <a:gd name="connsiteX0-1825" fmla="*/ 947503 w 2103393"/>
              <a:gd name="connsiteY0-1826" fmla="*/ 0 h 1958316"/>
              <a:gd name="connsiteX1-1827" fmla="*/ 947503 w 2103393"/>
              <a:gd name="connsiteY1-1828" fmla="*/ 0 h 1958316"/>
              <a:gd name="connsiteX2-1829" fmla="*/ 1183115 w 2103393"/>
              <a:gd name="connsiteY2-1830" fmla="*/ 5610 h 1958316"/>
              <a:gd name="connsiteX3-1831" fmla="*/ 1177505 w 2103393"/>
              <a:gd name="connsiteY3-1832" fmla="*/ 493664 h 1958316"/>
              <a:gd name="connsiteX4-1833" fmla="*/ 1312141 w 2103393"/>
              <a:gd name="connsiteY4-1834" fmla="*/ 572201 h 1958316"/>
              <a:gd name="connsiteX5-1835" fmla="*/ 1508484 w 2103393"/>
              <a:gd name="connsiteY5-1836" fmla="*/ 375858 h 1958316"/>
              <a:gd name="connsiteX6-1837" fmla="*/ 2058246 w 2103393"/>
              <a:gd name="connsiteY6-1838" fmla="*/ 1924167 h 1958316"/>
              <a:gd name="connsiteX7-1839" fmla="*/ 1211163 w 2103393"/>
              <a:gd name="connsiteY7-1840" fmla="*/ 1486600 h 1958316"/>
              <a:gd name="connsiteX8-1841" fmla="*/ 1227994 w 2103393"/>
              <a:gd name="connsiteY8-1842" fmla="*/ 1194891 h 1958316"/>
              <a:gd name="connsiteX9-1843" fmla="*/ 1244823 w 2103393"/>
              <a:gd name="connsiteY9-1844" fmla="*/ 757325 h 1958316"/>
              <a:gd name="connsiteX10-1845" fmla="*/ 1076528 w 2103393"/>
              <a:gd name="connsiteY10-1846" fmla="*/ 611470 h 1958316"/>
              <a:gd name="connsiteX11-1847" fmla="*/ 885795 w 2103393"/>
              <a:gd name="connsiteY11-1848" fmla="*/ 751715 h 1958316"/>
              <a:gd name="connsiteX12-1849" fmla="*/ 919453 w 2103393"/>
              <a:gd name="connsiteY12-1850" fmla="*/ 1189281 h 1958316"/>
              <a:gd name="connsiteX13-1851" fmla="*/ 891405 w 2103393"/>
              <a:gd name="connsiteY13-1852" fmla="*/ 1509040 h 1958316"/>
              <a:gd name="connsiteX14-1853" fmla="*/ 89201 w 2103393"/>
              <a:gd name="connsiteY14-1854" fmla="*/ 1952216 h 1958316"/>
              <a:gd name="connsiteX15-1855" fmla="*/ 577255 w 2103393"/>
              <a:gd name="connsiteY15-1856" fmla="*/ 375858 h 1958316"/>
              <a:gd name="connsiteX16-1857" fmla="*/ 807257 w 2103393"/>
              <a:gd name="connsiteY16-1858" fmla="*/ 611470 h 1958316"/>
              <a:gd name="connsiteX17-1859" fmla="*/ 969942 w 2103393"/>
              <a:gd name="connsiteY17-1860" fmla="*/ 499274 h 1958316"/>
              <a:gd name="connsiteX18-1861" fmla="*/ 947503 w 2103393"/>
              <a:gd name="connsiteY18-1862" fmla="*/ 0 h 1958316"/>
              <a:gd name="connsiteX0-1863" fmla="*/ 947503 w 2103393"/>
              <a:gd name="connsiteY0-1864" fmla="*/ 0 h 1959848"/>
              <a:gd name="connsiteX1-1865" fmla="*/ 947503 w 2103393"/>
              <a:gd name="connsiteY1-1866" fmla="*/ 0 h 1959848"/>
              <a:gd name="connsiteX2-1867" fmla="*/ 1183115 w 2103393"/>
              <a:gd name="connsiteY2-1868" fmla="*/ 5610 h 1959848"/>
              <a:gd name="connsiteX3-1869" fmla="*/ 1177505 w 2103393"/>
              <a:gd name="connsiteY3-1870" fmla="*/ 493664 h 1959848"/>
              <a:gd name="connsiteX4-1871" fmla="*/ 1312141 w 2103393"/>
              <a:gd name="connsiteY4-1872" fmla="*/ 572201 h 1959848"/>
              <a:gd name="connsiteX5-1873" fmla="*/ 1508484 w 2103393"/>
              <a:gd name="connsiteY5-1874" fmla="*/ 375858 h 1959848"/>
              <a:gd name="connsiteX6-1875" fmla="*/ 2058246 w 2103393"/>
              <a:gd name="connsiteY6-1876" fmla="*/ 1924167 h 1959848"/>
              <a:gd name="connsiteX7-1877" fmla="*/ 1211163 w 2103393"/>
              <a:gd name="connsiteY7-1878" fmla="*/ 1486600 h 1959848"/>
              <a:gd name="connsiteX8-1879" fmla="*/ 1227994 w 2103393"/>
              <a:gd name="connsiteY8-1880" fmla="*/ 1194891 h 1959848"/>
              <a:gd name="connsiteX9-1881" fmla="*/ 1244823 w 2103393"/>
              <a:gd name="connsiteY9-1882" fmla="*/ 757325 h 1959848"/>
              <a:gd name="connsiteX10-1883" fmla="*/ 1076528 w 2103393"/>
              <a:gd name="connsiteY10-1884" fmla="*/ 611470 h 1959848"/>
              <a:gd name="connsiteX11-1885" fmla="*/ 885795 w 2103393"/>
              <a:gd name="connsiteY11-1886" fmla="*/ 751715 h 1959848"/>
              <a:gd name="connsiteX12-1887" fmla="*/ 919453 w 2103393"/>
              <a:gd name="connsiteY12-1888" fmla="*/ 1189281 h 1959848"/>
              <a:gd name="connsiteX13-1889" fmla="*/ 891405 w 2103393"/>
              <a:gd name="connsiteY13-1890" fmla="*/ 1509040 h 1959848"/>
              <a:gd name="connsiteX14-1891" fmla="*/ 89201 w 2103393"/>
              <a:gd name="connsiteY14-1892" fmla="*/ 1952216 h 1959848"/>
              <a:gd name="connsiteX15-1893" fmla="*/ 577255 w 2103393"/>
              <a:gd name="connsiteY15-1894" fmla="*/ 375858 h 1959848"/>
              <a:gd name="connsiteX16-1895" fmla="*/ 807257 w 2103393"/>
              <a:gd name="connsiteY16-1896" fmla="*/ 611470 h 1959848"/>
              <a:gd name="connsiteX17-1897" fmla="*/ 969942 w 2103393"/>
              <a:gd name="connsiteY17-1898" fmla="*/ 499274 h 1959848"/>
              <a:gd name="connsiteX18-1899" fmla="*/ 947503 w 2103393"/>
              <a:gd name="connsiteY18-1900" fmla="*/ 0 h 1959848"/>
              <a:gd name="connsiteX0-1901" fmla="*/ 947503 w 2103393"/>
              <a:gd name="connsiteY0-1902" fmla="*/ 0 h 1959848"/>
              <a:gd name="connsiteX1-1903" fmla="*/ 947503 w 2103393"/>
              <a:gd name="connsiteY1-1904" fmla="*/ 0 h 1959848"/>
              <a:gd name="connsiteX2-1905" fmla="*/ 1183115 w 2103393"/>
              <a:gd name="connsiteY2-1906" fmla="*/ 5610 h 1959848"/>
              <a:gd name="connsiteX3-1907" fmla="*/ 1177505 w 2103393"/>
              <a:gd name="connsiteY3-1908" fmla="*/ 493664 h 1959848"/>
              <a:gd name="connsiteX4-1909" fmla="*/ 1312141 w 2103393"/>
              <a:gd name="connsiteY4-1910" fmla="*/ 572201 h 1959848"/>
              <a:gd name="connsiteX5-1911" fmla="*/ 1508484 w 2103393"/>
              <a:gd name="connsiteY5-1912" fmla="*/ 375858 h 1959848"/>
              <a:gd name="connsiteX6-1913" fmla="*/ 2058246 w 2103393"/>
              <a:gd name="connsiteY6-1914" fmla="*/ 1924167 h 1959848"/>
              <a:gd name="connsiteX7-1915" fmla="*/ 1211163 w 2103393"/>
              <a:gd name="connsiteY7-1916" fmla="*/ 1486600 h 1959848"/>
              <a:gd name="connsiteX8-1917" fmla="*/ 1222384 w 2103393"/>
              <a:gd name="connsiteY8-1918" fmla="*/ 1178062 h 1959848"/>
              <a:gd name="connsiteX9-1919" fmla="*/ 1244823 w 2103393"/>
              <a:gd name="connsiteY9-1920" fmla="*/ 757325 h 1959848"/>
              <a:gd name="connsiteX10-1921" fmla="*/ 1076528 w 2103393"/>
              <a:gd name="connsiteY10-1922" fmla="*/ 611470 h 1959848"/>
              <a:gd name="connsiteX11-1923" fmla="*/ 885795 w 2103393"/>
              <a:gd name="connsiteY11-1924" fmla="*/ 751715 h 1959848"/>
              <a:gd name="connsiteX12-1925" fmla="*/ 919453 w 2103393"/>
              <a:gd name="connsiteY12-1926" fmla="*/ 1189281 h 1959848"/>
              <a:gd name="connsiteX13-1927" fmla="*/ 891405 w 2103393"/>
              <a:gd name="connsiteY13-1928" fmla="*/ 1509040 h 1959848"/>
              <a:gd name="connsiteX14-1929" fmla="*/ 89201 w 2103393"/>
              <a:gd name="connsiteY14-1930" fmla="*/ 1952216 h 1959848"/>
              <a:gd name="connsiteX15-1931" fmla="*/ 577255 w 2103393"/>
              <a:gd name="connsiteY15-1932" fmla="*/ 375858 h 1959848"/>
              <a:gd name="connsiteX16-1933" fmla="*/ 807257 w 2103393"/>
              <a:gd name="connsiteY16-1934" fmla="*/ 611470 h 1959848"/>
              <a:gd name="connsiteX17-1935" fmla="*/ 969942 w 2103393"/>
              <a:gd name="connsiteY17-1936" fmla="*/ 499274 h 1959848"/>
              <a:gd name="connsiteX18-1937" fmla="*/ 947503 w 2103393"/>
              <a:gd name="connsiteY18-1938" fmla="*/ 0 h 1959848"/>
              <a:gd name="connsiteX0-1939" fmla="*/ 947503 w 2103393"/>
              <a:gd name="connsiteY0-1940" fmla="*/ 0 h 1959848"/>
              <a:gd name="connsiteX1-1941" fmla="*/ 947503 w 2103393"/>
              <a:gd name="connsiteY1-1942" fmla="*/ 0 h 1959848"/>
              <a:gd name="connsiteX2-1943" fmla="*/ 1183115 w 2103393"/>
              <a:gd name="connsiteY2-1944" fmla="*/ 5610 h 1959848"/>
              <a:gd name="connsiteX3-1945" fmla="*/ 1177505 w 2103393"/>
              <a:gd name="connsiteY3-1946" fmla="*/ 493664 h 1959848"/>
              <a:gd name="connsiteX4-1947" fmla="*/ 1312141 w 2103393"/>
              <a:gd name="connsiteY4-1948" fmla="*/ 572201 h 1959848"/>
              <a:gd name="connsiteX5-1949" fmla="*/ 1508484 w 2103393"/>
              <a:gd name="connsiteY5-1950" fmla="*/ 375858 h 1959848"/>
              <a:gd name="connsiteX6-1951" fmla="*/ 2058246 w 2103393"/>
              <a:gd name="connsiteY6-1952" fmla="*/ 1924167 h 1959848"/>
              <a:gd name="connsiteX7-1953" fmla="*/ 1211163 w 2103393"/>
              <a:gd name="connsiteY7-1954" fmla="*/ 1486600 h 1959848"/>
              <a:gd name="connsiteX8-1955" fmla="*/ 1205554 w 2103393"/>
              <a:gd name="connsiteY8-1956" fmla="*/ 1200502 h 1959848"/>
              <a:gd name="connsiteX9-1957" fmla="*/ 1244823 w 2103393"/>
              <a:gd name="connsiteY9-1958" fmla="*/ 757325 h 1959848"/>
              <a:gd name="connsiteX10-1959" fmla="*/ 1076528 w 2103393"/>
              <a:gd name="connsiteY10-1960" fmla="*/ 611470 h 1959848"/>
              <a:gd name="connsiteX11-1961" fmla="*/ 885795 w 2103393"/>
              <a:gd name="connsiteY11-1962" fmla="*/ 751715 h 1959848"/>
              <a:gd name="connsiteX12-1963" fmla="*/ 919453 w 2103393"/>
              <a:gd name="connsiteY12-1964" fmla="*/ 1189281 h 1959848"/>
              <a:gd name="connsiteX13-1965" fmla="*/ 891405 w 2103393"/>
              <a:gd name="connsiteY13-1966" fmla="*/ 1509040 h 1959848"/>
              <a:gd name="connsiteX14-1967" fmla="*/ 89201 w 2103393"/>
              <a:gd name="connsiteY14-1968" fmla="*/ 1952216 h 1959848"/>
              <a:gd name="connsiteX15-1969" fmla="*/ 577255 w 2103393"/>
              <a:gd name="connsiteY15-1970" fmla="*/ 375858 h 1959848"/>
              <a:gd name="connsiteX16-1971" fmla="*/ 807257 w 2103393"/>
              <a:gd name="connsiteY16-1972" fmla="*/ 611470 h 1959848"/>
              <a:gd name="connsiteX17-1973" fmla="*/ 969942 w 2103393"/>
              <a:gd name="connsiteY17-1974" fmla="*/ 499274 h 1959848"/>
              <a:gd name="connsiteX18-1975" fmla="*/ 947503 w 2103393"/>
              <a:gd name="connsiteY18-1976" fmla="*/ 0 h 1959848"/>
              <a:gd name="connsiteX0-1977" fmla="*/ 947503 w 2103393"/>
              <a:gd name="connsiteY0-1978" fmla="*/ 0 h 1959848"/>
              <a:gd name="connsiteX1-1979" fmla="*/ 947503 w 2103393"/>
              <a:gd name="connsiteY1-1980" fmla="*/ 0 h 1959848"/>
              <a:gd name="connsiteX2-1981" fmla="*/ 1183115 w 2103393"/>
              <a:gd name="connsiteY2-1982" fmla="*/ 5610 h 1959848"/>
              <a:gd name="connsiteX3-1983" fmla="*/ 1177505 w 2103393"/>
              <a:gd name="connsiteY3-1984" fmla="*/ 493664 h 1959848"/>
              <a:gd name="connsiteX4-1985" fmla="*/ 1312141 w 2103393"/>
              <a:gd name="connsiteY4-1986" fmla="*/ 572201 h 1959848"/>
              <a:gd name="connsiteX5-1987" fmla="*/ 1508484 w 2103393"/>
              <a:gd name="connsiteY5-1988" fmla="*/ 375858 h 1959848"/>
              <a:gd name="connsiteX6-1989" fmla="*/ 2058246 w 2103393"/>
              <a:gd name="connsiteY6-1990" fmla="*/ 1924167 h 1959848"/>
              <a:gd name="connsiteX7-1991" fmla="*/ 1211163 w 2103393"/>
              <a:gd name="connsiteY7-1992" fmla="*/ 1486600 h 1959848"/>
              <a:gd name="connsiteX8-1993" fmla="*/ 1205554 w 2103393"/>
              <a:gd name="connsiteY8-1994" fmla="*/ 1200502 h 1959848"/>
              <a:gd name="connsiteX9-1995" fmla="*/ 1244823 w 2103393"/>
              <a:gd name="connsiteY9-1996" fmla="*/ 757325 h 1959848"/>
              <a:gd name="connsiteX10-1997" fmla="*/ 1076528 w 2103393"/>
              <a:gd name="connsiteY10-1998" fmla="*/ 611470 h 1959848"/>
              <a:gd name="connsiteX11-1999" fmla="*/ 885795 w 2103393"/>
              <a:gd name="connsiteY11-2000" fmla="*/ 751715 h 1959848"/>
              <a:gd name="connsiteX12-2001" fmla="*/ 919453 w 2103393"/>
              <a:gd name="connsiteY12-2002" fmla="*/ 1189281 h 1959848"/>
              <a:gd name="connsiteX13-2003" fmla="*/ 891405 w 2103393"/>
              <a:gd name="connsiteY13-2004" fmla="*/ 1509040 h 1959848"/>
              <a:gd name="connsiteX14-2005" fmla="*/ 89201 w 2103393"/>
              <a:gd name="connsiteY14-2006" fmla="*/ 1952216 h 1959848"/>
              <a:gd name="connsiteX15-2007" fmla="*/ 577255 w 2103393"/>
              <a:gd name="connsiteY15-2008" fmla="*/ 375858 h 1959848"/>
              <a:gd name="connsiteX16-2009" fmla="*/ 807257 w 2103393"/>
              <a:gd name="connsiteY16-2010" fmla="*/ 611470 h 1959848"/>
              <a:gd name="connsiteX17-2011" fmla="*/ 969942 w 2103393"/>
              <a:gd name="connsiteY17-2012" fmla="*/ 499274 h 1959848"/>
              <a:gd name="connsiteX18-2013" fmla="*/ 947503 w 2103393"/>
              <a:gd name="connsiteY18-2014" fmla="*/ 0 h 1959848"/>
              <a:gd name="connsiteX0-2015" fmla="*/ 947503 w 2103393"/>
              <a:gd name="connsiteY0-2016" fmla="*/ 0 h 1959848"/>
              <a:gd name="connsiteX1-2017" fmla="*/ 947503 w 2103393"/>
              <a:gd name="connsiteY1-2018" fmla="*/ 0 h 1959848"/>
              <a:gd name="connsiteX2-2019" fmla="*/ 1183115 w 2103393"/>
              <a:gd name="connsiteY2-2020" fmla="*/ 5610 h 1959848"/>
              <a:gd name="connsiteX3-2021" fmla="*/ 1177505 w 2103393"/>
              <a:gd name="connsiteY3-2022" fmla="*/ 493664 h 1959848"/>
              <a:gd name="connsiteX4-2023" fmla="*/ 1312141 w 2103393"/>
              <a:gd name="connsiteY4-2024" fmla="*/ 572201 h 1959848"/>
              <a:gd name="connsiteX5-2025" fmla="*/ 1508484 w 2103393"/>
              <a:gd name="connsiteY5-2026" fmla="*/ 375858 h 1959848"/>
              <a:gd name="connsiteX6-2027" fmla="*/ 2058246 w 2103393"/>
              <a:gd name="connsiteY6-2028" fmla="*/ 1924167 h 1959848"/>
              <a:gd name="connsiteX7-2029" fmla="*/ 1211163 w 2103393"/>
              <a:gd name="connsiteY7-2030" fmla="*/ 1486600 h 1959848"/>
              <a:gd name="connsiteX8-2031" fmla="*/ 1205554 w 2103393"/>
              <a:gd name="connsiteY8-2032" fmla="*/ 1200502 h 1959848"/>
              <a:gd name="connsiteX9-2033" fmla="*/ 1244823 w 2103393"/>
              <a:gd name="connsiteY9-2034" fmla="*/ 757325 h 1959848"/>
              <a:gd name="connsiteX10-2035" fmla="*/ 1076528 w 2103393"/>
              <a:gd name="connsiteY10-2036" fmla="*/ 611470 h 1959848"/>
              <a:gd name="connsiteX11-2037" fmla="*/ 885795 w 2103393"/>
              <a:gd name="connsiteY11-2038" fmla="*/ 751715 h 1959848"/>
              <a:gd name="connsiteX12-2039" fmla="*/ 919453 w 2103393"/>
              <a:gd name="connsiteY12-2040" fmla="*/ 1189281 h 1959848"/>
              <a:gd name="connsiteX13-2041" fmla="*/ 891405 w 2103393"/>
              <a:gd name="connsiteY13-2042" fmla="*/ 1509040 h 1959848"/>
              <a:gd name="connsiteX14-2043" fmla="*/ 89201 w 2103393"/>
              <a:gd name="connsiteY14-2044" fmla="*/ 1952216 h 1959848"/>
              <a:gd name="connsiteX15-2045" fmla="*/ 577255 w 2103393"/>
              <a:gd name="connsiteY15-2046" fmla="*/ 375858 h 1959848"/>
              <a:gd name="connsiteX16-2047" fmla="*/ 807257 w 2103393"/>
              <a:gd name="connsiteY16-2048" fmla="*/ 611470 h 1959848"/>
              <a:gd name="connsiteX17-2049" fmla="*/ 969942 w 2103393"/>
              <a:gd name="connsiteY17-2050" fmla="*/ 499274 h 1959848"/>
              <a:gd name="connsiteX18-2051" fmla="*/ 947503 w 2103393"/>
              <a:gd name="connsiteY18-2052" fmla="*/ 0 h 1959848"/>
              <a:gd name="connsiteX0-2053" fmla="*/ 947503 w 2103393"/>
              <a:gd name="connsiteY0-2054" fmla="*/ 0 h 1959848"/>
              <a:gd name="connsiteX1-2055" fmla="*/ 947503 w 2103393"/>
              <a:gd name="connsiteY1-2056" fmla="*/ 0 h 1959848"/>
              <a:gd name="connsiteX2-2057" fmla="*/ 1183115 w 2103393"/>
              <a:gd name="connsiteY2-2058" fmla="*/ 5610 h 1959848"/>
              <a:gd name="connsiteX3-2059" fmla="*/ 1177505 w 2103393"/>
              <a:gd name="connsiteY3-2060" fmla="*/ 493664 h 1959848"/>
              <a:gd name="connsiteX4-2061" fmla="*/ 1312141 w 2103393"/>
              <a:gd name="connsiteY4-2062" fmla="*/ 572201 h 1959848"/>
              <a:gd name="connsiteX5-2063" fmla="*/ 1508484 w 2103393"/>
              <a:gd name="connsiteY5-2064" fmla="*/ 375858 h 1959848"/>
              <a:gd name="connsiteX6-2065" fmla="*/ 2058246 w 2103393"/>
              <a:gd name="connsiteY6-2066" fmla="*/ 1924167 h 1959848"/>
              <a:gd name="connsiteX7-2067" fmla="*/ 1211163 w 2103393"/>
              <a:gd name="connsiteY7-2068" fmla="*/ 1486600 h 1959848"/>
              <a:gd name="connsiteX8-2069" fmla="*/ 1205554 w 2103393"/>
              <a:gd name="connsiteY8-2070" fmla="*/ 1200502 h 1959848"/>
              <a:gd name="connsiteX9-2071" fmla="*/ 1244823 w 2103393"/>
              <a:gd name="connsiteY9-2072" fmla="*/ 757325 h 1959848"/>
              <a:gd name="connsiteX10-2073" fmla="*/ 1076528 w 2103393"/>
              <a:gd name="connsiteY10-2074" fmla="*/ 611470 h 1959848"/>
              <a:gd name="connsiteX11-2075" fmla="*/ 885795 w 2103393"/>
              <a:gd name="connsiteY11-2076" fmla="*/ 751715 h 1959848"/>
              <a:gd name="connsiteX12-2077" fmla="*/ 919453 w 2103393"/>
              <a:gd name="connsiteY12-2078" fmla="*/ 1189281 h 1959848"/>
              <a:gd name="connsiteX13-2079" fmla="*/ 891405 w 2103393"/>
              <a:gd name="connsiteY13-2080" fmla="*/ 1509040 h 1959848"/>
              <a:gd name="connsiteX14-2081" fmla="*/ 89201 w 2103393"/>
              <a:gd name="connsiteY14-2082" fmla="*/ 1952216 h 1959848"/>
              <a:gd name="connsiteX15-2083" fmla="*/ 577255 w 2103393"/>
              <a:gd name="connsiteY15-2084" fmla="*/ 375858 h 1959848"/>
              <a:gd name="connsiteX16-2085" fmla="*/ 807257 w 2103393"/>
              <a:gd name="connsiteY16-2086" fmla="*/ 611470 h 1959848"/>
              <a:gd name="connsiteX17-2087" fmla="*/ 969942 w 2103393"/>
              <a:gd name="connsiteY17-2088" fmla="*/ 499274 h 1959848"/>
              <a:gd name="connsiteX18-2089" fmla="*/ 947503 w 2103393"/>
              <a:gd name="connsiteY18-2090" fmla="*/ 0 h 1959848"/>
              <a:gd name="connsiteX0-2091" fmla="*/ 947503 w 2103393"/>
              <a:gd name="connsiteY0-2092" fmla="*/ 0 h 1959848"/>
              <a:gd name="connsiteX1-2093" fmla="*/ 947503 w 2103393"/>
              <a:gd name="connsiteY1-2094" fmla="*/ 0 h 1959848"/>
              <a:gd name="connsiteX2-2095" fmla="*/ 1183115 w 2103393"/>
              <a:gd name="connsiteY2-2096" fmla="*/ 5610 h 1959848"/>
              <a:gd name="connsiteX3-2097" fmla="*/ 1177505 w 2103393"/>
              <a:gd name="connsiteY3-2098" fmla="*/ 493664 h 1959848"/>
              <a:gd name="connsiteX4-2099" fmla="*/ 1312141 w 2103393"/>
              <a:gd name="connsiteY4-2100" fmla="*/ 572201 h 1959848"/>
              <a:gd name="connsiteX5-2101" fmla="*/ 1508484 w 2103393"/>
              <a:gd name="connsiteY5-2102" fmla="*/ 375858 h 1959848"/>
              <a:gd name="connsiteX6-2103" fmla="*/ 2058246 w 2103393"/>
              <a:gd name="connsiteY6-2104" fmla="*/ 1924167 h 1959848"/>
              <a:gd name="connsiteX7-2105" fmla="*/ 1211163 w 2103393"/>
              <a:gd name="connsiteY7-2106" fmla="*/ 1486600 h 1959848"/>
              <a:gd name="connsiteX8-2107" fmla="*/ 1205554 w 2103393"/>
              <a:gd name="connsiteY8-2108" fmla="*/ 1200502 h 1959848"/>
              <a:gd name="connsiteX9-2109" fmla="*/ 1244823 w 2103393"/>
              <a:gd name="connsiteY9-2110" fmla="*/ 757325 h 1959848"/>
              <a:gd name="connsiteX10-2111" fmla="*/ 1076528 w 2103393"/>
              <a:gd name="connsiteY10-2112" fmla="*/ 611470 h 1959848"/>
              <a:gd name="connsiteX11-2113" fmla="*/ 885795 w 2103393"/>
              <a:gd name="connsiteY11-2114" fmla="*/ 751715 h 1959848"/>
              <a:gd name="connsiteX12-2115" fmla="*/ 919453 w 2103393"/>
              <a:gd name="connsiteY12-2116" fmla="*/ 1189281 h 1959848"/>
              <a:gd name="connsiteX13-2117" fmla="*/ 891405 w 2103393"/>
              <a:gd name="connsiteY13-2118" fmla="*/ 1509040 h 1959848"/>
              <a:gd name="connsiteX14-2119" fmla="*/ 89201 w 2103393"/>
              <a:gd name="connsiteY14-2120" fmla="*/ 1952216 h 1959848"/>
              <a:gd name="connsiteX15-2121" fmla="*/ 577255 w 2103393"/>
              <a:gd name="connsiteY15-2122" fmla="*/ 375858 h 1959848"/>
              <a:gd name="connsiteX16-2123" fmla="*/ 807257 w 2103393"/>
              <a:gd name="connsiteY16-2124" fmla="*/ 611470 h 1959848"/>
              <a:gd name="connsiteX17-2125" fmla="*/ 969942 w 2103393"/>
              <a:gd name="connsiteY17-2126" fmla="*/ 499274 h 1959848"/>
              <a:gd name="connsiteX18-2127" fmla="*/ 947503 w 2103393"/>
              <a:gd name="connsiteY18-2128" fmla="*/ 0 h 1959848"/>
              <a:gd name="connsiteX0-2129" fmla="*/ 947503 w 2103393"/>
              <a:gd name="connsiteY0-2130" fmla="*/ 0 h 1959848"/>
              <a:gd name="connsiteX1-2131" fmla="*/ 947503 w 2103393"/>
              <a:gd name="connsiteY1-2132" fmla="*/ 0 h 1959848"/>
              <a:gd name="connsiteX2-2133" fmla="*/ 1183115 w 2103393"/>
              <a:gd name="connsiteY2-2134" fmla="*/ 5610 h 1959848"/>
              <a:gd name="connsiteX3-2135" fmla="*/ 1177505 w 2103393"/>
              <a:gd name="connsiteY3-2136" fmla="*/ 493664 h 1959848"/>
              <a:gd name="connsiteX4-2137" fmla="*/ 1312141 w 2103393"/>
              <a:gd name="connsiteY4-2138" fmla="*/ 572201 h 1959848"/>
              <a:gd name="connsiteX5-2139" fmla="*/ 1508484 w 2103393"/>
              <a:gd name="connsiteY5-2140" fmla="*/ 375858 h 1959848"/>
              <a:gd name="connsiteX6-2141" fmla="*/ 2058246 w 2103393"/>
              <a:gd name="connsiteY6-2142" fmla="*/ 1924167 h 1959848"/>
              <a:gd name="connsiteX7-2143" fmla="*/ 1211163 w 2103393"/>
              <a:gd name="connsiteY7-2144" fmla="*/ 1486600 h 1959848"/>
              <a:gd name="connsiteX8-2145" fmla="*/ 1205554 w 2103393"/>
              <a:gd name="connsiteY8-2146" fmla="*/ 1200502 h 1959848"/>
              <a:gd name="connsiteX9-2147" fmla="*/ 1244823 w 2103393"/>
              <a:gd name="connsiteY9-2148" fmla="*/ 757325 h 1959848"/>
              <a:gd name="connsiteX10-2149" fmla="*/ 1076528 w 2103393"/>
              <a:gd name="connsiteY10-2150" fmla="*/ 611470 h 1959848"/>
              <a:gd name="connsiteX11-2151" fmla="*/ 885795 w 2103393"/>
              <a:gd name="connsiteY11-2152" fmla="*/ 751715 h 1959848"/>
              <a:gd name="connsiteX12-2153" fmla="*/ 919453 w 2103393"/>
              <a:gd name="connsiteY12-2154" fmla="*/ 1189281 h 1959848"/>
              <a:gd name="connsiteX13-2155" fmla="*/ 891405 w 2103393"/>
              <a:gd name="connsiteY13-2156" fmla="*/ 1509040 h 1959848"/>
              <a:gd name="connsiteX14-2157" fmla="*/ 89201 w 2103393"/>
              <a:gd name="connsiteY14-2158" fmla="*/ 1952216 h 1959848"/>
              <a:gd name="connsiteX15-2159" fmla="*/ 577255 w 2103393"/>
              <a:gd name="connsiteY15-2160" fmla="*/ 375858 h 1959848"/>
              <a:gd name="connsiteX16-2161" fmla="*/ 807257 w 2103393"/>
              <a:gd name="connsiteY16-2162" fmla="*/ 611470 h 1959848"/>
              <a:gd name="connsiteX17-2163" fmla="*/ 969942 w 2103393"/>
              <a:gd name="connsiteY17-2164" fmla="*/ 499274 h 1959848"/>
              <a:gd name="connsiteX18-2165" fmla="*/ 947503 w 2103393"/>
              <a:gd name="connsiteY18-2166" fmla="*/ 0 h 1959848"/>
              <a:gd name="connsiteX0-2167" fmla="*/ 947503 w 2103393"/>
              <a:gd name="connsiteY0-2168" fmla="*/ 0 h 1961617"/>
              <a:gd name="connsiteX1-2169" fmla="*/ 947503 w 2103393"/>
              <a:gd name="connsiteY1-2170" fmla="*/ 0 h 1961617"/>
              <a:gd name="connsiteX2-2171" fmla="*/ 1183115 w 2103393"/>
              <a:gd name="connsiteY2-2172" fmla="*/ 5610 h 1961617"/>
              <a:gd name="connsiteX3-2173" fmla="*/ 1177505 w 2103393"/>
              <a:gd name="connsiteY3-2174" fmla="*/ 493664 h 1961617"/>
              <a:gd name="connsiteX4-2175" fmla="*/ 1312141 w 2103393"/>
              <a:gd name="connsiteY4-2176" fmla="*/ 572201 h 1961617"/>
              <a:gd name="connsiteX5-2177" fmla="*/ 1508484 w 2103393"/>
              <a:gd name="connsiteY5-2178" fmla="*/ 375858 h 1961617"/>
              <a:gd name="connsiteX6-2179" fmla="*/ 2058246 w 2103393"/>
              <a:gd name="connsiteY6-2180" fmla="*/ 1924167 h 1961617"/>
              <a:gd name="connsiteX7-2181" fmla="*/ 1244822 w 2103393"/>
              <a:gd name="connsiteY7-2182" fmla="*/ 1514649 h 1961617"/>
              <a:gd name="connsiteX8-2183" fmla="*/ 1205554 w 2103393"/>
              <a:gd name="connsiteY8-2184" fmla="*/ 1200502 h 1961617"/>
              <a:gd name="connsiteX9-2185" fmla="*/ 1244823 w 2103393"/>
              <a:gd name="connsiteY9-2186" fmla="*/ 757325 h 1961617"/>
              <a:gd name="connsiteX10-2187" fmla="*/ 1076528 w 2103393"/>
              <a:gd name="connsiteY10-2188" fmla="*/ 611470 h 1961617"/>
              <a:gd name="connsiteX11-2189" fmla="*/ 885795 w 2103393"/>
              <a:gd name="connsiteY11-2190" fmla="*/ 751715 h 1961617"/>
              <a:gd name="connsiteX12-2191" fmla="*/ 919453 w 2103393"/>
              <a:gd name="connsiteY12-2192" fmla="*/ 1189281 h 1961617"/>
              <a:gd name="connsiteX13-2193" fmla="*/ 891405 w 2103393"/>
              <a:gd name="connsiteY13-2194" fmla="*/ 1509040 h 1961617"/>
              <a:gd name="connsiteX14-2195" fmla="*/ 89201 w 2103393"/>
              <a:gd name="connsiteY14-2196" fmla="*/ 1952216 h 1961617"/>
              <a:gd name="connsiteX15-2197" fmla="*/ 577255 w 2103393"/>
              <a:gd name="connsiteY15-2198" fmla="*/ 375858 h 1961617"/>
              <a:gd name="connsiteX16-2199" fmla="*/ 807257 w 2103393"/>
              <a:gd name="connsiteY16-2200" fmla="*/ 611470 h 1961617"/>
              <a:gd name="connsiteX17-2201" fmla="*/ 969942 w 2103393"/>
              <a:gd name="connsiteY17-2202" fmla="*/ 499274 h 1961617"/>
              <a:gd name="connsiteX18-2203" fmla="*/ 947503 w 2103393"/>
              <a:gd name="connsiteY18-2204" fmla="*/ 0 h 1961617"/>
              <a:gd name="connsiteX0-2205" fmla="*/ 947503 w 2103393"/>
              <a:gd name="connsiteY0-2206" fmla="*/ 0 h 1961617"/>
              <a:gd name="connsiteX1-2207" fmla="*/ 947503 w 2103393"/>
              <a:gd name="connsiteY1-2208" fmla="*/ 0 h 1961617"/>
              <a:gd name="connsiteX2-2209" fmla="*/ 1183115 w 2103393"/>
              <a:gd name="connsiteY2-2210" fmla="*/ 5610 h 1961617"/>
              <a:gd name="connsiteX3-2211" fmla="*/ 1177505 w 2103393"/>
              <a:gd name="connsiteY3-2212" fmla="*/ 493664 h 1961617"/>
              <a:gd name="connsiteX4-2213" fmla="*/ 1312141 w 2103393"/>
              <a:gd name="connsiteY4-2214" fmla="*/ 572201 h 1961617"/>
              <a:gd name="connsiteX5-2215" fmla="*/ 1508484 w 2103393"/>
              <a:gd name="connsiteY5-2216" fmla="*/ 375858 h 1961617"/>
              <a:gd name="connsiteX6-2217" fmla="*/ 2058246 w 2103393"/>
              <a:gd name="connsiteY6-2218" fmla="*/ 1924167 h 1961617"/>
              <a:gd name="connsiteX7-2219" fmla="*/ 1244822 w 2103393"/>
              <a:gd name="connsiteY7-2220" fmla="*/ 1514649 h 1961617"/>
              <a:gd name="connsiteX8-2221" fmla="*/ 1205554 w 2103393"/>
              <a:gd name="connsiteY8-2222" fmla="*/ 1200502 h 1961617"/>
              <a:gd name="connsiteX9-2223" fmla="*/ 1244823 w 2103393"/>
              <a:gd name="connsiteY9-2224" fmla="*/ 757325 h 1961617"/>
              <a:gd name="connsiteX10-2225" fmla="*/ 1076528 w 2103393"/>
              <a:gd name="connsiteY10-2226" fmla="*/ 611470 h 1961617"/>
              <a:gd name="connsiteX11-2227" fmla="*/ 885795 w 2103393"/>
              <a:gd name="connsiteY11-2228" fmla="*/ 751715 h 1961617"/>
              <a:gd name="connsiteX12-2229" fmla="*/ 919453 w 2103393"/>
              <a:gd name="connsiteY12-2230" fmla="*/ 1189281 h 1961617"/>
              <a:gd name="connsiteX13-2231" fmla="*/ 891405 w 2103393"/>
              <a:gd name="connsiteY13-2232" fmla="*/ 1509040 h 1961617"/>
              <a:gd name="connsiteX14-2233" fmla="*/ 89201 w 2103393"/>
              <a:gd name="connsiteY14-2234" fmla="*/ 1952216 h 1961617"/>
              <a:gd name="connsiteX15-2235" fmla="*/ 577255 w 2103393"/>
              <a:gd name="connsiteY15-2236" fmla="*/ 375858 h 1961617"/>
              <a:gd name="connsiteX16-2237" fmla="*/ 807257 w 2103393"/>
              <a:gd name="connsiteY16-2238" fmla="*/ 611470 h 1961617"/>
              <a:gd name="connsiteX17-2239" fmla="*/ 969942 w 2103393"/>
              <a:gd name="connsiteY17-2240" fmla="*/ 499274 h 1961617"/>
              <a:gd name="connsiteX18-2241" fmla="*/ 947503 w 2103393"/>
              <a:gd name="connsiteY18-2242" fmla="*/ 0 h 1961617"/>
              <a:gd name="connsiteX0-2243" fmla="*/ 947503 w 2103393"/>
              <a:gd name="connsiteY0-2244" fmla="*/ 0 h 1963064"/>
              <a:gd name="connsiteX1-2245" fmla="*/ 947503 w 2103393"/>
              <a:gd name="connsiteY1-2246" fmla="*/ 0 h 1963064"/>
              <a:gd name="connsiteX2-2247" fmla="*/ 1183115 w 2103393"/>
              <a:gd name="connsiteY2-2248" fmla="*/ 5610 h 1963064"/>
              <a:gd name="connsiteX3-2249" fmla="*/ 1177505 w 2103393"/>
              <a:gd name="connsiteY3-2250" fmla="*/ 493664 h 1963064"/>
              <a:gd name="connsiteX4-2251" fmla="*/ 1312141 w 2103393"/>
              <a:gd name="connsiteY4-2252" fmla="*/ 572201 h 1963064"/>
              <a:gd name="connsiteX5-2253" fmla="*/ 1508484 w 2103393"/>
              <a:gd name="connsiteY5-2254" fmla="*/ 375858 h 1963064"/>
              <a:gd name="connsiteX6-2255" fmla="*/ 2058246 w 2103393"/>
              <a:gd name="connsiteY6-2256" fmla="*/ 1924167 h 1963064"/>
              <a:gd name="connsiteX7-2257" fmla="*/ 1244822 w 2103393"/>
              <a:gd name="connsiteY7-2258" fmla="*/ 1514649 h 1963064"/>
              <a:gd name="connsiteX8-2259" fmla="*/ 1205554 w 2103393"/>
              <a:gd name="connsiteY8-2260" fmla="*/ 1200502 h 1963064"/>
              <a:gd name="connsiteX9-2261" fmla="*/ 1244823 w 2103393"/>
              <a:gd name="connsiteY9-2262" fmla="*/ 757325 h 1963064"/>
              <a:gd name="connsiteX10-2263" fmla="*/ 1076528 w 2103393"/>
              <a:gd name="connsiteY10-2264" fmla="*/ 611470 h 1963064"/>
              <a:gd name="connsiteX11-2265" fmla="*/ 885795 w 2103393"/>
              <a:gd name="connsiteY11-2266" fmla="*/ 751715 h 1963064"/>
              <a:gd name="connsiteX12-2267" fmla="*/ 919453 w 2103393"/>
              <a:gd name="connsiteY12-2268" fmla="*/ 1189281 h 1963064"/>
              <a:gd name="connsiteX13-2269" fmla="*/ 891405 w 2103393"/>
              <a:gd name="connsiteY13-2270" fmla="*/ 1509040 h 1963064"/>
              <a:gd name="connsiteX14-2271" fmla="*/ 89201 w 2103393"/>
              <a:gd name="connsiteY14-2272" fmla="*/ 1952216 h 1963064"/>
              <a:gd name="connsiteX15-2273" fmla="*/ 577255 w 2103393"/>
              <a:gd name="connsiteY15-2274" fmla="*/ 375858 h 1963064"/>
              <a:gd name="connsiteX16-2275" fmla="*/ 807257 w 2103393"/>
              <a:gd name="connsiteY16-2276" fmla="*/ 611470 h 1963064"/>
              <a:gd name="connsiteX17-2277" fmla="*/ 969942 w 2103393"/>
              <a:gd name="connsiteY17-2278" fmla="*/ 499274 h 1963064"/>
              <a:gd name="connsiteX18-2279" fmla="*/ 947503 w 2103393"/>
              <a:gd name="connsiteY18-2280" fmla="*/ 0 h 1963064"/>
              <a:gd name="connsiteX0-2281" fmla="*/ 947503 w 2103393"/>
              <a:gd name="connsiteY0-2282" fmla="*/ 0 h 1964995"/>
              <a:gd name="connsiteX1-2283" fmla="*/ 947503 w 2103393"/>
              <a:gd name="connsiteY1-2284" fmla="*/ 0 h 1964995"/>
              <a:gd name="connsiteX2-2285" fmla="*/ 1183115 w 2103393"/>
              <a:gd name="connsiteY2-2286" fmla="*/ 5610 h 1964995"/>
              <a:gd name="connsiteX3-2287" fmla="*/ 1177505 w 2103393"/>
              <a:gd name="connsiteY3-2288" fmla="*/ 493664 h 1964995"/>
              <a:gd name="connsiteX4-2289" fmla="*/ 1312141 w 2103393"/>
              <a:gd name="connsiteY4-2290" fmla="*/ 572201 h 1964995"/>
              <a:gd name="connsiteX5-2291" fmla="*/ 1508484 w 2103393"/>
              <a:gd name="connsiteY5-2292" fmla="*/ 375858 h 1964995"/>
              <a:gd name="connsiteX6-2293" fmla="*/ 2058246 w 2103393"/>
              <a:gd name="connsiteY6-2294" fmla="*/ 1924167 h 1964995"/>
              <a:gd name="connsiteX7-2295" fmla="*/ 1244822 w 2103393"/>
              <a:gd name="connsiteY7-2296" fmla="*/ 1514649 h 1964995"/>
              <a:gd name="connsiteX8-2297" fmla="*/ 1205554 w 2103393"/>
              <a:gd name="connsiteY8-2298" fmla="*/ 1200502 h 1964995"/>
              <a:gd name="connsiteX9-2299" fmla="*/ 1244823 w 2103393"/>
              <a:gd name="connsiteY9-2300" fmla="*/ 757325 h 1964995"/>
              <a:gd name="connsiteX10-2301" fmla="*/ 1076528 w 2103393"/>
              <a:gd name="connsiteY10-2302" fmla="*/ 611470 h 1964995"/>
              <a:gd name="connsiteX11-2303" fmla="*/ 885795 w 2103393"/>
              <a:gd name="connsiteY11-2304" fmla="*/ 751715 h 1964995"/>
              <a:gd name="connsiteX12-2305" fmla="*/ 919453 w 2103393"/>
              <a:gd name="connsiteY12-2306" fmla="*/ 1189281 h 1964995"/>
              <a:gd name="connsiteX13-2307" fmla="*/ 891405 w 2103393"/>
              <a:gd name="connsiteY13-2308" fmla="*/ 1509040 h 1964995"/>
              <a:gd name="connsiteX14-2309" fmla="*/ 89201 w 2103393"/>
              <a:gd name="connsiteY14-2310" fmla="*/ 1952216 h 1964995"/>
              <a:gd name="connsiteX15-2311" fmla="*/ 577255 w 2103393"/>
              <a:gd name="connsiteY15-2312" fmla="*/ 375858 h 1964995"/>
              <a:gd name="connsiteX16-2313" fmla="*/ 807257 w 2103393"/>
              <a:gd name="connsiteY16-2314" fmla="*/ 611470 h 1964995"/>
              <a:gd name="connsiteX17-2315" fmla="*/ 969942 w 2103393"/>
              <a:gd name="connsiteY17-2316" fmla="*/ 499274 h 1964995"/>
              <a:gd name="connsiteX18-2317" fmla="*/ 947503 w 2103393"/>
              <a:gd name="connsiteY18-2318" fmla="*/ 0 h 1964995"/>
              <a:gd name="connsiteX0-2319" fmla="*/ 947503 w 2103393"/>
              <a:gd name="connsiteY0-2320" fmla="*/ 13781 h 1978776"/>
              <a:gd name="connsiteX1-2321" fmla="*/ 947503 w 2103393"/>
              <a:gd name="connsiteY1-2322" fmla="*/ 13781 h 1978776"/>
              <a:gd name="connsiteX2-2323" fmla="*/ 1183115 w 2103393"/>
              <a:gd name="connsiteY2-2324" fmla="*/ 19391 h 1978776"/>
              <a:gd name="connsiteX3-2325" fmla="*/ 1177505 w 2103393"/>
              <a:gd name="connsiteY3-2326" fmla="*/ 507445 h 1978776"/>
              <a:gd name="connsiteX4-2327" fmla="*/ 1312141 w 2103393"/>
              <a:gd name="connsiteY4-2328" fmla="*/ 585982 h 1978776"/>
              <a:gd name="connsiteX5-2329" fmla="*/ 1508484 w 2103393"/>
              <a:gd name="connsiteY5-2330" fmla="*/ 389639 h 1978776"/>
              <a:gd name="connsiteX6-2331" fmla="*/ 2058246 w 2103393"/>
              <a:gd name="connsiteY6-2332" fmla="*/ 1937948 h 1978776"/>
              <a:gd name="connsiteX7-2333" fmla="*/ 1244822 w 2103393"/>
              <a:gd name="connsiteY7-2334" fmla="*/ 1528430 h 1978776"/>
              <a:gd name="connsiteX8-2335" fmla="*/ 1205554 w 2103393"/>
              <a:gd name="connsiteY8-2336" fmla="*/ 1214283 h 1978776"/>
              <a:gd name="connsiteX9-2337" fmla="*/ 1244823 w 2103393"/>
              <a:gd name="connsiteY9-2338" fmla="*/ 771106 h 1978776"/>
              <a:gd name="connsiteX10-2339" fmla="*/ 1076528 w 2103393"/>
              <a:gd name="connsiteY10-2340" fmla="*/ 625251 h 1978776"/>
              <a:gd name="connsiteX11-2341" fmla="*/ 885795 w 2103393"/>
              <a:gd name="connsiteY11-2342" fmla="*/ 765496 h 1978776"/>
              <a:gd name="connsiteX12-2343" fmla="*/ 919453 w 2103393"/>
              <a:gd name="connsiteY12-2344" fmla="*/ 1203062 h 1978776"/>
              <a:gd name="connsiteX13-2345" fmla="*/ 891405 w 2103393"/>
              <a:gd name="connsiteY13-2346" fmla="*/ 1522821 h 1978776"/>
              <a:gd name="connsiteX14-2347" fmla="*/ 89201 w 2103393"/>
              <a:gd name="connsiteY14-2348" fmla="*/ 1965997 h 1978776"/>
              <a:gd name="connsiteX15-2349" fmla="*/ 577255 w 2103393"/>
              <a:gd name="connsiteY15-2350" fmla="*/ 389639 h 1978776"/>
              <a:gd name="connsiteX16-2351" fmla="*/ 807257 w 2103393"/>
              <a:gd name="connsiteY16-2352" fmla="*/ 625251 h 1978776"/>
              <a:gd name="connsiteX17-2353" fmla="*/ 969942 w 2103393"/>
              <a:gd name="connsiteY17-2354" fmla="*/ 513055 h 1978776"/>
              <a:gd name="connsiteX18-2355" fmla="*/ 947503 w 2103393"/>
              <a:gd name="connsiteY18-2356" fmla="*/ 13781 h 1978776"/>
              <a:gd name="connsiteX0-2357" fmla="*/ 964333 w 2103393"/>
              <a:gd name="connsiteY0-2358" fmla="*/ 55026 h 1980752"/>
              <a:gd name="connsiteX1-2359" fmla="*/ 947503 w 2103393"/>
              <a:gd name="connsiteY1-2360" fmla="*/ 15757 h 1980752"/>
              <a:gd name="connsiteX2-2361" fmla="*/ 1183115 w 2103393"/>
              <a:gd name="connsiteY2-2362" fmla="*/ 21367 h 1980752"/>
              <a:gd name="connsiteX3-2363" fmla="*/ 1177505 w 2103393"/>
              <a:gd name="connsiteY3-2364" fmla="*/ 509421 h 1980752"/>
              <a:gd name="connsiteX4-2365" fmla="*/ 1312141 w 2103393"/>
              <a:gd name="connsiteY4-2366" fmla="*/ 587958 h 1980752"/>
              <a:gd name="connsiteX5-2367" fmla="*/ 1508484 w 2103393"/>
              <a:gd name="connsiteY5-2368" fmla="*/ 391615 h 1980752"/>
              <a:gd name="connsiteX6-2369" fmla="*/ 2058246 w 2103393"/>
              <a:gd name="connsiteY6-2370" fmla="*/ 1939924 h 1980752"/>
              <a:gd name="connsiteX7-2371" fmla="*/ 1244822 w 2103393"/>
              <a:gd name="connsiteY7-2372" fmla="*/ 1530406 h 1980752"/>
              <a:gd name="connsiteX8-2373" fmla="*/ 1205554 w 2103393"/>
              <a:gd name="connsiteY8-2374" fmla="*/ 1216259 h 1980752"/>
              <a:gd name="connsiteX9-2375" fmla="*/ 1244823 w 2103393"/>
              <a:gd name="connsiteY9-2376" fmla="*/ 773082 h 1980752"/>
              <a:gd name="connsiteX10-2377" fmla="*/ 1076528 w 2103393"/>
              <a:gd name="connsiteY10-2378" fmla="*/ 627227 h 1980752"/>
              <a:gd name="connsiteX11-2379" fmla="*/ 885795 w 2103393"/>
              <a:gd name="connsiteY11-2380" fmla="*/ 767472 h 1980752"/>
              <a:gd name="connsiteX12-2381" fmla="*/ 919453 w 2103393"/>
              <a:gd name="connsiteY12-2382" fmla="*/ 1205038 h 1980752"/>
              <a:gd name="connsiteX13-2383" fmla="*/ 891405 w 2103393"/>
              <a:gd name="connsiteY13-2384" fmla="*/ 1524797 h 1980752"/>
              <a:gd name="connsiteX14-2385" fmla="*/ 89201 w 2103393"/>
              <a:gd name="connsiteY14-2386" fmla="*/ 1967973 h 1980752"/>
              <a:gd name="connsiteX15-2387" fmla="*/ 577255 w 2103393"/>
              <a:gd name="connsiteY15-2388" fmla="*/ 391615 h 1980752"/>
              <a:gd name="connsiteX16-2389" fmla="*/ 807257 w 2103393"/>
              <a:gd name="connsiteY16-2390" fmla="*/ 627227 h 1980752"/>
              <a:gd name="connsiteX17-2391" fmla="*/ 969942 w 2103393"/>
              <a:gd name="connsiteY17-2392" fmla="*/ 515031 h 1980752"/>
              <a:gd name="connsiteX18-2393" fmla="*/ 964333 w 2103393"/>
              <a:gd name="connsiteY18-2394" fmla="*/ 55026 h 1980752"/>
              <a:gd name="connsiteX0-2395" fmla="*/ 913845 w 2103393"/>
              <a:gd name="connsiteY0-2396" fmla="*/ 72662 h 1981559"/>
              <a:gd name="connsiteX1-2397" fmla="*/ 947503 w 2103393"/>
              <a:gd name="connsiteY1-2398" fmla="*/ 16564 h 1981559"/>
              <a:gd name="connsiteX2-2399" fmla="*/ 1183115 w 2103393"/>
              <a:gd name="connsiteY2-2400" fmla="*/ 22174 h 1981559"/>
              <a:gd name="connsiteX3-2401" fmla="*/ 1177505 w 2103393"/>
              <a:gd name="connsiteY3-2402" fmla="*/ 510228 h 1981559"/>
              <a:gd name="connsiteX4-2403" fmla="*/ 1312141 w 2103393"/>
              <a:gd name="connsiteY4-2404" fmla="*/ 588765 h 1981559"/>
              <a:gd name="connsiteX5-2405" fmla="*/ 1508484 w 2103393"/>
              <a:gd name="connsiteY5-2406" fmla="*/ 392422 h 1981559"/>
              <a:gd name="connsiteX6-2407" fmla="*/ 2058246 w 2103393"/>
              <a:gd name="connsiteY6-2408" fmla="*/ 1940731 h 1981559"/>
              <a:gd name="connsiteX7-2409" fmla="*/ 1244822 w 2103393"/>
              <a:gd name="connsiteY7-2410" fmla="*/ 1531213 h 1981559"/>
              <a:gd name="connsiteX8-2411" fmla="*/ 1205554 w 2103393"/>
              <a:gd name="connsiteY8-2412" fmla="*/ 1217066 h 1981559"/>
              <a:gd name="connsiteX9-2413" fmla="*/ 1244823 w 2103393"/>
              <a:gd name="connsiteY9-2414" fmla="*/ 773889 h 1981559"/>
              <a:gd name="connsiteX10-2415" fmla="*/ 1076528 w 2103393"/>
              <a:gd name="connsiteY10-2416" fmla="*/ 628034 h 1981559"/>
              <a:gd name="connsiteX11-2417" fmla="*/ 885795 w 2103393"/>
              <a:gd name="connsiteY11-2418" fmla="*/ 768279 h 1981559"/>
              <a:gd name="connsiteX12-2419" fmla="*/ 919453 w 2103393"/>
              <a:gd name="connsiteY12-2420" fmla="*/ 1205845 h 1981559"/>
              <a:gd name="connsiteX13-2421" fmla="*/ 891405 w 2103393"/>
              <a:gd name="connsiteY13-2422" fmla="*/ 1525604 h 1981559"/>
              <a:gd name="connsiteX14-2423" fmla="*/ 89201 w 2103393"/>
              <a:gd name="connsiteY14-2424" fmla="*/ 1968780 h 1981559"/>
              <a:gd name="connsiteX15-2425" fmla="*/ 577255 w 2103393"/>
              <a:gd name="connsiteY15-2426" fmla="*/ 392422 h 1981559"/>
              <a:gd name="connsiteX16-2427" fmla="*/ 807257 w 2103393"/>
              <a:gd name="connsiteY16-2428" fmla="*/ 628034 h 1981559"/>
              <a:gd name="connsiteX17-2429" fmla="*/ 969942 w 2103393"/>
              <a:gd name="connsiteY17-2430" fmla="*/ 515838 h 1981559"/>
              <a:gd name="connsiteX18-2431" fmla="*/ 913845 w 2103393"/>
              <a:gd name="connsiteY18-2432" fmla="*/ 72662 h 1981559"/>
              <a:gd name="connsiteX0-2433" fmla="*/ 913845 w 2103393"/>
              <a:gd name="connsiteY0-2434" fmla="*/ 103017 h 2011914"/>
              <a:gd name="connsiteX1-2435" fmla="*/ 1003601 w 2103393"/>
              <a:gd name="connsiteY1-2436" fmla="*/ 2040 h 2011914"/>
              <a:gd name="connsiteX2-2437" fmla="*/ 1183115 w 2103393"/>
              <a:gd name="connsiteY2-2438" fmla="*/ 52529 h 2011914"/>
              <a:gd name="connsiteX3-2439" fmla="*/ 1177505 w 2103393"/>
              <a:gd name="connsiteY3-2440" fmla="*/ 540583 h 2011914"/>
              <a:gd name="connsiteX4-2441" fmla="*/ 1312141 w 2103393"/>
              <a:gd name="connsiteY4-2442" fmla="*/ 619120 h 2011914"/>
              <a:gd name="connsiteX5-2443" fmla="*/ 1508484 w 2103393"/>
              <a:gd name="connsiteY5-2444" fmla="*/ 422777 h 2011914"/>
              <a:gd name="connsiteX6-2445" fmla="*/ 2058246 w 2103393"/>
              <a:gd name="connsiteY6-2446" fmla="*/ 1971086 h 2011914"/>
              <a:gd name="connsiteX7-2447" fmla="*/ 1244822 w 2103393"/>
              <a:gd name="connsiteY7-2448" fmla="*/ 1561568 h 2011914"/>
              <a:gd name="connsiteX8-2449" fmla="*/ 1205554 w 2103393"/>
              <a:gd name="connsiteY8-2450" fmla="*/ 1247421 h 2011914"/>
              <a:gd name="connsiteX9-2451" fmla="*/ 1244823 w 2103393"/>
              <a:gd name="connsiteY9-2452" fmla="*/ 804244 h 2011914"/>
              <a:gd name="connsiteX10-2453" fmla="*/ 1076528 w 2103393"/>
              <a:gd name="connsiteY10-2454" fmla="*/ 658389 h 2011914"/>
              <a:gd name="connsiteX11-2455" fmla="*/ 885795 w 2103393"/>
              <a:gd name="connsiteY11-2456" fmla="*/ 798634 h 2011914"/>
              <a:gd name="connsiteX12-2457" fmla="*/ 919453 w 2103393"/>
              <a:gd name="connsiteY12-2458" fmla="*/ 1236200 h 2011914"/>
              <a:gd name="connsiteX13-2459" fmla="*/ 891405 w 2103393"/>
              <a:gd name="connsiteY13-2460" fmla="*/ 1555959 h 2011914"/>
              <a:gd name="connsiteX14-2461" fmla="*/ 89201 w 2103393"/>
              <a:gd name="connsiteY14-2462" fmla="*/ 1999135 h 2011914"/>
              <a:gd name="connsiteX15-2463" fmla="*/ 577255 w 2103393"/>
              <a:gd name="connsiteY15-2464" fmla="*/ 422777 h 2011914"/>
              <a:gd name="connsiteX16-2465" fmla="*/ 807257 w 2103393"/>
              <a:gd name="connsiteY16-2466" fmla="*/ 658389 h 2011914"/>
              <a:gd name="connsiteX17-2467" fmla="*/ 969942 w 2103393"/>
              <a:gd name="connsiteY17-2468" fmla="*/ 546193 h 2011914"/>
              <a:gd name="connsiteX18-2469" fmla="*/ 913845 w 2103393"/>
              <a:gd name="connsiteY18-2470" fmla="*/ 103017 h 2011914"/>
              <a:gd name="connsiteX0-2471" fmla="*/ 930675 w 2103393"/>
              <a:gd name="connsiteY0-2472" fmla="*/ 67702 h 2010258"/>
              <a:gd name="connsiteX1-2473" fmla="*/ 1003601 w 2103393"/>
              <a:gd name="connsiteY1-2474" fmla="*/ 384 h 2010258"/>
              <a:gd name="connsiteX2-2475" fmla="*/ 1183115 w 2103393"/>
              <a:gd name="connsiteY2-2476" fmla="*/ 50873 h 2010258"/>
              <a:gd name="connsiteX3-2477" fmla="*/ 1177505 w 2103393"/>
              <a:gd name="connsiteY3-2478" fmla="*/ 538927 h 2010258"/>
              <a:gd name="connsiteX4-2479" fmla="*/ 1312141 w 2103393"/>
              <a:gd name="connsiteY4-2480" fmla="*/ 617464 h 2010258"/>
              <a:gd name="connsiteX5-2481" fmla="*/ 1508484 w 2103393"/>
              <a:gd name="connsiteY5-2482" fmla="*/ 421121 h 2010258"/>
              <a:gd name="connsiteX6-2483" fmla="*/ 2058246 w 2103393"/>
              <a:gd name="connsiteY6-2484" fmla="*/ 1969430 h 2010258"/>
              <a:gd name="connsiteX7-2485" fmla="*/ 1244822 w 2103393"/>
              <a:gd name="connsiteY7-2486" fmla="*/ 1559912 h 2010258"/>
              <a:gd name="connsiteX8-2487" fmla="*/ 1205554 w 2103393"/>
              <a:gd name="connsiteY8-2488" fmla="*/ 1245765 h 2010258"/>
              <a:gd name="connsiteX9-2489" fmla="*/ 1244823 w 2103393"/>
              <a:gd name="connsiteY9-2490" fmla="*/ 802588 h 2010258"/>
              <a:gd name="connsiteX10-2491" fmla="*/ 1076528 w 2103393"/>
              <a:gd name="connsiteY10-2492" fmla="*/ 656733 h 2010258"/>
              <a:gd name="connsiteX11-2493" fmla="*/ 885795 w 2103393"/>
              <a:gd name="connsiteY11-2494" fmla="*/ 796978 h 2010258"/>
              <a:gd name="connsiteX12-2495" fmla="*/ 919453 w 2103393"/>
              <a:gd name="connsiteY12-2496" fmla="*/ 1234544 h 2010258"/>
              <a:gd name="connsiteX13-2497" fmla="*/ 891405 w 2103393"/>
              <a:gd name="connsiteY13-2498" fmla="*/ 1554303 h 2010258"/>
              <a:gd name="connsiteX14-2499" fmla="*/ 89201 w 2103393"/>
              <a:gd name="connsiteY14-2500" fmla="*/ 1997479 h 2010258"/>
              <a:gd name="connsiteX15-2501" fmla="*/ 577255 w 2103393"/>
              <a:gd name="connsiteY15-2502" fmla="*/ 421121 h 2010258"/>
              <a:gd name="connsiteX16-2503" fmla="*/ 807257 w 2103393"/>
              <a:gd name="connsiteY16-2504" fmla="*/ 656733 h 2010258"/>
              <a:gd name="connsiteX17-2505" fmla="*/ 969942 w 2103393"/>
              <a:gd name="connsiteY17-2506" fmla="*/ 544537 h 2010258"/>
              <a:gd name="connsiteX18-2507" fmla="*/ 930675 w 2103393"/>
              <a:gd name="connsiteY18-2508" fmla="*/ 67702 h 2010258"/>
              <a:gd name="connsiteX0-2509" fmla="*/ 930675 w 2103393"/>
              <a:gd name="connsiteY0-2510" fmla="*/ 69239 h 2011795"/>
              <a:gd name="connsiteX1-2511" fmla="*/ 1183115 w 2103393"/>
              <a:gd name="connsiteY1-2512" fmla="*/ 52410 h 2011795"/>
              <a:gd name="connsiteX2-2513" fmla="*/ 1177505 w 2103393"/>
              <a:gd name="connsiteY2-2514" fmla="*/ 540464 h 2011795"/>
              <a:gd name="connsiteX3-2515" fmla="*/ 1312141 w 2103393"/>
              <a:gd name="connsiteY3-2516" fmla="*/ 619001 h 2011795"/>
              <a:gd name="connsiteX4-2517" fmla="*/ 1508484 w 2103393"/>
              <a:gd name="connsiteY4-2518" fmla="*/ 422658 h 2011795"/>
              <a:gd name="connsiteX5-2519" fmla="*/ 2058246 w 2103393"/>
              <a:gd name="connsiteY5-2520" fmla="*/ 1970967 h 2011795"/>
              <a:gd name="connsiteX6-2521" fmla="*/ 1244822 w 2103393"/>
              <a:gd name="connsiteY6-2522" fmla="*/ 1561449 h 2011795"/>
              <a:gd name="connsiteX7-2523" fmla="*/ 1205554 w 2103393"/>
              <a:gd name="connsiteY7-2524" fmla="*/ 1247302 h 2011795"/>
              <a:gd name="connsiteX8-2525" fmla="*/ 1244823 w 2103393"/>
              <a:gd name="connsiteY8-2526" fmla="*/ 804125 h 2011795"/>
              <a:gd name="connsiteX9-2527" fmla="*/ 1076528 w 2103393"/>
              <a:gd name="connsiteY9-2528" fmla="*/ 658270 h 2011795"/>
              <a:gd name="connsiteX10-2529" fmla="*/ 885795 w 2103393"/>
              <a:gd name="connsiteY10-2530" fmla="*/ 798515 h 2011795"/>
              <a:gd name="connsiteX11-2531" fmla="*/ 919453 w 2103393"/>
              <a:gd name="connsiteY11-2532" fmla="*/ 1236081 h 2011795"/>
              <a:gd name="connsiteX12-2533" fmla="*/ 891405 w 2103393"/>
              <a:gd name="connsiteY12-2534" fmla="*/ 1555840 h 2011795"/>
              <a:gd name="connsiteX13-2535" fmla="*/ 89201 w 2103393"/>
              <a:gd name="connsiteY13-2536" fmla="*/ 1999016 h 2011795"/>
              <a:gd name="connsiteX14-2537" fmla="*/ 577255 w 2103393"/>
              <a:gd name="connsiteY14-2538" fmla="*/ 422658 h 2011795"/>
              <a:gd name="connsiteX15-2539" fmla="*/ 807257 w 2103393"/>
              <a:gd name="connsiteY15-2540" fmla="*/ 658270 h 2011795"/>
              <a:gd name="connsiteX16-2541" fmla="*/ 969942 w 2103393"/>
              <a:gd name="connsiteY16-2542" fmla="*/ 546074 h 2011795"/>
              <a:gd name="connsiteX17-2543" fmla="*/ 930675 w 2103393"/>
              <a:gd name="connsiteY17-2544" fmla="*/ 69239 h 2011795"/>
              <a:gd name="connsiteX0-2545" fmla="*/ 930675 w 2103393"/>
              <a:gd name="connsiteY0-2546" fmla="*/ 63795 h 2006351"/>
              <a:gd name="connsiteX1-2547" fmla="*/ 1183115 w 2103393"/>
              <a:gd name="connsiteY1-2548" fmla="*/ 46966 h 2006351"/>
              <a:gd name="connsiteX2-2549" fmla="*/ 1177505 w 2103393"/>
              <a:gd name="connsiteY2-2550" fmla="*/ 535020 h 2006351"/>
              <a:gd name="connsiteX3-2551" fmla="*/ 1312141 w 2103393"/>
              <a:gd name="connsiteY3-2552" fmla="*/ 613557 h 2006351"/>
              <a:gd name="connsiteX4-2553" fmla="*/ 1508484 w 2103393"/>
              <a:gd name="connsiteY4-2554" fmla="*/ 417214 h 2006351"/>
              <a:gd name="connsiteX5-2555" fmla="*/ 2058246 w 2103393"/>
              <a:gd name="connsiteY5-2556" fmla="*/ 1965523 h 2006351"/>
              <a:gd name="connsiteX6-2557" fmla="*/ 1244822 w 2103393"/>
              <a:gd name="connsiteY6-2558" fmla="*/ 1556005 h 2006351"/>
              <a:gd name="connsiteX7-2559" fmla="*/ 1205554 w 2103393"/>
              <a:gd name="connsiteY7-2560" fmla="*/ 1241858 h 2006351"/>
              <a:gd name="connsiteX8-2561" fmla="*/ 1244823 w 2103393"/>
              <a:gd name="connsiteY8-2562" fmla="*/ 798681 h 2006351"/>
              <a:gd name="connsiteX9-2563" fmla="*/ 1076528 w 2103393"/>
              <a:gd name="connsiteY9-2564" fmla="*/ 652826 h 2006351"/>
              <a:gd name="connsiteX10-2565" fmla="*/ 885795 w 2103393"/>
              <a:gd name="connsiteY10-2566" fmla="*/ 793071 h 2006351"/>
              <a:gd name="connsiteX11-2567" fmla="*/ 919453 w 2103393"/>
              <a:gd name="connsiteY11-2568" fmla="*/ 1230637 h 2006351"/>
              <a:gd name="connsiteX12-2569" fmla="*/ 891405 w 2103393"/>
              <a:gd name="connsiteY12-2570" fmla="*/ 1550396 h 2006351"/>
              <a:gd name="connsiteX13-2571" fmla="*/ 89201 w 2103393"/>
              <a:gd name="connsiteY13-2572" fmla="*/ 1993572 h 2006351"/>
              <a:gd name="connsiteX14-2573" fmla="*/ 577255 w 2103393"/>
              <a:gd name="connsiteY14-2574" fmla="*/ 417214 h 2006351"/>
              <a:gd name="connsiteX15-2575" fmla="*/ 807257 w 2103393"/>
              <a:gd name="connsiteY15-2576" fmla="*/ 652826 h 2006351"/>
              <a:gd name="connsiteX16-2577" fmla="*/ 969942 w 2103393"/>
              <a:gd name="connsiteY16-2578" fmla="*/ 540630 h 2006351"/>
              <a:gd name="connsiteX17-2579" fmla="*/ 930675 w 2103393"/>
              <a:gd name="connsiteY17-2580" fmla="*/ 63795 h 2006351"/>
              <a:gd name="connsiteX0-2581" fmla="*/ 930675 w 2103393"/>
              <a:gd name="connsiteY0-2582" fmla="*/ 51191 h 2016186"/>
              <a:gd name="connsiteX1-2583" fmla="*/ 1183115 w 2103393"/>
              <a:gd name="connsiteY1-2584" fmla="*/ 56801 h 2016186"/>
              <a:gd name="connsiteX2-2585" fmla="*/ 1177505 w 2103393"/>
              <a:gd name="connsiteY2-2586" fmla="*/ 544855 h 2016186"/>
              <a:gd name="connsiteX3-2587" fmla="*/ 1312141 w 2103393"/>
              <a:gd name="connsiteY3-2588" fmla="*/ 623392 h 2016186"/>
              <a:gd name="connsiteX4-2589" fmla="*/ 1508484 w 2103393"/>
              <a:gd name="connsiteY4-2590" fmla="*/ 427049 h 2016186"/>
              <a:gd name="connsiteX5-2591" fmla="*/ 2058246 w 2103393"/>
              <a:gd name="connsiteY5-2592" fmla="*/ 1975358 h 2016186"/>
              <a:gd name="connsiteX6-2593" fmla="*/ 1244822 w 2103393"/>
              <a:gd name="connsiteY6-2594" fmla="*/ 1565840 h 2016186"/>
              <a:gd name="connsiteX7-2595" fmla="*/ 1205554 w 2103393"/>
              <a:gd name="connsiteY7-2596" fmla="*/ 1251693 h 2016186"/>
              <a:gd name="connsiteX8-2597" fmla="*/ 1244823 w 2103393"/>
              <a:gd name="connsiteY8-2598" fmla="*/ 808516 h 2016186"/>
              <a:gd name="connsiteX9-2599" fmla="*/ 1076528 w 2103393"/>
              <a:gd name="connsiteY9-2600" fmla="*/ 662661 h 2016186"/>
              <a:gd name="connsiteX10-2601" fmla="*/ 885795 w 2103393"/>
              <a:gd name="connsiteY10-2602" fmla="*/ 802906 h 2016186"/>
              <a:gd name="connsiteX11-2603" fmla="*/ 919453 w 2103393"/>
              <a:gd name="connsiteY11-2604" fmla="*/ 1240472 h 2016186"/>
              <a:gd name="connsiteX12-2605" fmla="*/ 891405 w 2103393"/>
              <a:gd name="connsiteY12-2606" fmla="*/ 1560231 h 2016186"/>
              <a:gd name="connsiteX13-2607" fmla="*/ 89201 w 2103393"/>
              <a:gd name="connsiteY13-2608" fmla="*/ 2003407 h 2016186"/>
              <a:gd name="connsiteX14-2609" fmla="*/ 577255 w 2103393"/>
              <a:gd name="connsiteY14-2610" fmla="*/ 427049 h 2016186"/>
              <a:gd name="connsiteX15-2611" fmla="*/ 807257 w 2103393"/>
              <a:gd name="connsiteY15-2612" fmla="*/ 662661 h 2016186"/>
              <a:gd name="connsiteX16-2613" fmla="*/ 969942 w 2103393"/>
              <a:gd name="connsiteY16-2614" fmla="*/ 550465 h 2016186"/>
              <a:gd name="connsiteX17-2615" fmla="*/ 930675 w 2103393"/>
              <a:gd name="connsiteY17-2616" fmla="*/ 51191 h 2016186"/>
              <a:gd name="connsiteX0-2617" fmla="*/ 930675 w 2103393"/>
              <a:gd name="connsiteY0-2618" fmla="*/ 47103 h 2012098"/>
              <a:gd name="connsiteX1-2619" fmla="*/ 1183115 w 2103393"/>
              <a:gd name="connsiteY1-2620" fmla="*/ 52713 h 2012098"/>
              <a:gd name="connsiteX2-2621" fmla="*/ 1177505 w 2103393"/>
              <a:gd name="connsiteY2-2622" fmla="*/ 540767 h 2012098"/>
              <a:gd name="connsiteX3-2623" fmla="*/ 1312141 w 2103393"/>
              <a:gd name="connsiteY3-2624" fmla="*/ 619304 h 2012098"/>
              <a:gd name="connsiteX4-2625" fmla="*/ 1508484 w 2103393"/>
              <a:gd name="connsiteY4-2626" fmla="*/ 422961 h 2012098"/>
              <a:gd name="connsiteX5-2627" fmla="*/ 2058246 w 2103393"/>
              <a:gd name="connsiteY5-2628" fmla="*/ 1971270 h 2012098"/>
              <a:gd name="connsiteX6-2629" fmla="*/ 1244822 w 2103393"/>
              <a:gd name="connsiteY6-2630" fmla="*/ 1561752 h 2012098"/>
              <a:gd name="connsiteX7-2631" fmla="*/ 1205554 w 2103393"/>
              <a:gd name="connsiteY7-2632" fmla="*/ 1247605 h 2012098"/>
              <a:gd name="connsiteX8-2633" fmla="*/ 1244823 w 2103393"/>
              <a:gd name="connsiteY8-2634" fmla="*/ 804428 h 2012098"/>
              <a:gd name="connsiteX9-2635" fmla="*/ 1076528 w 2103393"/>
              <a:gd name="connsiteY9-2636" fmla="*/ 658573 h 2012098"/>
              <a:gd name="connsiteX10-2637" fmla="*/ 885795 w 2103393"/>
              <a:gd name="connsiteY10-2638" fmla="*/ 798818 h 2012098"/>
              <a:gd name="connsiteX11-2639" fmla="*/ 919453 w 2103393"/>
              <a:gd name="connsiteY11-2640" fmla="*/ 1236384 h 2012098"/>
              <a:gd name="connsiteX12-2641" fmla="*/ 891405 w 2103393"/>
              <a:gd name="connsiteY12-2642" fmla="*/ 1556143 h 2012098"/>
              <a:gd name="connsiteX13-2643" fmla="*/ 89201 w 2103393"/>
              <a:gd name="connsiteY13-2644" fmla="*/ 1999319 h 2012098"/>
              <a:gd name="connsiteX14-2645" fmla="*/ 577255 w 2103393"/>
              <a:gd name="connsiteY14-2646" fmla="*/ 422961 h 2012098"/>
              <a:gd name="connsiteX15-2647" fmla="*/ 807257 w 2103393"/>
              <a:gd name="connsiteY15-2648" fmla="*/ 658573 h 2012098"/>
              <a:gd name="connsiteX16-2649" fmla="*/ 969942 w 2103393"/>
              <a:gd name="connsiteY16-2650" fmla="*/ 546377 h 2012098"/>
              <a:gd name="connsiteX17-2651" fmla="*/ 930675 w 2103393"/>
              <a:gd name="connsiteY17-2652" fmla="*/ 47103 h 2012098"/>
              <a:gd name="connsiteX0-2653" fmla="*/ 930675 w 2103393"/>
              <a:gd name="connsiteY0-2654" fmla="*/ 47103 h 2012098"/>
              <a:gd name="connsiteX1-2655" fmla="*/ 1183115 w 2103393"/>
              <a:gd name="connsiteY1-2656" fmla="*/ 52713 h 2012098"/>
              <a:gd name="connsiteX2-2657" fmla="*/ 1177505 w 2103393"/>
              <a:gd name="connsiteY2-2658" fmla="*/ 540767 h 2012098"/>
              <a:gd name="connsiteX3-2659" fmla="*/ 1312141 w 2103393"/>
              <a:gd name="connsiteY3-2660" fmla="*/ 619304 h 2012098"/>
              <a:gd name="connsiteX4-2661" fmla="*/ 1508484 w 2103393"/>
              <a:gd name="connsiteY4-2662" fmla="*/ 422961 h 2012098"/>
              <a:gd name="connsiteX5-2663" fmla="*/ 2058246 w 2103393"/>
              <a:gd name="connsiteY5-2664" fmla="*/ 1971270 h 2012098"/>
              <a:gd name="connsiteX6-2665" fmla="*/ 1244822 w 2103393"/>
              <a:gd name="connsiteY6-2666" fmla="*/ 1561752 h 2012098"/>
              <a:gd name="connsiteX7-2667" fmla="*/ 1205554 w 2103393"/>
              <a:gd name="connsiteY7-2668" fmla="*/ 1247605 h 2012098"/>
              <a:gd name="connsiteX8-2669" fmla="*/ 1244823 w 2103393"/>
              <a:gd name="connsiteY8-2670" fmla="*/ 804428 h 2012098"/>
              <a:gd name="connsiteX9-2671" fmla="*/ 1076528 w 2103393"/>
              <a:gd name="connsiteY9-2672" fmla="*/ 658573 h 2012098"/>
              <a:gd name="connsiteX10-2673" fmla="*/ 885795 w 2103393"/>
              <a:gd name="connsiteY10-2674" fmla="*/ 798818 h 2012098"/>
              <a:gd name="connsiteX11-2675" fmla="*/ 919453 w 2103393"/>
              <a:gd name="connsiteY11-2676" fmla="*/ 1236384 h 2012098"/>
              <a:gd name="connsiteX12-2677" fmla="*/ 891405 w 2103393"/>
              <a:gd name="connsiteY12-2678" fmla="*/ 1556143 h 2012098"/>
              <a:gd name="connsiteX13-2679" fmla="*/ 89201 w 2103393"/>
              <a:gd name="connsiteY13-2680" fmla="*/ 1999319 h 2012098"/>
              <a:gd name="connsiteX14-2681" fmla="*/ 577255 w 2103393"/>
              <a:gd name="connsiteY14-2682" fmla="*/ 422961 h 2012098"/>
              <a:gd name="connsiteX15-2683" fmla="*/ 807257 w 2103393"/>
              <a:gd name="connsiteY15-2684" fmla="*/ 658573 h 2012098"/>
              <a:gd name="connsiteX16-2685" fmla="*/ 969942 w 2103393"/>
              <a:gd name="connsiteY16-2686" fmla="*/ 546377 h 2012098"/>
              <a:gd name="connsiteX17-2687" fmla="*/ 930675 w 2103393"/>
              <a:gd name="connsiteY17-2688" fmla="*/ 47103 h 2012098"/>
              <a:gd name="connsiteX0-2689" fmla="*/ 930675 w 2103393"/>
              <a:gd name="connsiteY0-2690" fmla="*/ 24191 h 2051098"/>
              <a:gd name="connsiteX1-2691" fmla="*/ 1183115 w 2103393"/>
              <a:gd name="connsiteY1-2692" fmla="*/ 91713 h 2051098"/>
              <a:gd name="connsiteX2-2693" fmla="*/ 1177505 w 2103393"/>
              <a:gd name="connsiteY2-2694" fmla="*/ 579767 h 2051098"/>
              <a:gd name="connsiteX3-2695" fmla="*/ 1312141 w 2103393"/>
              <a:gd name="connsiteY3-2696" fmla="*/ 658304 h 2051098"/>
              <a:gd name="connsiteX4-2697" fmla="*/ 1508484 w 2103393"/>
              <a:gd name="connsiteY4-2698" fmla="*/ 461961 h 2051098"/>
              <a:gd name="connsiteX5-2699" fmla="*/ 2058246 w 2103393"/>
              <a:gd name="connsiteY5-2700" fmla="*/ 2010270 h 2051098"/>
              <a:gd name="connsiteX6-2701" fmla="*/ 1244822 w 2103393"/>
              <a:gd name="connsiteY6-2702" fmla="*/ 1600752 h 2051098"/>
              <a:gd name="connsiteX7-2703" fmla="*/ 1205554 w 2103393"/>
              <a:gd name="connsiteY7-2704" fmla="*/ 1286605 h 2051098"/>
              <a:gd name="connsiteX8-2705" fmla="*/ 1244823 w 2103393"/>
              <a:gd name="connsiteY8-2706" fmla="*/ 843428 h 2051098"/>
              <a:gd name="connsiteX9-2707" fmla="*/ 1076528 w 2103393"/>
              <a:gd name="connsiteY9-2708" fmla="*/ 697573 h 2051098"/>
              <a:gd name="connsiteX10-2709" fmla="*/ 885795 w 2103393"/>
              <a:gd name="connsiteY10-2710" fmla="*/ 837818 h 2051098"/>
              <a:gd name="connsiteX11-2711" fmla="*/ 919453 w 2103393"/>
              <a:gd name="connsiteY11-2712" fmla="*/ 1275384 h 2051098"/>
              <a:gd name="connsiteX12-2713" fmla="*/ 891405 w 2103393"/>
              <a:gd name="connsiteY12-2714" fmla="*/ 1595143 h 2051098"/>
              <a:gd name="connsiteX13-2715" fmla="*/ 89201 w 2103393"/>
              <a:gd name="connsiteY13-2716" fmla="*/ 2038319 h 2051098"/>
              <a:gd name="connsiteX14-2717" fmla="*/ 577255 w 2103393"/>
              <a:gd name="connsiteY14-2718" fmla="*/ 461961 h 2051098"/>
              <a:gd name="connsiteX15-2719" fmla="*/ 807257 w 2103393"/>
              <a:gd name="connsiteY15-2720" fmla="*/ 697573 h 2051098"/>
              <a:gd name="connsiteX16-2721" fmla="*/ 969942 w 2103393"/>
              <a:gd name="connsiteY16-2722" fmla="*/ 585377 h 2051098"/>
              <a:gd name="connsiteX17-2723" fmla="*/ 930675 w 2103393"/>
              <a:gd name="connsiteY17-2724" fmla="*/ 24191 h 2051098"/>
              <a:gd name="connsiteX0-2725" fmla="*/ 930675 w 2103393"/>
              <a:gd name="connsiteY0-2726" fmla="*/ 51153 h 2078060"/>
              <a:gd name="connsiteX1-2727" fmla="*/ 1190398 w 2103393"/>
              <a:gd name="connsiteY1-2728" fmla="*/ 49480 h 2078060"/>
              <a:gd name="connsiteX2-2729" fmla="*/ 1177505 w 2103393"/>
              <a:gd name="connsiteY2-2730" fmla="*/ 606729 h 2078060"/>
              <a:gd name="connsiteX3-2731" fmla="*/ 1312141 w 2103393"/>
              <a:gd name="connsiteY3-2732" fmla="*/ 685266 h 2078060"/>
              <a:gd name="connsiteX4-2733" fmla="*/ 1508484 w 2103393"/>
              <a:gd name="connsiteY4-2734" fmla="*/ 488923 h 2078060"/>
              <a:gd name="connsiteX5-2735" fmla="*/ 2058246 w 2103393"/>
              <a:gd name="connsiteY5-2736" fmla="*/ 2037232 h 2078060"/>
              <a:gd name="connsiteX6-2737" fmla="*/ 1244822 w 2103393"/>
              <a:gd name="connsiteY6-2738" fmla="*/ 1627714 h 2078060"/>
              <a:gd name="connsiteX7-2739" fmla="*/ 1205554 w 2103393"/>
              <a:gd name="connsiteY7-2740" fmla="*/ 1313567 h 2078060"/>
              <a:gd name="connsiteX8-2741" fmla="*/ 1244823 w 2103393"/>
              <a:gd name="connsiteY8-2742" fmla="*/ 870390 h 2078060"/>
              <a:gd name="connsiteX9-2743" fmla="*/ 1076528 w 2103393"/>
              <a:gd name="connsiteY9-2744" fmla="*/ 724535 h 2078060"/>
              <a:gd name="connsiteX10-2745" fmla="*/ 885795 w 2103393"/>
              <a:gd name="connsiteY10-2746" fmla="*/ 864780 h 2078060"/>
              <a:gd name="connsiteX11-2747" fmla="*/ 919453 w 2103393"/>
              <a:gd name="connsiteY11-2748" fmla="*/ 1302346 h 2078060"/>
              <a:gd name="connsiteX12-2749" fmla="*/ 891405 w 2103393"/>
              <a:gd name="connsiteY12-2750" fmla="*/ 1622105 h 2078060"/>
              <a:gd name="connsiteX13-2751" fmla="*/ 89201 w 2103393"/>
              <a:gd name="connsiteY13-2752" fmla="*/ 2065281 h 2078060"/>
              <a:gd name="connsiteX14-2753" fmla="*/ 577255 w 2103393"/>
              <a:gd name="connsiteY14-2754" fmla="*/ 488923 h 2078060"/>
              <a:gd name="connsiteX15-2755" fmla="*/ 807257 w 2103393"/>
              <a:gd name="connsiteY15-2756" fmla="*/ 724535 h 2078060"/>
              <a:gd name="connsiteX16-2757" fmla="*/ 969942 w 2103393"/>
              <a:gd name="connsiteY16-2758" fmla="*/ 612339 h 2078060"/>
              <a:gd name="connsiteX17-2759" fmla="*/ 930675 w 2103393"/>
              <a:gd name="connsiteY17-2760" fmla="*/ 51153 h 2078060"/>
              <a:gd name="connsiteX0-2761" fmla="*/ 930675 w 2103393"/>
              <a:gd name="connsiteY0-2762" fmla="*/ 57180 h 2084087"/>
              <a:gd name="connsiteX1-2763" fmla="*/ 1190398 w 2103393"/>
              <a:gd name="connsiteY1-2764" fmla="*/ 55507 h 2084087"/>
              <a:gd name="connsiteX2-2765" fmla="*/ 1177505 w 2103393"/>
              <a:gd name="connsiteY2-2766" fmla="*/ 612756 h 2084087"/>
              <a:gd name="connsiteX3-2767" fmla="*/ 1312141 w 2103393"/>
              <a:gd name="connsiteY3-2768" fmla="*/ 691293 h 2084087"/>
              <a:gd name="connsiteX4-2769" fmla="*/ 1508484 w 2103393"/>
              <a:gd name="connsiteY4-2770" fmla="*/ 494950 h 2084087"/>
              <a:gd name="connsiteX5-2771" fmla="*/ 2058246 w 2103393"/>
              <a:gd name="connsiteY5-2772" fmla="*/ 2043259 h 2084087"/>
              <a:gd name="connsiteX6-2773" fmla="*/ 1244822 w 2103393"/>
              <a:gd name="connsiteY6-2774" fmla="*/ 1633741 h 2084087"/>
              <a:gd name="connsiteX7-2775" fmla="*/ 1205554 w 2103393"/>
              <a:gd name="connsiteY7-2776" fmla="*/ 1319594 h 2084087"/>
              <a:gd name="connsiteX8-2777" fmla="*/ 1244823 w 2103393"/>
              <a:gd name="connsiteY8-2778" fmla="*/ 876417 h 2084087"/>
              <a:gd name="connsiteX9-2779" fmla="*/ 1076528 w 2103393"/>
              <a:gd name="connsiteY9-2780" fmla="*/ 730562 h 2084087"/>
              <a:gd name="connsiteX10-2781" fmla="*/ 885795 w 2103393"/>
              <a:gd name="connsiteY10-2782" fmla="*/ 870807 h 2084087"/>
              <a:gd name="connsiteX11-2783" fmla="*/ 919453 w 2103393"/>
              <a:gd name="connsiteY11-2784" fmla="*/ 1308373 h 2084087"/>
              <a:gd name="connsiteX12-2785" fmla="*/ 891405 w 2103393"/>
              <a:gd name="connsiteY12-2786" fmla="*/ 1628132 h 2084087"/>
              <a:gd name="connsiteX13-2787" fmla="*/ 89201 w 2103393"/>
              <a:gd name="connsiteY13-2788" fmla="*/ 2071308 h 2084087"/>
              <a:gd name="connsiteX14-2789" fmla="*/ 577255 w 2103393"/>
              <a:gd name="connsiteY14-2790" fmla="*/ 494950 h 2084087"/>
              <a:gd name="connsiteX15-2791" fmla="*/ 807257 w 2103393"/>
              <a:gd name="connsiteY15-2792" fmla="*/ 730562 h 2084087"/>
              <a:gd name="connsiteX16-2793" fmla="*/ 969942 w 2103393"/>
              <a:gd name="connsiteY16-2794" fmla="*/ 618366 h 2084087"/>
              <a:gd name="connsiteX17-2795" fmla="*/ 930675 w 2103393"/>
              <a:gd name="connsiteY17-2796" fmla="*/ 57180 h 2084087"/>
              <a:gd name="connsiteX0-2797" fmla="*/ 930675 w 2103393"/>
              <a:gd name="connsiteY0-2798" fmla="*/ 65797 h 2092704"/>
              <a:gd name="connsiteX1-2799" fmla="*/ 1190398 w 2103393"/>
              <a:gd name="connsiteY1-2800" fmla="*/ 64124 h 2092704"/>
              <a:gd name="connsiteX2-2801" fmla="*/ 1177505 w 2103393"/>
              <a:gd name="connsiteY2-2802" fmla="*/ 621373 h 2092704"/>
              <a:gd name="connsiteX3-2803" fmla="*/ 1312141 w 2103393"/>
              <a:gd name="connsiteY3-2804" fmla="*/ 699910 h 2092704"/>
              <a:gd name="connsiteX4-2805" fmla="*/ 1508484 w 2103393"/>
              <a:gd name="connsiteY4-2806" fmla="*/ 503567 h 2092704"/>
              <a:gd name="connsiteX5-2807" fmla="*/ 2058246 w 2103393"/>
              <a:gd name="connsiteY5-2808" fmla="*/ 2051876 h 2092704"/>
              <a:gd name="connsiteX6-2809" fmla="*/ 1244822 w 2103393"/>
              <a:gd name="connsiteY6-2810" fmla="*/ 1642358 h 2092704"/>
              <a:gd name="connsiteX7-2811" fmla="*/ 1205554 w 2103393"/>
              <a:gd name="connsiteY7-2812" fmla="*/ 1328211 h 2092704"/>
              <a:gd name="connsiteX8-2813" fmla="*/ 1244823 w 2103393"/>
              <a:gd name="connsiteY8-2814" fmla="*/ 885034 h 2092704"/>
              <a:gd name="connsiteX9-2815" fmla="*/ 1076528 w 2103393"/>
              <a:gd name="connsiteY9-2816" fmla="*/ 739179 h 2092704"/>
              <a:gd name="connsiteX10-2817" fmla="*/ 885795 w 2103393"/>
              <a:gd name="connsiteY10-2818" fmla="*/ 879424 h 2092704"/>
              <a:gd name="connsiteX11-2819" fmla="*/ 919453 w 2103393"/>
              <a:gd name="connsiteY11-2820" fmla="*/ 1316990 h 2092704"/>
              <a:gd name="connsiteX12-2821" fmla="*/ 891405 w 2103393"/>
              <a:gd name="connsiteY12-2822" fmla="*/ 1636749 h 2092704"/>
              <a:gd name="connsiteX13-2823" fmla="*/ 89201 w 2103393"/>
              <a:gd name="connsiteY13-2824" fmla="*/ 2079925 h 2092704"/>
              <a:gd name="connsiteX14-2825" fmla="*/ 577255 w 2103393"/>
              <a:gd name="connsiteY14-2826" fmla="*/ 503567 h 2092704"/>
              <a:gd name="connsiteX15-2827" fmla="*/ 807257 w 2103393"/>
              <a:gd name="connsiteY15-2828" fmla="*/ 739179 h 2092704"/>
              <a:gd name="connsiteX16-2829" fmla="*/ 969942 w 2103393"/>
              <a:gd name="connsiteY16-2830" fmla="*/ 626983 h 2092704"/>
              <a:gd name="connsiteX17-2831" fmla="*/ 930675 w 2103393"/>
              <a:gd name="connsiteY17-2832" fmla="*/ 65797 h 2092704"/>
              <a:gd name="connsiteX0-2833" fmla="*/ 930675 w 2103393"/>
              <a:gd name="connsiteY0-2834" fmla="*/ 65797 h 2092704"/>
              <a:gd name="connsiteX1-2835" fmla="*/ 1190398 w 2103393"/>
              <a:gd name="connsiteY1-2836" fmla="*/ 64124 h 2092704"/>
              <a:gd name="connsiteX2-2837" fmla="*/ 1177505 w 2103393"/>
              <a:gd name="connsiteY2-2838" fmla="*/ 621373 h 2092704"/>
              <a:gd name="connsiteX3-2839" fmla="*/ 1312141 w 2103393"/>
              <a:gd name="connsiteY3-2840" fmla="*/ 699910 h 2092704"/>
              <a:gd name="connsiteX4-2841" fmla="*/ 1508484 w 2103393"/>
              <a:gd name="connsiteY4-2842" fmla="*/ 503567 h 2092704"/>
              <a:gd name="connsiteX5-2843" fmla="*/ 2058246 w 2103393"/>
              <a:gd name="connsiteY5-2844" fmla="*/ 2051876 h 2092704"/>
              <a:gd name="connsiteX6-2845" fmla="*/ 1244822 w 2103393"/>
              <a:gd name="connsiteY6-2846" fmla="*/ 1642358 h 2092704"/>
              <a:gd name="connsiteX7-2847" fmla="*/ 1205554 w 2103393"/>
              <a:gd name="connsiteY7-2848" fmla="*/ 1328211 h 2092704"/>
              <a:gd name="connsiteX8-2849" fmla="*/ 1244823 w 2103393"/>
              <a:gd name="connsiteY8-2850" fmla="*/ 885034 h 2092704"/>
              <a:gd name="connsiteX9-2851" fmla="*/ 1076528 w 2103393"/>
              <a:gd name="connsiteY9-2852" fmla="*/ 739179 h 2092704"/>
              <a:gd name="connsiteX10-2853" fmla="*/ 885795 w 2103393"/>
              <a:gd name="connsiteY10-2854" fmla="*/ 879424 h 2092704"/>
              <a:gd name="connsiteX11-2855" fmla="*/ 919453 w 2103393"/>
              <a:gd name="connsiteY11-2856" fmla="*/ 1316990 h 2092704"/>
              <a:gd name="connsiteX12-2857" fmla="*/ 891405 w 2103393"/>
              <a:gd name="connsiteY12-2858" fmla="*/ 1636749 h 2092704"/>
              <a:gd name="connsiteX13-2859" fmla="*/ 89201 w 2103393"/>
              <a:gd name="connsiteY13-2860" fmla="*/ 2079925 h 2092704"/>
              <a:gd name="connsiteX14-2861" fmla="*/ 577255 w 2103393"/>
              <a:gd name="connsiteY14-2862" fmla="*/ 503567 h 2092704"/>
              <a:gd name="connsiteX15-2863" fmla="*/ 807257 w 2103393"/>
              <a:gd name="connsiteY15-2864" fmla="*/ 739179 h 2092704"/>
              <a:gd name="connsiteX16-2865" fmla="*/ 969942 w 2103393"/>
              <a:gd name="connsiteY16-2866" fmla="*/ 626983 h 2092704"/>
              <a:gd name="connsiteX17-2867" fmla="*/ 930675 w 2103393"/>
              <a:gd name="connsiteY17-2868" fmla="*/ 65797 h 2092704"/>
              <a:gd name="connsiteX0-2869" fmla="*/ 930675 w 2103393"/>
              <a:gd name="connsiteY0-2870" fmla="*/ 73853 h 2100760"/>
              <a:gd name="connsiteX1-2871" fmla="*/ 1190398 w 2103393"/>
              <a:gd name="connsiteY1-2872" fmla="*/ 72180 h 2100760"/>
              <a:gd name="connsiteX2-2873" fmla="*/ 1177505 w 2103393"/>
              <a:gd name="connsiteY2-2874" fmla="*/ 629429 h 2100760"/>
              <a:gd name="connsiteX3-2875" fmla="*/ 1312141 w 2103393"/>
              <a:gd name="connsiteY3-2876" fmla="*/ 707966 h 2100760"/>
              <a:gd name="connsiteX4-2877" fmla="*/ 1508484 w 2103393"/>
              <a:gd name="connsiteY4-2878" fmla="*/ 511623 h 2100760"/>
              <a:gd name="connsiteX5-2879" fmla="*/ 2058246 w 2103393"/>
              <a:gd name="connsiteY5-2880" fmla="*/ 2059932 h 2100760"/>
              <a:gd name="connsiteX6-2881" fmla="*/ 1244822 w 2103393"/>
              <a:gd name="connsiteY6-2882" fmla="*/ 1650414 h 2100760"/>
              <a:gd name="connsiteX7-2883" fmla="*/ 1205554 w 2103393"/>
              <a:gd name="connsiteY7-2884" fmla="*/ 1336267 h 2100760"/>
              <a:gd name="connsiteX8-2885" fmla="*/ 1244823 w 2103393"/>
              <a:gd name="connsiteY8-2886" fmla="*/ 893090 h 2100760"/>
              <a:gd name="connsiteX9-2887" fmla="*/ 1076528 w 2103393"/>
              <a:gd name="connsiteY9-2888" fmla="*/ 747235 h 2100760"/>
              <a:gd name="connsiteX10-2889" fmla="*/ 885795 w 2103393"/>
              <a:gd name="connsiteY10-2890" fmla="*/ 887480 h 2100760"/>
              <a:gd name="connsiteX11-2891" fmla="*/ 919453 w 2103393"/>
              <a:gd name="connsiteY11-2892" fmla="*/ 1325046 h 2100760"/>
              <a:gd name="connsiteX12-2893" fmla="*/ 891405 w 2103393"/>
              <a:gd name="connsiteY12-2894" fmla="*/ 1644805 h 2100760"/>
              <a:gd name="connsiteX13-2895" fmla="*/ 89201 w 2103393"/>
              <a:gd name="connsiteY13-2896" fmla="*/ 2087981 h 2100760"/>
              <a:gd name="connsiteX14-2897" fmla="*/ 577255 w 2103393"/>
              <a:gd name="connsiteY14-2898" fmla="*/ 511623 h 2100760"/>
              <a:gd name="connsiteX15-2899" fmla="*/ 807257 w 2103393"/>
              <a:gd name="connsiteY15-2900" fmla="*/ 747235 h 2100760"/>
              <a:gd name="connsiteX16-2901" fmla="*/ 969942 w 2103393"/>
              <a:gd name="connsiteY16-2902" fmla="*/ 635039 h 2100760"/>
              <a:gd name="connsiteX17-2903" fmla="*/ 930675 w 2103393"/>
              <a:gd name="connsiteY17-2904" fmla="*/ 73853 h 2100760"/>
              <a:gd name="connsiteX0-2905" fmla="*/ 930675 w 2103393"/>
              <a:gd name="connsiteY0-2906" fmla="*/ 77953 h 2104860"/>
              <a:gd name="connsiteX1-2907" fmla="*/ 1190398 w 2103393"/>
              <a:gd name="connsiteY1-2908" fmla="*/ 76280 h 2104860"/>
              <a:gd name="connsiteX2-2909" fmla="*/ 1177505 w 2103393"/>
              <a:gd name="connsiteY2-2910" fmla="*/ 633529 h 2104860"/>
              <a:gd name="connsiteX3-2911" fmla="*/ 1312141 w 2103393"/>
              <a:gd name="connsiteY3-2912" fmla="*/ 712066 h 2104860"/>
              <a:gd name="connsiteX4-2913" fmla="*/ 1508484 w 2103393"/>
              <a:gd name="connsiteY4-2914" fmla="*/ 515723 h 2104860"/>
              <a:gd name="connsiteX5-2915" fmla="*/ 2058246 w 2103393"/>
              <a:gd name="connsiteY5-2916" fmla="*/ 2064032 h 2104860"/>
              <a:gd name="connsiteX6-2917" fmla="*/ 1244822 w 2103393"/>
              <a:gd name="connsiteY6-2918" fmla="*/ 1654514 h 2104860"/>
              <a:gd name="connsiteX7-2919" fmla="*/ 1205554 w 2103393"/>
              <a:gd name="connsiteY7-2920" fmla="*/ 1340367 h 2104860"/>
              <a:gd name="connsiteX8-2921" fmla="*/ 1244823 w 2103393"/>
              <a:gd name="connsiteY8-2922" fmla="*/ 897190 h 2104860"/>
              <a:gd name="connsiteX9-2923" fmla="*/ 1076528 w 2103393"/>
              <a:gd name="connsiteY9-2924" fmla="*/ 751335 h 2104860"/>
              <a:gd name="connsiteX10-2925" fmla="*/ 885795 w 2103393"/>
              <a:gd name="connsiteY10-2926" fmla="*/ 891580 h 2104860"/>
              <a:gd name="connsiteX11-2927" fmla="*/ 919453 w 2103393"/>
              <a:gd name="connsiteY11-2928" fmla="*/ 1329146 h 2104860"/>
              <a:gd name="connsiteX12-2929" fmla="*/ 891405 w 2103393"/>
              <a:gd name="connsiteY12-2930" fmla="*/ 1648905 h 2104860"/>
              <a:gd name="connsiteX13-2931" fmla="*/ 89201 w 2103393"/>
              <a:gd name="connsiteY13-2932" fmla="*/ 2092081 h 2104860"/>
              <a:gd name="connsiteX14-2933" fmla="*/ 577255 w 2103393"/>
              <a:gd name="connsiteY14-2934" fmla="*/ 515723 h 2104860"/>
              <a:gd name="connsiteX15-2935" fmla="*/ 807257 w 2103393"/>
              <a:gd name="connsiteY15-2936" fmla="*/ 751335 h 2104860"/>
              <a:gd name="connsiteX16-2937" fmla="*/ 969942 w 2103393"/>
              <a:gd name="connsiteY16-2938" fmla="*/ 639139 h 2104860"/>
              <a:gd name="connsiteX17-2939" fmla="*/ 930675 w 2103393"/>
              <a:gd name="connsiteY17-2940" fmla="*/ 77953 h 2104860"/>
              <a:gd name="connsiteX0-2941" fmla="*/ 930675 w 2103393"/>
              <a:gd name="connsiteY0-2942" fmla="*/ 71187 h 2098094"/>
              <a:gd name="connsiteX1-2943" fmla="*/ 1190398 w 2103393"/>
              <a:gd name="connsiteY1-2944" fmla="*/ 69514 h 2098094"/>
              <a:gd name="connsiteX2-2945" fmla="*/ 1177505 w 2103393"/>
              <a:gd name="connsiteY2-2946" fmla="*/ 626763 h 2098094"/>
              <a:gd name="connsiteX3-2947" fmla="*/ 1312141 w 2103393"/>
              <a:gd name="connsiteY3-2948" fmla="*/ 705300 h 2098094"/>
              <a:gd name="connsiteX4-2949" fmla="*/ 1508484 w 2103393"/>
              <a:gd name="connsiteY4-2950" fmla="*/ 508957 h 2098094"/>
              <a:gd name="connsiteX5-2951" fmla="*/ 2058246 w 2103393"/>
              <a:gd name="connsiteY5-2952" fmla="*/ 2057266 h 2098094"/>
              <a:gd name="connsiteX6-2953" fmla="*/ 1244822 w 2103393"/>
              <a:gd name="connsiteY6-2954" fmla="*/ 1647748 h 2098094"/>
              <a:gd name="connsiteX7-2955" fmla="*/ 1205554 w 2103393"/>
              <a:gd name="connsiteY7-2956" fmla="*/ 1333601 h 2098094"/>
              <a:gd name="connsiteX8-2957" fmla="*/ 1244823 w 2103393"/>
              <a:gd name="connsiteY8-2958" fmla="*/ 890424 h 2098094"/>
              <a:gd name="connsiteX9-2959" fmla="*/ 1076528 w 2103393"/>
              <a:gd name="connsiteY9-2960" fmla="*/ 744569 h 2098094"/>
              <a:gd name="connsiteX10-2961" fmla="*/ 885795 w 2103393"/>
              <a:gd name="connsiteY10-2962" fmla="*/ 884814 h 2098094"/>
              <a:gd name="connsiteX11-2963" fmla="*/ 919453 w 2103393"/>
              <a:gd name="connsiteY11-2964" fmla="*/ 1322380 h 2098094"/>
              <a:gd name="connsiteX12-2965" fmla="*/ 891405 w 2103393"/>
              <a:gd name="connsiteY12-2966" fmla="*/ 1642139 h 2098094"/>
              <a:gd name="connsiteX13-2967" fmla="*/ 89201 w 2103393"/>
              <a:gd name="connsiteY13-2968" fmla="*/ 2085315 h 2098094"/>
              <a:gd name="connsiteX14-2969" fmla="*/ 577255 w 2103393"/>
              <a:gd name="connsiteY14-2970" fmla="*/ 508957 h 2098094"/>
              <a:gd name="connsiteX15-2971" fmla="*/ 807257 w 2103393"/>
              <a:gd name="connsiteY15-2972" fmla="*/ 744569 h 2098094"/>
              <a:gd name="connsiteX16-2973" fmla="*/ 969942 w 2103393"/>
              <a:gd name="connsiteY16-2974" fmla="*/ 632373 h 2098094"/>
              <a:gd name="connsiteX17-2975" fmla="*/ 930675 w 2103393"/>
              <a:gd name="connsiteY17-2976" fmla="*/ 71187 h 2098094"/>
              <a:gd name="connsiteX0-2977" fmla="*/ 930675 w 2103393"/>
              <a:gd name="connsiteY0-2978" fmla="*/ 75207 h 2102114"/>
              <a:gd name="connsiteX1-2979" fmla="*/ 1190398 w 2103393"/>
              <a:gd name="connsiteY1-2980" fmla="*/ 73534 h 2102114"/>
              <a:gd name="connsiteX2-2981" fmla="*/ 1177505 w 2103393"/>
              <a:gd name="connsiteY2-2982" fmla="*/ 630783 h 2102114"/>
              <a:gd name="connsiteX3-2983" fmla="*/ 1312141 w 2103393"/>
              <a:gd name="connsiteY3-2984" fmla="*/ 709320 h 2102114"/>
              <a:gd name="connsiteX4-2985" fmla="*/ 1508484 w 2103393"/>
              <a:gd name="connsiteY4-2986" fmla="*/ 512977 h 2102114"/>
              <a:gd name="connsiteX5-2987" fmla="*/ 2058246 w 2103393"/>
              <a:gd name="connsiteY5-2988" fmla="*/ 2061286 h 2102114"/>
              <a:gd name="connsiteX6-2989" fmla="*/ 1244822 w 2103393"/>
              <a:gd name="connsiteY6-2990" fmla="*/ 1651768 h 2102114"/>
              <a:gd name="connsiteX7-2991" fmla="*/ 1205554 w 2103393"/>
              <a:gd name="connsiteY7-2992" fmla="*/ 1337621 h 2102114"/>
              <a:gd name="connsiteX8-2993" fmla="*/ 1244823 w 2103393"/>
              <a:gd name="connsiteY8-2994" fmla="*/ 894444 h 2102114"/>
              <a:gd name="connsiteX9-2995" fmla="*/ 1076528 w 2103393"/>
              <a:gd name="connsiteY9-2996" fmla="*/ 748589 h 2102114"/>
              <a:gd name="connsiteX10-2997" fmla="*/ 885795 w 2103393"/>
              <a:gd name="connsiteY10-2998" fmla="*/ 888834 h 2102114"/>
              <a:gd name="connsiteX11-2999" fmla="*/ 919453 w 2103393"/>
              <a:gd name="connsiteY11-3000" fmla="*/ 1326400 h 2102114"/>
              <a:gd name="connsiteX12-3001" fmla="*/ 891405 w 2103393"/>
              <a:gd name="connsiteY12-3002" fmla="*/ 1646159 h 2102114"/>
              <a:gd name="connsiteX13-3003" fmla="*/ 89201 w 2103393"/>
              <a:gd name="connsiteY13-3004" fmla="*/ 2089335 h 2102114"/>
              <a:gd name="connsiteX14-3005" fmla="*/ 577255 w 2103393"/>
              <a:gd name="connsiteY14-3006" fmla="*/ 512977 h 2102114"/>
              <a:gd name="connsiteX15-3007" fmla="*/ 807257 w 2103393"/>
              <a:gd name="connsiteY15-3008" fmla="*/ 748589 h 2102114"/>
              <a:gd name="connsiteX16-3009" fmla="*/ 969942 w 2103393"/>
              <a:gd name="connsiteY16-3010" fmla="*/ 636393 h 2102114"/>
              <a:gd name="connsiteX17-3011" fmla="*/ 930675 w 2103393"/>
              <a:gd name="connsiteY17-3012" fmla="*/ 75207 h 21021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/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/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-1" fmla="*/ 1054645 w 3259303"/>
              <a:gd name="connsiteY0-2" fmla="*/ 0 h 3225645"/>
              <a:gd name="connsiteX1-3" fmla="*/ 1469772 w 3259303"/>
              <a:gd name="connsiteY1-4" fmla="*/ 5610 h 3225645"/>
              <a:gd name="connsiteX2-5" fmla="*/ 1682945 w 3259303"/>
              <a:gd name="connsiteY2-6" fmla="*/ 718057 h 3225645"/>
              <a:gd name="connsiteX3-7" fmla="*/ 2417830 w 3259303"/>
              <a:gd name="connsiteY3-8" fmla="*/ 544153 h 3225645"/>
              <a:gd name="connsiteX4-9" fmla="*/ 3259303 w 3259303"/>
              <a:gd name="connsiteY4-10" fmla="*/ 1811971 h 3225645"/>
              <a:gd name="connsiteX5-11" fmla="*/ 2311244 w 3259303"/>
              <a:gd name="connsiteY5-12" fmla="*/ 3091009 h 3225645"/>
              <a:gd name="connsiteX6-13" fmla="*/ 622689 w 3259303"/>
              <a:gd name="connsiteY6-14" fmla="*/ 2647834 h 3225645"/>
              <a:gd name="connsiteX7-15" fmla="*/ 398297 w 3259303"/>
              <a:gd name="connsiteY7-16" fmla="*/ 3225645 h 3225645"/>
              <a:gd name="connsiteX8-17" fmla="*/ 0 w 3259303"/>
              <a:gd name="connsiteY8-18" fmla="*/ 3220035 h 3225645"/>
              <a:gd name="connsiteX9-19" fmla="*/ 218783 w 3259303"/>
              <a:gd name="connsiteY9-20" fmla="*/ 2311245 h 3225645"/>
              <a:gd name="connsiteX10-21" fmla="*/ 1593187 w 3259303"/>
              <a:gd name="connsiteY10-22" fmla="*/ 1974656 h 3225645"/>
              <a:gd name="connsiteX11-23" fmla="*/ 1250989 w 3259303"/>
              <a:gd name="connsiteY11-24" fmla="*/ 942450 h 3225645"/>
              <a:gd name="connsiteX12-25" fmla="*/ 1054645 w 3259303"/>
              <a:gd name="connsiteY12-26" fmla="*/ 0 h 3225645"/>
              <a:gd name="connsiteX0-27" fmla="*/ 1054645 w 3259303"/>
              <a:gd name="connsiteY0-28" fmla="*/ 0 h 3242475"/>
              <a:gd name="connsiteX1-29" fmla="*/ 1469772 w 3259303"/>
              <a:gd name="connsiteY1-30" fmla="*/ 22440 h 3242475"/>
              <a:gd name="connsiteX2-31" fmla="*/ 1682945 w 3259303"/>
              <a:gd name="connsiteY2-32" fmla="*/ 734887 h 3242475"/>
              <a:gd name="connsiteX3-33" fmla="*/ 2417830 w 3259303"/>
              <a:gd name="connsiteY3-34" fmla="*/ 560983 h 3242475"/>
              <a:gd name="connsiteX4-35" fmla="*/ 3259303 w 3259303"/>
              <a:gd name="connsiteY4-36" fmla="*/ 1828801 h 3242475"/>
              <a:gd name="connsiteX5-37" fmla="*/ 2311244 w 3259303"/>
              <a:gd name="connsiteY5-38" fmla="*/ 3107839 h 3242475"/>
              <a:gd name="connsiteX6-39" fmla="*/ 622689 w 3259303"/>
              <a:gd name="connsiteY6-40" fmla="*/ 2664664 h 3242475"/>
              <a:gd name="connsiteX7-41" fmla="*/ 398297 w 3259303"/>
              <a:gd name="connsiteY7-42" fmla="*/ 3242475 h 3242475"/>
              <a:gd name="connsiteX8-43" fmla="*/ 0 w 3259303"/>
              <a:gd name="connsiteY8-44" fmla="*/ 3236865 h 3242475"/>
              <a:gd name="connsiteX9-45" fmla="*/ 218783 w 3259303"/>
              <a:gd name="connsiteY9-46" fmla="*/ 2328075 h 3242475"/>
              <a:gd name="connsiteX10-47" fmla="*/ 1593187 w 3259303"/>
              <a:gd name="connsiteY10-48" fmla="*/ 1991486 h 3242475"/>
              <a:gd name="connsiteX11-49" fmla="*/ 1250989 w 3259303"/>
              <a:gd name="connsiteY11-50" fmla="*/ 959280 h 3242475"/>
              <a:gd name="connsiteX12-51" fmla="*/ 1054645 w 3259303"/>
              <a:gd name="connsiteY12-52" fmla="*/ 0 h 3242475"/>
              <a:gd name="connsiteX0-53" fmla="*/ 1054645 w 3259303"/>
              <a:gd name="connsiteY0-54" fmla="*/ 0 h 3242475"/>
              <a:gd name="connsiteX1-55" fmla="*/ 1464162 w 3259303"/>
              <a:gd name="connsiteY1-56" fmla="*/ 1 h 3242475"/>
              <a:gd name="connsiteX2-57" fmla="*/ 1682945 w 3259303"/>
              <a:gd name="connsiteY2-58" fmla="*/ 734887 h 3242475"/>
              <a:gd name="connsiteX3-59" fmla="*/ 2417830 w 3259303"/>
              <a:gd name="connsiteY3-60" fmla="*/ 560983 h 3242475"/>
              <a:gd name="connsiteX4-61" fmla="*/ 3259303 w 3259303"/>
              <a:gd name="connsiteY4-62" fmla="*/ 1828801 h 3242475"/>
              <a:gd name="connsiteX5-63" fmla="*/ 2311244 w 3259303"/>
              <a:gd name="connsiteY5-64" fmla="*/ 3107839 h 3242475"/>
              <a:gd name="connsiteX6-65" fmla="*/ 622689 w 3259303"/>
              <a:gd name="connsiteY6-66" fmla="*/ 2664664 h 3242475"/>
              <a:gd name="connsiteX7-67" fmla="*/ 398297 w 3259303"/>
              <a:gd name="connsiteY7-68" fmla="*/ 3242475 h 3242475"/>
              <a:gd name="connsiteX8-69" fmla="*/ 0 w 3259303"/>
              <a:gd name="connsiteY8-70" fmla="*/ 3236865 h 3242475"/>
              <a:gd name="connsiteX9-71" fmla="*/ 218783 w 3259303"/>
              <a:gd name="connsiteY9-72" fmla="*/ 2328075 h 3242475"/>
              <a:gd name="connsiteX10-73" fmla="*/ 1593187 w 3259303"/>
              <a:gd name="connsiteY10-74" fmla="*/ 1991486 h 3242475"/>
              <a:gd name="connsiteX11-75" fmla="*/ 1250989 w 3259303"/>
              <a:gd name="connsiteY11-76" fmla="*/ 959280 h 3242475"/>
              <a:gd name="connsiteX12-77" fmla="*/ 1054645 w 3259303"/>
              <a:gd name="connsiteY12-78" fmla="*/ 0 h 3242475"/>
              <a:gd name="connsiteX0-79" fmla="*/ 1065864 w 3259303"/>
              <a:gd name="connsiteY0-80" fmla="*/ 5609 h 3242474"/>
              <a:gd name="connsiteX1-81" fmla="*/ 1464162 w 3259303"/>
              <a:gd name="connsiteY1-82" fmla="*/ 0 h 3242474"/>
              <a:gd name="connsiteX2-83" fmla="*/ 1682945 w 3259303"/>
              <a:gd name="connsiteY2-84" fmla="*/ 734886 h 3242474"/>
              <a:gd name="connsiteX3-85" fmla="*/ 2417830 w 3259303"/>
              <a:gd name="connsiteY3-86" fmla="*/ 560982 h 3242474"/>
              <a:gd name="connsiteX4-87" fmla="*/ 3259303 w 3259303"/>
              <a:gd name="connsiteY4-88" fmla="*/ 1828800 h 3242474"/>
              <a:gd name="connsiteX5-89" fmla="*/ 2311244 w 3259303"/>
              <a:gd name="connsiteY5-90" fmla="*/ 3107838 h 3242474"/>
              <a:gd name="connsiteX6-91" fmla="*/ 622689 w 3259303"/>
              <a:gd name="connsiteY6-92" fmla="*/ 2664663 h 3242474"/>
              <a:gd name="connsiteX7-93" fmla="*/ 398297 w 3259303"/>
              <a:gd name="connsiteY7-94" fmla="*/ 3242474 h 3242474"/>
              <a:gd name="connsiteX8-95" fmla="*/ 0 w 3259303"/>
              <a:gd name="connsiteY8-96" fmla="*/ 3236864 h 3242474"/>
              <a:gd name="connsiteX9-97" fmla="*/ 218783 w 3259303"/>
              <a:gd name="connsiteY9-98" fmla="*/ 2328074 h 3242474"/>
              <a:gd name="connsiteX10-99" fmla="*/ 1593187 w 3259303"/>
              <a:gd name="connsiteY10-100" fmla="*/ 1991485 h 3242474"/>
              <a:gd name="connsiteX11-101" fmla="*/ 1250989 w 3259303"/>
              <a:gd name="connsiteY11-102" fmla="*/ 959279 h 3242474"/>
              <a:gd name="connsiteX12-103" fmla="*/ 1065864 w 3259303"/>
              <a:gd name="connsiteY12-104" fmla="*/ 5609 h 3242474"/>
              <a:gd name="connsiteX0-105" fmla="*/ 1065864 w 3259303"/>
              <a:gd name="connsiteY0-106" fmla="*/ 16828 h 3242474"/>
              <a:gd name="connsiteX1-107" fmla="*/ 1464162 w 3259303"/>
              <a:gd name="connsiteY1-108" fmla="*/ 0 h 3242474"/>
              <a:gd name="connsiteX2-109" fmla="*/ 1682945 w 3259303"/>
              <a:gd name="connsiteY2-110" fmla="*/ 734886 h 3242474"/>
              <a:gd name="connsiteX3-111" fmla="*/ 2417830 w 3259303"/>
              <a:gd name="connsiteY3-112" fmla="*/ 560982 h 3242474"/>
              <a:gd name="connsiteX4-113" fmla="*/ 3259303 w 3259303"/>
              <a:gd name="connsiteY4-114" fmla="*/ 1828800 h 3242474"/>
              <a:gd name="connsiteX5-115" fmla="*/ 2311244 w 3259303"/>
              <a:gd name="connsiteY5-116" fmla="*/ 3107838 h 3242474"/>
              <a:gd name="connsiteX6-117" fmla="*/ 622689 w 3259303"/>
              <a:gd name="connsiteY6-118" fmla="*/ 2664663 h 3242474"/>
              <a:gd name="connsiteX7-119" fmla="*/ 398297 w 3259303"/>
              <a:gd name="connsiteY7-120" fmla="*/ 3242474 h 3242474"/>
              <a:gd name="connsiteX8-121" fmla="*/ 0 w 3259303"/>
              <a:gd name="connsiteY8-122" fmla="*/ 3236864 h 3242474"/>
              <a:gd name="connsiteX9-123" fmla="*/ 218783 w 3259303"/>
              <a:gd name="connsiteY9-124" fmla="*/ 2328074 h 3242474"/>
              <a:gd name="connsiteX10-125" fmla="*/ 1593187 w 3259303"/>
              <a:gd name="connsiteY10-126" fmla="*/ 1991485 h 3242474"/>
              <a:gd name="connsiteX11-127" fmla="*/ 1250989 w 3259303"/>
              <a:gd name="connsiteY11-128" fmla="*/ 959279 h 3242474"/>
              <a:gd name="connsiteX12-129" fmla="*/ 1065864 w 3259303"/>
              <a:gd name="connsiteY12-130" fmla="*/ 16828 h 3242474"/>
              <a:gd name="connsiteX0-131" fmla="*/ 1065864 w 3259303"/>
              <a:gd name="connsiteY0-132" fmla="*/ 16828 h 3242474"/>
              <a:gd name="connsiteX1-133" fmla="*/ 1464162 w 3259303"/>
              <a:gd name="connsiteY1-134" fmla="*/ 0 h 3242474"/>
              <a:gd name="connsiteX2-135" fmla="*/ 1682945 w 3259303"/>
              <a:gd name="connsiteY2-136" fmla="*/ 734886 h 3242474"/>
              <a:gd name="connsiteX3-137" fmla="*/ 2417830 w 3259303"/>
              <a:gd name="connsiteY3-138" fmla="*/ 560982 h 3242474"/>
              <a:gd name="connsiteX4-139" fmla="*/ 3259303 w 3259303"/>
              <a:gd name="connsiteY4-140" fmla="*/ 1828800 h 3242474"/>
              <a:gd name="connsiteX5-141" fmla="*/ 2311244 w 3259303"/>
              <a:gd name="connsiteY5-142" fmla="*/ 3107838 h 3242474"/>
              <a:gd name="connsiteX6-143" fmla="*/ 622689 w 3259303"/>
              <a:gd name="connsiteY6-144" fmla="*/ 2664663 h 3242474"/>
              <a:gd name="connsiteX7-145" fmla="*/ 398297 w 3259303"/>
              <a:gd name="connsiteY7-146" fmla="*/ 3242474 h 3242474"/>
              <a:gd name="connsiteX8-147" fmla="*/ 0 w 3259303"/>
              <a:gd name="connsiteY8-148" fmla="*/ 3236864 h 3242474"/>
              <a:gd name="connsiteX9-149" fmla="*/ 218783 w 3259303"/>
              <a:gd name="connsiteY9-150" fmla="*/ 2328074 h 3242474"/>
              <a:gd name="connsiteX10-151" fmla="*/ 1593187 w 3259303"/>
              <a:gd name="connsiteY10-152" fmla="*/ 1991485 h 3242474"/>
              <a:gd name="connsiteX11-153" fmla="*/ 1250989 w 3259303"/>
              <a:gd name="connsiteY11-154" fmla="*/ 959279 h 3242474"/>
              <a:gd name="connsiteX12-155" fmla="*/ 1065864 w 3259303"/>
              <a:gd name="connsiteY12-156" fmla="*/ 16828 h 3242474"/>
              <a:gd name="connsiteX0-157" fmla="*/ 1065864 w 3259303"/>
              <a:gd name="connsiteY0-158" fmla="*/ 16828 h 3242474"/>
              <a:gd name="connsiteX1-159" fmla="*/ 1464162 w 3259303"/>
              <a:gd name="connsiteY1-160" fmla="*/ 0 h 3242474"/>
              <a:gd name="connsiteX2-161" fmla="*/ 1682945 w 3259303"/>
              <a:gd name="connsiteY2-162" fmla="*/ 734886 h 3242474"/>
              <a:gd name="connsiteX3-163" fmla="*/ 2417830 w 3259303"/>
              <a:gd name="connsiteY3-164" fmla="*/ 560982 h 3242474"/>
              <a:gd name="connsiteX4-165" fmla="*/ 3259303 w 3259303"/>
              <a:gd name="connsiteY4-166" fmla="*/ 1828800 h 3242474"/>
              <a:gd name="connsiteX5-167" fmla="*/ 2311244 w 3259303"/>
              <a:gd name="connsiteY5-168" fmla="*/ 3107838 h 3242474"/>
              <a:gd name="connsiteX6-169" fmla="*/ 622689 w 3259303"/>
              <a:gd name="connsiteY6-170" fmla="*/ 2664663 h 3242474"/>
              <a:gd name="connsiteX7-171" fmla="*/ 398297 w 3259303"/>
              <a:gd name="connsiteY7-172" fmla="*/ 3242474 h 3242474"/>
              <a:gd name="connsiteX8-173" fmla="*/ 0 w 3259303"/>
              <a:gd name="connsiteY8-174" fmla="*/ 3236864 h 3242474"/>
              <a:gd name="connsiteX9-175" fmla="*/ 218783 w 3259303"/>
              <a:gd name="connsiteY9-176" fmla="*/ 2328074 h 3242474"/>
              <a:gd name="connsiteX10-177" fmla="*/ 1593187 w 3259303"/>
              <a:gd name="connsiteY10-178" fmla="*/ 1991485 h 3242474"/>
              <a:gd name="connsiteX11-179" fmla="*/ 1250989 w 3259303"/>
              <a:gd name="connsiteY11-180" fmla="*/ 959279 h 3242474"/>
              <a:gd name="connsiteX12-181" fmla="*/ 1065864 w 3259303"/>
              <a:gd name="connsiteY12-182" fmla="*/ 16828 h 3242474"/>
              <a:gd name="connsiteX0-183" fmla="*/ 1065864 w 3259303"/>
              <a:gd name="connsiteY0-184" fmla="*/ 16828 h 3242474"/>
              <a:gd name="connsiteX1-185" fmla="*/ 1464162 w 3259303"/>
              <a:gd name="connsiteY1-186" fmla="*/ 0 h 3242474"/>
              <a:gd name="connsiteX2-187" fmla="*/ 1682945 w 3259303"/>
              <a:gd name="connsiteY2-188" fmla="*/ 734886 h 3242474"/>
              <a:gd name="connsiteX3-189" fmla="*/ 2417830 w 3259303"/>
              <a:gd name="connsiteY3-190" fmla="*/ 560982 h 3242474"/>
              <a:gd name="connsiteX4-191" fmla="*/ 3259303 w 3259303"/>
              <a:gd name="connsiteY4-192" fmla="*/ 1828800 h 3242474"/>
              <a:gd name="connsiteX5-193" fmla="*/ 2311244 w 3259303"/>
              <a:gd name="connsiteY5-194" fmla="*/ 3107838 h 3242474"/>
              <a:gd name="connsiteX6-195" fmla="*/ 622689 w 3259303"/>
              <a:gd name="connsiteY6-196" fmla="*/ 2664663 h 3242474"/>
              <a:gd name="connsiteX7-197" fmla="*/ 398297 w 3259303"/>
              <a:gd name="connsiteY7-198" fmla="*/ 3242474 h 3242474"/>
              <a:gd name="connsiteX8-199" fmla="*/ 0 w 3259303"/>
              <a:gd name="connsiteY8-200" fmla="*/ 3236864 h 3242474"/>
              <a:gd name="connsiteX9-201" fmla="*/ 218783 w 3259303"/>
              <a:gd name="connsiteY9-202" fmla="*/ 2328074 h 3242474"/>
              <a:gd name="connsiteX10-203" fmla="*/ 1593187 w 3259303"/>
              <a:gd name="connsiteY10-204" fmla="*/ 1991485 h 3242474"/>
              <a:gd name="connsiteX11-205" fmla="*/ 1250989 w 3259303"/>
              <a:gd name="connsiteY11-206" fmla="*/ 959279 h 3242474"/>
              <a:gd name="connsiteX12-207" fmla="*/ 1065864 w 3259303"/>
              <a:gd name="connsiteY12-208" fmla="*/ 16828 h 3242474"/>
              <a:gd name="connsiteX0-209" fmla="*/ 1065864 w 3259303"/>
              <a:gd name="connsiteY0-210" fmla="*/ 16828 h 3242474"/>
              <a:gd name="connsiteX1-211" fmla="*/ 1464162 w 3259303"/>
              <a:gd name="connsiteY1-212" fmla="*/ 0 h 3242474"/>
              <a:gd name="connsiteX2-213" fmla="*/ 1682945 w 3259303"/>
              <a:gd name="connsiteY2-214" fmla="*/ 734886 h 3242474"/>
              <a:gd name="connsiteX3-215" fmla="*/ 2417830 w 3259303"/>
              <a:gd name="connsiteY3-216" fmla="*/ 560982 h 3242474"/>
              <a:gd name="connsiteX4-217" fmla="*/ 3259303 w 3259303"/>
              <a:gd name="connsiteY4-218" fmla="*/ 1828800 h 3242474"/>
              <a:gd name="connsiteX5-219" fmla="*/ 2311244 w 3259303"/>
              <a:gd name="connsiteY5-220" fmla="*/ 3107838 h 3242474"/>
              <a:gd name="connsiteX6-221" fmla="*/ 622689 w 3259303"/>
              <a:gd name="connsiteY6-222" fmla="*/ 2664663 h 3242474"/>
              <a:gd name="connsiteX7-223" fmla="*/ 398297 w 3259303"/>
              <a:gd name="connsiteY7-224" fmla="*/ 3242474 h 3242474"/>
              <a:gd name="connsiteX8-225" fmla="*/ 0 w 3259303"/>
              <a:gd name="connsiteY8-226" fmla="*/ 3236864 h 3242474"/>
              <a:gd name="connsiteX9-227" fmla="*/ 218783 w 3259303"/>
              <a:gd name="connsiteY9-228" fmla="*/ 2328074 h 3242474"/>
              <a:gd name="connsiteX10-229" fmla="*/ 1593187 w 3259303"/>
              <a:gd name="connsiteY10-230" fmla="*/ 1991485 h 3242474"/>
              <a:gd name="connsiteX11-231" fmla="*/ 1250989 w 3259303"/>
              <a:gd name="connsiteY11-232" fmla="*/ 959279 h 3242474"/>
              <a:gd name="connsiteX12-233" fmla="*/ 1065864 w 3259303"/>
              <a:gd name="connsiteY12-234" fmla="*/ 16828 h 3242474"/>
              <a:gd name="connsiteX0-235" fmla="*/ 1065864 w 3259303"/>
              <a:gd name="connsiteY0-236" fmla="*/ 16828 h 3242474"/>
              <a:gd name="connsiteX1-237" fmla="*/ 1464162 w 3259303"/>
              <a:gd name="connsiteY1-238" fmla="*/ 0 h 3242474"/>
              <a:gd name="connsiteX2-239" fmla="*/ 1682945 w 3259303"/>
              <a:gd name="connsiteY2-240" fmla="*/ 734886 h 3242474"/>
              <a:gd name="connsiteX3-241" fmla="*/ 2417830 w 3259303"/>
              <a:gd name="connsiteY3-242" fmla="*/ 560982 h 3242474"/>
              <a:gd name="connsiteX4-243" fmla="*/ 3259303 w 3259303"/>
              <a:gd name="connsiteY4-244" fmla="*/ 1828800 h 3242474"/>
              <a:gd name="connsiteX5-245" fmla="*/ 2311244 w 3259303"/>
              <a:gd name="connsiteY5-246" fmla="*/ 3107838 h 3242474"/>
              <a:gd name="connsiteX6-247" fmla="*/ 622689 w 3259303"/>
              <a:gd name="connsiteY6-248" fmla="*/ 2664663 h 3242474"/>
              <a:gd name="connsiteX7-249" fmla="*/ 398297 w 3259303"/>
              <a:gd name="connsiteY7-250" fmla="*/ 3242474 h 3242474"/>
              <a:gd name="connsiteX8-251" fmla="*/ 0 w 3259303"/>
              <a:gd name="connsiteY8-252" fmla="*/ 3236864 h 3242474"/>
              <a:gd name="connsiteX9-253" fmla="*/ 218783 w 3259303"/>
              <a:gd name="connsiteY9-254" fmla="*/ 2328074 h 3242474"/>
              <a:gd name="connsiteX10-255" fmla="*/ 1593187 w 3259303"/>
              <a:gd name="connsiteY10-256" fmla="*/ 1991485 h 3242474"/>
              <a:gd name="connsiteX11-257" fmla="*/ 1250989 w 3259303"/>
              <a:gd name="connsiteY11-258" fmla="*/ 959279 h 3242474"/>
              <a:gd name="connsiteX12-259" fmla="*/ 1065864 w 3259303"/>
              <a:gd name="connsiteY12-260" fmla="*/ 16828 h 3242474"/>
              <a:gd name="connsiteX0-261" fmla="*/ 1065864 w 3259303"/>
              <a:gd name="connsiteY0-262" fmla="*/ 16828 h 3242474"/>
              <a:gd name="connsiteX1-263" fmla="*/ 1464162 w 3259303"/>
              <a:gd name="connsiteY1-264" fmla="*/ 0 h 3242474"/>
              <a:gd name="connsiteX2-265" fmla="*/ 1682945 w 3259303"/>
              <a:gd name="connsiteY2-266" fmla="*/ 734886 h 3242474"/>
              <a:gd name="connsiteX3-267" fmla="*/ 2417830 w 3259303"/>
              <a:gd name="connsiteY3-268" fmla="*/ 560982 h 3242474"/>
              <a:gd name="connsiteX4-269" fmla="*/ 3259303 w 3259303"/>
              <a:gd name="connsiteY4-270" fmla="*/ 1828800 h 3242474"/>
              <a:gd name="connsiteX5-271" fmla="*/ 2311244 w 3259303"/>
              <a:gd name="connsiteY5-272" fmla="*/ 3107838 h 3242474"/>
              <a:gd name="connsiteX6-273" fmla="*/ 622689 w 3259303"/>
              <a:gd name="connsiteY6-274" fmla="*/ 2664663 h 3242474"/>
              <a:gd name="connsiteX7-275" fmla="*/ 398297 w 3259303"/>
              <a:gd name="connsiteY7-276" fmla="*/ 3242474 h 3242474"/>
              <a:gd name="connsiteX8-277" fmla="*/ 0 w 3259303"/>
              <a:gd name="connsiteY8-278" fmla="*/ 3236864 h 3242474"/>
              <a:gd name="connsiteX9-279" fmla="*/ 218783 w 3259303"/>
              <a:gd name="connsiteY9-280" fmla="*/ 2328074 h 3242474"/>
              <a:gd name="connsiteX10-281" fmla="*/ 1593187 w 3259303"/>
              <a:gd name="connsiteY10-282" fmla="*/ 1991485 h 3242474"/>
              <a:gd name="connsiteX11-283" fmla="*/ 1250989 w 3259303"/>
              <a:gd name="connsiteY11-284" fmla="*/ 959279 h 3242474"/>
              <a:gd name="connsiteX12-285" fmla="*/ 1065864 w 3259303"/>
              <a:gd name="connsiteY12-286" fmla="*/ 16828 h 3242474"/>
              <a:gd name="connsiteX0-287" fmla="*/ 1065864 w 3259303"/>
              <a:gd name="connsiteY0-288" fmla="*/ 16828 h 3242474"/>
              <a:gd name="connsiteX1-289" fmla="*/ 1464162 w 3259303"/>
              <a:gd name="connsiteY1-290" fmla="*/ 0 h 3242474"/>
              <a:gd name="connsiteX2-291" fmla="*/ 1682945 w 3259303"/>
              <a:gd name="connsiteY2-292" fmla="*/ 734886 h 3242474"/>
              <a:gd name="connsiteX3-293" fmla="*/ 2417830 w 3259303"/>
              <a:gd name="connsiteY3-294" fmla="*/ 560982 h 3242474"/>
              <a:gd name="connsiteX4-295" fmla="*/ 3259303 w 3259303"/>
              <a:gd name="connsiteY4-296" fmla="*/ 1828800 h 3242474"/>
              <a:gd name="connsiteX5-297" fmla="*/ 2311244 w 3259303"/>
              <a:gd name="connsiteY5-298" fmla="*/ 3107838 h 3242474"/>
              <a:gd name="connsiteX6-299" fmla="*/ 622689 w 3259303"/>
              <a:gd name="connsiteY6-300" fmla="*/ 2664663 h 3242474"/>
              <a:gd name="connsiteX7-301" fmla="*/ 398297 w 3259303"/>
              <a:gd name="connsiteY7-302" fmla="*/ 3242474 h 3242474"/>
              <a:gd name="connsiteX8-303" fmla="*/ 0 w 3259303"/>
              <a:gd name="connsiteY8-304" fmla="*/ 3236864 h 3242474"/>
              <a:gd name="connsiteX9-305" fmla="*/ 218783 w 3259303"/>
              <a:gd name="connsiteY9-306" fmla="*/ 2328074 h 3242474"/>
              <a:gd name="connsiteX10-307" fmla="*/ 1593187 w 3259303"/>
              <a:gd name="connsiteY10-308" fmla="*/ 1991485 h 3242474"/>
              <a:gd name="connsiteX11-309" fmla="*/ 1250989 w 3259303"/>
              <a:gd name="connsiteY11-310" fmla="*/ 959279 h 3242474"/>
              <a:gd name="connsiteX12-311" fmla="*/ 1065864 w 3259303"/>
              <a:gd name="connsiteY12-312" fmla="*/ 16828 h 3242474"/>
              <a:gd name="connsiteX0-313" fmla="*/ 1065864 w 3259303"/>
              <a:gd name="connsiteY0-314" fmla="*/ 16828 h 3242474"/>
              <a:gd name="connsiteX1-315" fmla="*/ 1464162 w 3259303"/>
              <a:gd name="connsiteY1-316" fmla="*/ 0 h 3242474"/>
              <a:gd name="connsiteX2-317" fmla="*/ 1682945 w 3259303"/>
              <a:gd name="connsiteY2-318" fmla="*/ 734886 h 3242474"/>
              <a:gd name="connsiteX3-319" fmla="*/ 2417830 w 3259303"/>
              <a:gd name="connsiteY3-320" fmla="*/ 560982 h 3242474"/>
              <a:gd name="connsiteX4-321" fmla="*/ 3259303 w 3259303"/>
              <a:gd name="connsiteY4-322" fmla="*/ 1828800 h 3242474"/>
              <a:gd name="connsiteX5-323" fmla="*/ 2311244 w 3259303"/>
              <a:gd name="connsiteY5-324" fmla="*/ 3107838 h 3242474"/>
              <a:gd name="connsiteX6-325" fmla="*/ 622689 w 3259303"/>
              <a:gd name="connsiteY6-326" fmla="*/ 2664663 h 3242474"/>
              <a:gd name="connsiteX7-327" fmla="*/ 398297 w 3259303"/>
              <a:gd name="connsiteY7-328" fmla="*/ 3242474 h 3242474"/>
              <a:gd name="connsiteX8-329" fmla="*/ 0 w 3259303"/>
              <a:gd name="connsiteY8-330" fmla="*/ 3236864 h 3242474"/>
              <a:gd name="connsiteX9-331" fmla="*/ 218783 w 3259303"/>
              <a:gd name="connsiteY9-332" fmla="*/ 2328074 h 3242474"/>
              <a:gd name="connsiteX10-333" fmla="*/ 1593187 w 3259303"/>
              <a:gd name="connsiteY10-334" fmla="*/ 1991485 h 3242474"/>
              <a:gd name="connsiteX11-335" fmla="*/ 1250989 w 3259303"/>
              <a:gd name="connsiteY11-336" fmla="*/ 959279 h 3242474"/>
              <a:gd name="connsiteX12-337" fmla="*/ 1065864 w 3259303"/>
              <a:gd name="connsiteY12-338" fmla="*/ 16828 h 3242474"/>
              <a:gd name="connsiteX0-339" fmla="*/ 1065864 w 3259303"/>
              <a:gd name="connsiteY0-340" fmla="*/ 16828 h 3242474"/>
              <a:gd name="connsiteX1-341" fmla="*/ 1464162 w 3259303"/>
              <a:gd name="connsiteY1-342" fmla="*/ 0 h 3242474"/>
              <a:gd name="connsiteX2-343" fmla="*/ 1682945 w 3259303"/>
              <a:gd name="connsiteY2-344" fmla="*/ 734886 h 3242474"/>
              <a:gd name="connsiteX3-345" fmla="*/ 2417830 w 3259303"/>
              <a:gd name="connsiteY3-346" fmla="*/ 560982 h 3242474"/>
              <a:gd name="connsiteX4-347" fmla="*/ 3259303 w 3259303"/>
              <a:gd name="connsiteY4-348" fmla="*/ 1828800 h 3242474"/>
              <a:gd name="connsiteX5-349" fmla="*/ 2311244 w 3259303"/>
              <a:gd name="connsiteY5-350" fmla="*/ 3107838 h 3242474"/>
              <a:gd name="connsiteX6-351" fmla="*/ 622689 w 3259303"/>
              <a:gd name="connsiteY6-352" fmla="*/ 2664663 h 3242474"/>
              <a:gd name="connsiteX7-353" fmla="*/ 398297 w 3259303"/>
              <a:gd name="connsiteY7-354" fmla="*/ 3242474 h 3242474"/>
              <a:gd name="connsiteX8-355" fmla="*/ 0 w 3259303"/>
              <a:gd name="connsiteY8-356" fmla="*/ 3236864 h 3242474"/>
              <a:gd name="connsiteX9-357" fmla="*/ 218783 w 3259303"/>
              <a:gd name="connsiteY9-358" fmla="*/ 2328074 h 3242474"/>
              <a:gd name="connsiteX10-359" fmla="*/ 1593187 w 3259303"/>
              <a:gd name="connsiteY10-360" fmla="*/ 1991485 h 3242474"/>
              <a:gd name="connsiteX11-361" fmla="*/ 1250989 w 3259303"/>
              <a:gd name="connsiteY11-362" fmla="*/ 959279 h 3242474"/>
              <a:gd name="connsiteX12-363" fmla="*/ 1065864 w 3259303"/>
              <a:gd name="connsiteY12-364" fmla="*/ 16828 h 3242474"/>
              <a:gd name="connsiteX0-365" fmla="*/ 1065864 w 3259303"/>
              <a:gd name="connsiteY0-366" fmla="*/ 16828 h 3242474"/>
              <a:gd name="connsiteX1-367" fmla="*/ 1464162 w 3259303"/>
              <a:gd name="connsiteY1-368" fmla="*/ 0 h 3242474"/>
              <a:gd name="connsiteX2-369" fmla="*/ 1682945 w 3259303"/>
              <a:gd name="connsiteY2-370" fmla="*/ 734886 h 3242474"/>
              <a:gd name="connsiteX3-371" fmla="*/ 2417830 w 3259303"/>
              <a:gd name="connsiteY3-372" fmla="*/ 560982 h 3242474"/>
              <a:gd name="connsiteX4-373" fmla="*/ 3259303 w 3259303"/>
              <a:gd name="connsiteY4-374" fmla="*/ 1828800 h 3242474"/>
              <a:gd name="connsiteX5-375" fmla="*/ 2311244 w 3259303"/>
              <a:gd name="connsiteY5-376" fmla="*/ 3107838 h 3242474"/>
              <a:gd name="connsiteX6-377" fmla="*/ 622689 w 3259303"/>
              <a:gd name="connsiteY6-378" fmla="*/ 2664663 h 3242474"/>
              <a:gd name="connsiteX7-379" fmla="*/ 398297 w 3259303"/>
              <a:gd name="connsiteY7-380" fmla="*/ 3242474 h 3242474"/>
              <a:gd name="connsiteX8-381" fmla="*/ 0 w 3259303"/>
              <a:gd name="connsiteY8-382" fmla="*/ 3236864 h 3242474"/>
              <a:gd name="connsiteX9-383" fmla="*/ 218783 w 3259303"/>
              <a:gd name="connsiteY9-384" fmla="*/ 2328074 h 3242474"/>
              <a:gd name="connsiteX10-385" fmla="*/ 1593187 w 3259303"/>
              <a:gd name="connsiteY10-386" fmla="*/ 1991485 h 3242474"/>
              <a:gd name="connsiteX11-387" fmla="*/ 1250989 w 3259303"/>
              <a:gd name="connsiteY11-388" fmla="*/ 959279 h 3242474"/>
              <a:gd name="connsiteX12-389" fmla="*/ 1065864 w 3259303"/>
              <a:gd name="connsiteY12-390" fmla="*/ 16828 h 3242474"/>
              <a:gd name="connsiteX0-391" fmla="*/ 1065864 w 3259303"/>
              <a:gd name="connsiteY0-392" fmla="*/ 16828 h 3242474"/>
              <a:gd name="connsiteX1-393" fmla="*/ 1464162 w 3259303"/>
              <a:gd name="connsiteY1-394" fmla="*/ 0 h 3242474"/>
              <a:gd name="connsiteX2-395" fmla="*/ 1682945 w 3259303"/>
              <a:gd name="connsiteY2-396" fmla="*/ 734886 h 3242474"/>
              <a:gd name="connsiteX3-397" fmla="*/ 2417830 w 3259303"/>
              <a:gd name="connsiteY3-398" fmla="*/ 560982 h 3242474"/>
              <a:gd name="connsiteX4-399" fmla="*/ 3259303 w 3259303"/>
              <a:gd name="connsiteY4-400" fmla="*/ 1828800 h 3242474"/>
              <a:gd name="connsiteX5-401" fmla="*/ 2311244 w 3259303"/>
              <a:gd name="connsiteY5-402" fmla="*/ 3107838 h 3242474"/>
              <a:gd name="connsiteX6-403" fmla="*/ 622689 w 3259303"/>
              <a:gd name="connsiteY6-404" fmla="*/ 2664663 h 3242474"/>
              <a:gd name="connsiteX7-405" fmla="*/ 398297 w 3259303"/>
              <a:gd name="connsiteY7-406" fmla="*/ 3242474 h 3242474"/>
              <a:gd name="connsiteX8-407" fmla="*/ 0 w 3259303"/>
              <a:gd name="connsiteY8-408" fmla="*/ 3236864 h 3242474"/>
              <a:gd name="connsiteX9-409" fmla="*/ 437566 w 3259303"/>
              <a:gd name="connsiteY9-410" fmla="*/ 2260757 h 3242474"/>
              <a:gd name="connsiteX10-411" fmla="*/ 1593187 w 3259303"/>
              <a:gd name="connsiteY10-412" fmla="*/ 1991485 h 3242474"/>
              <a:gd name="connsiteX11-413" fmla="*/ 1250989 w 3259303"/>
              <a:gd name="connsiteY11-414" fmla="*/ 959279 h 3242474"/>
              <a:gd name="connsiteX12-415" fmla="*/ 1065864 w 3259303"/>
              <a:gd name="connsiteY12-416" fmla="*/ 16828 h 3242474"/>
              <a:gd name="connsiteX0-417" fmla="*/ 1065864 w 3259303"/>
              <a:gd name="connsiteY0-418" fmla="*/ 16828 h 3242474"/>
              <a:gd name="connsiteX1-419" fmla="*/ 1464162 w 3259303"/>
              <a:gd name="connsiteY1-420" fmla="*/ 0 h 3242474"/>
              <a:gd name="connsiteX2-421" fmla="*/ 1682945 w 3259303"/>
              <a:gd name="connsiteY2-422" fmla="*/ 734886 h 3242474"/>
              <a:gd name="connsiteX3-423" fmla="*/ 2417830 w 3259303"/>
              <a:gd name="connsiteY3-424" fmla="*/ 560982 h 3242474"/>
              <a:gd name="connsiteX4-425" fmla="*/ 3259303 w 3259303"/>
              <a:gd name="connsiteY4-426" fmla="*/ 1828800 h 3242474"/>
              <a:gd name="connsiteX5-427" fmla="*/ 2311244 w 3259303"/>
              <a:gd name="connsiteY5-428" fmla="*/ 3107838 h 3242474"/>
              <a:gd name="connsiteX6-429" fmla="*/ 622689 w 3259303"/>
              <a:gd name="connsiteY6-430" fmla="*/ 2664663 h 3242474"/>
              <a:gd name="connsiteX7-431" fmla="*/ 398297 w 3259303"/>
              <a:gd name="connsiteY7-432" fmla="*/ 3242474 h 3242474"/>
              <a:gd name="connsiteX8-433" fmla="*/ 0 w 3259303"/>
              <a:gd name="connsiteY8-434" fmla="*/ 3236864 h 3242474"/>
              <a:gd name="connsiteX9-435" fmla="*/ 437566 w 3259303"/>
              <a:gd name="connsiteY9-436" fmla="*/ 2260757 h 3242474"/>
              <a:gd name="connsiteX10-437" fmla="*/ 1593187 w 3259303"/>
              <a:gd name="connsiteY10-438" fmla="*/ 1991485 h 3242474"/>
              <a:gd name="connsiteX11-439" fmla="*/ 1250989 w 3259303"/>
              <a:gd name="connsiteY11-440" fmla="*/ 959279 h 3242474"/>
              <a:gd name="connsiteX12-441" fmla="*/ 1065864 w 3259303"/>
              <a:gd name="connsiteY12-442" fmla="*/ 16828 h 3242474"/>
              <a:gd name="connsiteX0-443" fmla="*/ 1065864 w 3259303"/>
              <a:gd name="connsiteY0-444" fmla="*/ 16828 h 3242474"/>
              <a:gd name="connsiteX1-445" fmla="*/ 1464162 w 3259303"/>
              <a:gd name="connsiteY1-446" fmla="*/ 0 h 3242474"/>
              <a:gd name="connsiteX2-447" fmla="*/ 1682945 w 3259303"/>
              <a:gd name="connsiteY2-448" fmla="*/ 734886 h 3242474"/>
              <a:gd name="connsiteX3-449" fmla="*/ 2417830 w 3259303"/>
              <a:gd name="connsiteY3-450" fmla="*/ 560982 h 3242474"/>
              <a:gd name="connsiteX4-451" fmla="*/ 3259303 w 3259303"/>
              <a:gd name="connsiteY4-452" fmla="*/ 1828800 h 3242474"/>
              <a:gd name="connsiteX5-453" fmla="*/ 2311244 w 3259303"/>
              <a:gd name="connsiteY5-454" fmla="*/ 3107838 h 3242474"/>
              <a:gd name="connsiteX6-455" fmla="*/ 622689 w 3259303"/>
              <a:gd name="connsiteY6-456" fmla="*/ 2664663 h 3242474"/>
              <a:gd name="connsiteX7-457" fmla="*/ 398297 w 3259303"/>
              <a:gd name="connsiteY7-458" fmla="*/ 3242474 h 3242474"/>
              <a:gd name="connsiteX8-459" fmla="*/ 0 w 3259303"/>
              <a:gd name="connsiteY8-460" fmla="*/ 3236864 h 3242474"/>
              <a:gd name="connsiteX9-461" fmla="*/ 448785 w 3259303"/>
              <a:gd name="connsiteY9-462" fmla="*/ 2232708 h 3242474"/>
              <a:gd name="connsiteX10-463" fmla="*/ 1593187 w 3259303"/>
              <a:gd name="connsiteY10-464" fmla="*/ 1991485 h 3242474"/>
              <a:gd name="connsiteX11-465" fmla="*/ 1250989 w 3259303"/>
              <a:gd name="connsiteY11-466" fmla="*/ 959279 h 3242474"/>
              <a:gd name="connsiteX12-467" fmla="*/ 1065864 w 3259303"/>
              <a:gd name="connsiteY12-468" fmla="*/ 16828 h 3242474"/>
              <a:gd name="connsiteX0-469" fmla="*/ 1065864 w 3259303"/>
              <a:gd name="connsiteY0-470" fmla="*/ 16828 h 3242474"/>
              <a:gd name="connsiteX1-471" fmla="*/ 1464162 w 3259303"/>
              <a:gd name="connsiteY1-472" fmla="*/ 0 h 3242474"/>
              <a:gd name="connsiteX2-473" fmla="*/ 1682945 w 3259303"/>
              <a:gd name="connsiteY2-474" fmla="*/ 734886 h 3242474"/>
              <a:gd name="connsiteX3-475" fmla="*/ 2417830 w 3259303"/>
              <a:gd name="connsiteY3-476" fmla="*/ 560982 h 3242474"/>
              <a:gd name="connsiteX4-477" fmla="*/ 3259303 w 3259303"/>
              <a:gd name="connsiteY4-478" fmla="*/ 1828800 h 3242474"/>
              <a:gd name="connsiteX5-479" fmla="*/ 2311244 w 3259303"/>
              <a:gd name="connsiteY5-480" fmla="*/ 3107838 h 3242474"/>
              <a:gd name="connsiteX6-481" fmla="*/ 622689 w 3259303"/>
              <a:gd name="connsiteY6-482" fmla="*/ 2664663 h 3242474"/>
              <a:gd name="connsiteX7-483" fmla="*/ 398297 w 3259303"/>
              <a:gd name="connsiteY7-484" fmla="*/ 3242474 h 3242474"/>
              <a:gd name="connsiteX8-485" fmla="*/ 0 w 3259303"/>
              <a:gd name="connsiteY8-486" fmla="*/ 3236864 h 3242474"/>
              <a:gd name="connsiteX9-487" fmla="*/ 448785 w 3259303"/>
              <a:gd name="connsiteY9-488" fmla="*/ 2232708 h 3242474"/>
              <a:gd name="connsiteX10-489" fmla="*/ 1593187 w 3259303"/>
              <a:gd name="connsiteY10-490" fmla="*/ 1991485 h 3242474"/>
              <a:gd name="connsiteX11-491" fmla="*/ 1250989 w 3259303"/>
              <a:gd name="connsiteY11-492" fmla="*/ 959279 h 3242474"/>
              <a:gd name="connsiteX12-493" fmla="*/ 1065864 w 3259303"/>
              <a:gd name="connsiteY12-494" fmla="*/ 16828 h 3242474"/>
              <a:gd name="connsiteX0-495" fmla="*/ 1065864 w 3259303"/>
              <a:gd name="connsiteY0-496" fmla="*/ 16828 h 3242474"/>
              <a:gd name="connsiteX1-497" fmla="*/ 1464162 w 3259303"/>
              <a:gd name="connsiteY1-498" fmla="*/ 0 h 3242474"/>
              <a:gd name="connsiteX2-499" fmla="*/ 1682945 w 3259303"/>
              <a:gd name="connsiteY2-500" fmla="*/ 734886 h 3242474"/>
              <a:gd name="connsiteX3-501" fmla="*/ 2417830 w 3259303"/>
              <a:gd name="connsiteY3-502" fmla="*/ 560982 h 3242474"/>
              <a:gd name="connsiteX4-503" fmla="*/ 3259303 w 3259303"/>
              <a:gd name="connsiteY4-504" fmla="*/ 1828800 h 3242474"/>
              <a:gd name="connsiteX5-505" fmla="*/ 2311244 w 3259303"/>
              <a:gd name="connsiteY5-506" fmla="*/ 3107838 h 3242474"/>
              <a:gd name="connsiteX6-507" fmla="*/ 622689 w 3259303"/>
              <a:gd name="connsiteY6-508" fmla="*/ 2664663 h 3242474"/>
              <a:gd name="connsiteX7-509" fmla="*/ 398297 w 3259303"/>
              <a:gd name="connsiteY7-510" fmla="*/ 3242474 h 3242474"/>
              <a:gd name="connsiteX8-511" fmla="*/ 0 w 3259303"/>
              <a:gd name="connsiteY8-512" fmla="*/ 3236864 h 3242474"/>
              <a:gd name="connsiteX9-513" fmla="*/ 448785 w 3259303"/>
              <a:gd name="connsiteY9-514" fmla="*/ 2232708 h 3242474"/>
              <a:gd name="connsiteX10-515" fmla="*/ 1593187 w 3259303"/>
              <a:gd name="connsiteY10-516" fmla="*/ 1991485 h 3242474"/>
              <a:gd name="connsiteX11-517" fmla="*/ 1250989 w 3259303"/>
              <a:gd name="connsiteY11-518" fmla="*/ 959279 h 3242474"/>
              <a:gd name="connsiteX12-519" fmla="*/ 1065864 w 3259303"/>
              <a:gd name="connsiteY12-520" fmla="*/ 16828 h 3242474"/>
              <a:gd name="connsiteX0-521" fmla="*/ 1065864 w 3259303"/>
              <a:gd name="connsiteY0-522" fmla="*/ 16828 h 3242474"/>
              <a:gd name="connsiteX1-523" fmla="*/ 1464162 w 3259303"/>
              <a:gd name="connsiteY1-524" fmla="*/ 0 h 3242474"/>
              <a:gd name="connsiteX2-525" fmla="*/ 1682945 w 3259303"/>
              <a:gd name="connsiteY2-526" fmla="*/ 734886 h 3242474"/>
              <a:gd name="connsiteX3-527" fmla="*/ 2417830 w 3259303"/>
              <a:gd name="connsiteY3-528" fmla="*/ 560982 h 3242474"/>
              <a:gd name="connsiteX4-529" fmla="*/ 3259303 w 3259303"/>
              <a:gd name="connsiteY4-530" fmla="*/ 1828800 h 3242474"/>
              <a:gd name="connsiteX5-531" fmla="*/ 2311244 w 3259303"/>
              <a:gd name="connsiteY5-532" fmla="*/ 3107838 h 3242474"/>
              <a:gd name="connsiteX6-533" fmla="*/ 622689 w 3259303"/>
              <a:gd name="connsiteY6-534" fmla="*/ 2664663 h 3242474"/>
              <a:gd name="connsiteX7-535" fmla="*/ 398297 w 3259303"/>
              <a:gd name="connsiteY7-536" fmla="*/ 3242474 h 3242474"/>
              <a:gd name="connsiteX8-537" fmla="*/ 0 w 3259303"/>
              <a:gd name="connsiteY8-538" fmla="*/ 3236864 h 3242474"/>
              <a:gd name="connsiteX9-539" fmla="*/ 448785 w 3259303"/>
              <a:gd name="connsiteY9-540" fmla="*/ 2232708 h 3242474"/>
              <a:gd name="connsiteX10-541" fmla="*/ 1593187 w 3259303"/>
              <a:gd name="connsiteY10-542" fmla="*/ 1991485 h 3242474"/>
              <a:gd name="connsiteX11-543" fmla="*/ 1250989 w 3259303"/>
              <a:gd name="connsiteY11-544" fmla="*/ 959279 h 3242474"/>
              <a:gd name="connsiteX12-545" fmla="*/ 1065864 w 3259303"/>
              <a:gd name="connsiteY12-546" fmla="*/ 16828 h 3242474"/>
              <a:gd name="connsiteX0-547" fmla="*/ 1065864 w 3259303"/>
              <a:gd name="connsiteY0-548" fmla="*/ 16828 h 3242474"/>
              <a:gd name="connsiteX1-549" fmla="*/ 1464162 w 3259303"/>
              <a:gd name="connsiteY1-550" fmla="*/ 0 h 3242474"/>
              <a:gd name="connsiteX2-551" fmla="*/ 1682945 w 3259303"/>
              <a:gd name="connsiteY2-552" fmla="*/ 734886 h 3242474"/>
              <a:gd name="connsiteX3-553" fmla="*/ 2417830 w 3259303"/>
              <a:gd name="connsiteY3-554" fmla="*/ 560982 h 3242474"/>
              <a:gd name="connsiteX4-555" fmla="*/ 3259303 w 3259303"/>
              <a:gd name="connsiteY4-556" fmla="*/ 1828800 h 3242474"/>
              <a:gd name="connsiteX5-557" fmla="*/ 2311244 w 3259303"/>
              <a:gd name="connsiteY5-558" fmla="*/ 3107838 h 3242474"/>
              <a:gd name="connsiteX6-559" fmla="*/ 622689 w 3259303"/>
              <a:gd name="connsiteY6-560" fmla="*/ 2664663 h 3242474"/>
              <a:gd name="connsiteX7-561" fmla="*/ 398297 w 3259303"/>
              <a:gd name="connsiteY7-562" fmla="*/ 3242474 h 3242474"/>
              <a:gd name="connsiteX8-563" fmla="*/ 0 w 3259303"/>
              <a:gd name="connsiteY8-564" fmla="*/ 3236864 h 3242474"/>
              <a:gd name="connsiteX9-565" fmla="*/ 448785 w 3259303"/>
              <a:gd name="connsiteY9-566" fmla="*/ 2232708 h 3242474"/>
              <a:gd name="connsiteX10-567" fmla="*/ 1593187 w 3259303"/>
              <a:gd name="connsiteY10-568" fmla="*/ 1991485 h 3242474"/>
              <a:gd name="connsiteX11-569" fmla="*/ 1250989 w 3259303"/>
              <a:gd name="connsiteY11-570" fmla="*/ 959279 h 3242474"/>
              <a:gd name="connsiteX12-571" fmla="*/ 1065864 w 3259303"/>
              <a:gd name="connsiteY12-572" fmla="*/ 16828 h 3242474"/>
              <a:gd name="connsiteX0-573" fmla="*/ 1065864 w 3259303"/>
              <a:gd name="connsiteY0-574" fmla="*/ 16828 h 3242474"/>
              <a:gd name="connsiteX1-575" fmla="*/ 1464162 w 3259303"/>
              <a:gd name="connsiteY1-576" fmla="*/ 0 h 3242474"/>
              <a:gd name="connsiteX2-577" fmla="*/ 1682945 w 3259303"/>
              <a:gd name="connsiteY2-578" fmla="*/ 734886 h 3242474"/>
              <a:gd name="connsiteX3-579" fmla="*/ 2417830 w 3259303"/>
              <a:gd name="connsiteY3-580" fmla="*/ 560982 h 3242474"/>
              <a:gd name="connsiteX4-581" fmla="*/ 3259303 w 3259303"/>
              <a:gd name="connsiteY4-582" fmla="*/ 1828800 h 3242474"/>
              <a:gd name="connsiteX5-583" fmla="*/ 2311244 w 3259303"/>
              <a:gd name="connsiteY5-584" fmla="*/ 3107838 h 3242474"/>
              <a:gd name="connsiteX6-585" fmla="*/ 622689 w 3259303"/>
              <a:gd name="connsiteY6-586" fmla="*/ 2664663 h 3242474"/>
              <a:gd name="connsiteX7-587" fmla="*/ 398297 w 3259303"/>
              <a:gd name="connsiteY7-588" fmla="*/ 3242474 h 3242474"/>
              <a:gd name="connsiteX8-589" fmla="*/ 0 w 3259303"/>
              <a:gd name="connsiteY8-590" fmla="*/ 3236864 h 3242474"/>
              <a:gd name="connsiteX9-591" fmla="*/ 448785 w 3259303"/>
              <a:gd name="connsiteY9-592" fmla="*/ 2232708 h 3242474"/>
              <a:gd name="connsiteX10-593" fmla="*/ 1593187 w 3259303"/>
              <a:gd name="connsiteY10-594" fmla="*/ 1991485 h 3242474"/>
              <a:gd name="connsiteX11-595" fmla="*/ 1250989 w 3259303"/>
              <a:gd name="connsiteY11-596" fmla="*/ 959279 h 3242474"/>
              <a:gd name="connsiteX12-597" fmla="*/ 1065864 w 3259303"/>
              <a:gd name="connsiteY12-598" fmla="*/ 16828 h 3242474"/>
              <a:gd name="connsiteX0-599" fmla="*/ 1065864 w 3259303"/>
              <a:gd name="connsiteY0-600" fmla="*/ 16828 h 3242474"/>
              <a:gd name="connsiteX1-601" fmla="*/ 1464162 w 3259303"/>
              <a:gd name="connsiteY1-602" fmla="*/ 0 h 3242474"/>
              <a:gd name="connsiteX2-603" fmla="*/ 1682945 w 3259303"/>
              <a:gd name="connsiteY2-604" fmla="*/ 734886 h 3242474"/>
              <a:gd name="connsiteX3-605" fmla="*/ 2417830 w 3259303"/>
              <a:gd name="connsiteY3-606" fmla="*/ 560982 h 3242474"/>
              <a:gd name="connsiteX4-607" fmla="*/ 3259303 w 3259303"/>
              <a:gd name="connsiteY4-608" fmla="*/ 1828800 h 3242474"/>
              <a:gd name="connsiteX5-609" fmla="*/ 2311244 w 3259303"/>
              <a:gd name="connsiteY5-610" fmla="*/ 3107838 h 3242474"/>
              <a:gd name="connsiteX6-611" fmla="*/ 622689 w 3259303"/>
              <a:gd name="connsiteY6-612" fmla="*/ 2664663 h 3242474"/>
              <a:gd name="connsiteX7-613" fmla="*/ 398297 w 3259303"/>
              <a:gd name="connsiteY7-614" fmla="*/ 3242474 h 3242474"/>
              <a:gd name="connsiteX8-615" fmla="*/ 0 w 3259303"/>
              <a:gd name="connsiteY8-616" fmla="*/ 3236864 h 3242474"/>
              <a:gd name="connsiteX9-617" fmla="*/ 448785 w 3259303"/>
              <a:gd name="connsiteY9-618" fmla="*/ 2232708 h 3242474"/>
              <a:gd name="connsiteX10-619" fmla="*/ 1576358 w 3259303"/>
              <a:gd name="connsiteY10-620" fmla="*/ 1991485 h 3242474"/>
              <a:gd name="connsiteX11-621" fmla="*/ 1250989 w 3259303"/>
              <a:gd name="connsiteY11-622" fmla="*/ 959279 h 3242474"/>
              <a:gd name="connsiteX12-623" fmla="*/ 1065864 w 3259303"/>
              <a:gd name="connsiteY12-624" fmla="*/ 16828 h 3242474"/>
              <a:gd name="connsiteX0-625" fmla="*/ 1065864 w 3259303"/>
              <a:gd name="connsiteY0-626" fmla="*/ 16828 h 3242474"/>
              <a:gd name="connsiteX1-627" fmla="*/ 1464162 w 3259303"/>
              <a:gd name="connsiteY1-628" fmla="*/ 0 h 3242474"/>
              <a:gd name="connsiteX2-629" fmla="*/ 1682945 w 3259303"/>
              <a:gd name="connsiteY2-630" fmla="*/ 734886 h 3242474"/>
              <a:gd name="connsiteX3-631" fmla="*/ 2417830 w 3259303"/>
              <a:gd name="connsiteY3-632" fmla="*/ 560982 h 3242474"/>
              <a:gd name="connsiteX4-633" fmla="*/ 3259303 w 3259303"/>
              <a:gd name="connsiteY4-634" fmla="*/ 1828800 h 3242474"/>
              <a:gd name="connsiteX5-635" fmla="*/ 2311244 w 3259303"/>
              <a:gd name="connsiteY5-636" fmla="*/ 3107838 h 3242474"/>
              <a:gd name="connsiteX6-637" fmla="*/ 622689 w 3259303"/>
              <a:gd name="connsiteY6-638" fmla="*/ 2664663 h 3242474"/>
              <a:gd name="connsiteX7-639" fmla="*/ 398297 w 3259303"/>
              <a:gd name="connsiteY7-640" fmla="*/ 3242474 h 3242474"/>
              <a:gd name="connsiteX8-641" fmla="*/ 0 w 3259303"/>
              <a:gd name="connsiteY8-642" fmla="*/ 3236864 h 3242474"/>
              <a:gd name="connsiteX9-643" fmla="*/ 448785 w 3259303"/>
              <a:gd name="connsiteY9-644" fmla="*/ 2232708 h 3242474"/>
              <a:gd name="connsiteX10-645" fmla="*/ 1576358 w 3259303"/>
              <a:gd name="connsiteY10-646" fmla="*/ 1991485 h 3242474"/>
              <a:gd name="connsiteX11-647" fmla="*/ 1250989 w 3259303"/>
              <a:gd name="connsiteY11-648" fmla="*/ 959279 h 3242474"/>
              <a:gd name="connsiteX12-649" fmla="*/ 1065864 w 3259303"/>
              <a:gd name="connsiteY12-650" fmla="*/ 16828 h 3242474"/>
              <a:gd name="connsiteX0-651" fmla="*/ 1004156 w 3197595"/>
              <a:gd name="connsiteY0-652" fmla="*/ 16828 h 3242474"/>
              <a:gd name="connsiteX1-653" fmla="*/ 1402454 w 3197595"/>
              <a:gd name="connsiteY1-654" fmla="*/ 0 h 3242474"/>
              <a:gd name="connsiteX2-655" fmla="*/ 1621237 w 3197595"/>
              <a:gd name="connsiteY2-656" fmla="*/ 734886 h 3242474"/>
              <a:gd name="connsiteX3-657" fmla="*/ 2356122 w 3197595"/>
              <a:gd name="connsiteY3-658" fmla="*/ 560982 h 3242474"/>
              <a:gd name="connsiteX4-659" fmla="*/ 3197595 w 3197595"/>
              <a:gd name="connsiteY4-660" fmla="*/ 1828800 h 3242474"/>
              <a:gd name="connsiteX5-661" fmla="*/ 2249536 w 3197595"/>
              <a:gd name="connsiteY5-662" fmla="*/ 3107838 h 3242474"/>
              <a:gd name="connsiteX6-663" fmla="*/ 560981 w 3197595"/>
              <a:gd name="connsiteY6-664" fmla="*/ 2664663 h 3242474"/>
              <a:gd name="connsiteX7-665" fmla="*/ 336589 w 3197595"/>
              <a:gd name="connsiteY7-666" fmla="*/ 3242474 h 3242474"/>
              <a:gd name="connsiteX8-667" fmla="*/ 0 w 3197595"/>
              <a:gd name="connsiteY8-668" fmla="*/ 3236864 h 3242474"/>
              <a:gd name="connsiteX9-669" fmla="*/ 387077 w 3197595"/>
              <a:gd name="connsiteY9-670" fmla="*/ 2232708 h 3242474"/>
              <a:gd name="connsiteX10-671" fmla="*/ 1514650 w 3197595"/>
              <a:gd name="connsiteY10-672" fmla="*/ 1991485 h 3242474"/>
              <a:gd name="connsiteX11-673" fmla="*/ 1189281 w 3197595"/>
              <a:gd name="connsiteY11-674" fmla="*/ 959279 h 3242474"/>
              <a:gd name="connsiteX12-675" fmla="*/ 1004156 w 3197595"/>
              <a:gd name="connsiteY12-676" fmla="*/ 16828 h 3242474"/>
              <a:gd name="connsiteX0-677" fmla="*/ 1011476 w 3204915"/>
              <a:gd name="connsiteY0-678" fmla="*/ 16828 h 3242474"/>
              <a:gd name="connsiteX1-679" fmla="*/ 1409774 w 3204915"/>
              <a:gd name="connsiteY1-680" fmla="*/ 0 h 3242474"/>
              <a:gd name="connsiteX2-681" fmla="*/ 1628557 w 3204915"/>
              <a:gd name="connsiteY2-682" fmla="*/ 734886 h 3242474"/>
              <a:gd name="connsiteX3-683" fmla="*/ 2363442 w 3204915"/>
              <a:gd name="connsiteY3-684" fmla="*/ 560982 h 3242474"/>
              <a:gd name="connsiteX4-685" fmla="*/ 3204915 w 3204915"/>
              <a:gd name="connsiteY4-686" fmla="*/ 1828800 h 3242474"/>
              <a:gd name="connsiteX5-687" fmla="*/ 2256856 w 3204915"/>
              <a:gd name="connsiteY5-688" fmla="*/ 3107838 h 3242474"/>
              <a:gd name="connsiteX6-689" fmla="*/ 568301 w 3204915"/>
              <a:gd name="connsiteY6-690" fmla="*/ 2664663 h 3242474"/>
              <a:gd name="connsiteX7-691" fmla="*/ 343909 w 3204915"/>
              <a:gd name="connsiteY7-692" fmla="*/ 3242474 h 3242474"/>
              <a:gd name="connsiteX8-693" fmla="*/ 7320 w 3204915"/>
              <a:gd name="connsiteY8-694" fmla="*/ 3236864 h 3242474"/>
              <a:gd name="connsiteX9-695" fmla="*/ 394397 w 3204915"/>
              <a:gd name="connsiteY9-696" fmla="*/ 2232708 h 3242474"/>
              <a:gd name="connsiteX10-697" fmla="*/ 1521970 w 3204915"/>
              <a:gd name="connsiteY10-698" fmla="*/ 1991485 h 3242474"/>
              <a:gd name="connsiteX11-699" fmla="*/ 1196601 w 3204915"/>
              <a:gd name="connsiteY11-700" fmla="*/ 959279 h 3242474"/>
              <a:gd name="connsiteX12-701" fmla="*/ 1011476 w 3204915"/>
              <a:gd name="connsiteY12-702" fmla="*/ 16828 h 3242474"/>
              <a:gd name="connsiteX0-703" fmla="*/ 1007292 w 3200731"/>
              <a:gd name="connsiteY0-704" fmla="*/ 16828 h 3242474"/>
              <a:gd name="connsiteX1-705" fmla="*/ 1405590 w 3200731"/>
              <a:gd name="connsiteY1-706" fmla="*/ 0 h 3242474"/>
              <a:gd name="connsiteX2-707" fmla="*/ 1624373 w 3200731"/>
              <a:gd name="connsiteY2-708" fmla="*/ 734886 h 3242474"/>
              <a:gd name="connsiteX3-709" fmla="*/ 2359258 w 3200731"/>
              <a:gd name="connsiteY3-710" fmla="*/ 560982 h 3242474"/>
              <a:gd name="connsiteX4-711" fmla="*/ 3200731 w 3200731"/>
              <a:gd name="connsiteY4-712" fmla="*/ 1828800 h 3242474"/>
              <a:gd name="connsiteX5-713" fmla="*/ 2252672 w 3200731"/>
              <a:gd name="connsiteY5-714" fmla="*/ 3107838 h 3242474"/>
              <a:gd name="connsiteX6-715" fmla="*/ 564117 w 3200731"/>
              <a:gd name="connsiteY6-716" fmla="*/ 2664663 h 3242474"/>
              <a:gd name="connsiteX7-717" fmla="*/ 339725 w 3200731"/>
              <a:gd name="connsiteY7-718" fmla="*/ 3242474 h 3242474"/>
              <a:gd name="connsiteX8-719" fmla="*/ 3136 w 3200731"/>
              <a:gd name="connsiteY8-720" fmla="*/ 3236864 h 3242474"/>
              <a:gd name="connsiteX9-721" fmla="*/ 390213 w 3200731"/>
              <a:gd name="connsiteY9-722" fmla="*/ 2232708 h 3242474"/>
              <a:gd name="connsiteX10-723" fmla="*/ 1517786 w 3200731"/>
              <a:gd name="connsiteY10-724" fmla="*/ 1991485 h 3242474"/>
              <a:gd name="connsiteX11-725" fmla="*/ 1192417 w 3200731"/>
              <a:gd name="connsiteY11-726" fmla="*/ 959279 h 3242474"/>
              <a:gd name="connsiteX12-727" fmla="*/ 1007292 w 3200731"/>
              <a:gd name="connsiteY12-728" fmla="*/ 16828 h 3242474"/>
              <a:gd name="connsiteX0-729" fmla="*/ 1051443 w 3244882"/>
              <a:gd name="connsiteY0-730" fmla="*/ 16828 h 3242474"/>
              <a:gd name="connsiteX1-731" fmla="*/ 1449741 w 3244882"/>
              <a:gd name="connsiteY1-732" fmla="*/ 0 h 3242474"/>
              <a:gd name="connsiteX2-733" fmla="*/ 1668524 w 3244882"/>
              <a:gd name="connsiteY2-734" fmla="*/ 734886 h 3242474"/>
              <a:gd name="connsiteX3-735" fmla="*/ 2403409 w 3244882"/>
              <a:gd name="connsiteY3-736" fmla="*/ 560982 h 3242474"/>
              <a:gd name="connsiteX4-737" fmla="*/ 3244882 w 3244882"/>
              <a:gd name="connsiteY4-738" fmla="*/ 1828800 h 3242474"/>
              <a:gd name="connsiteX5-739" fmla="*/ 2296823 w 3244882"/>
              <a:gd name="connsiteY5-740" fmla="*/ 3107838 h 3242474"/>
              <a:gd name="connsiteX6-741" fmla="*/ 608268 w 3244882"/>
              <a:gd name="connsiteY6-742" fmla="*/ 2664663 h 3242474"/>
              <a:gd name="connsiteX7-743" fmla="*/ 383876 w 3244882"/>
              <a:gd name="connsiteY7-744" fmla="*/ 3242474 h 3242474"/>
              <a:gd name="connsiteX8-745" fmla="*/ 2408 w 3244882"/>
              <a:gd name="connsiteY8-746" fmla="*/ 3236864 h 3242474"/>
              <a:gd name="connsiteX9-747" fmla="*/ 434364 w 3244882"/>
              <a:gd name="connsiteY9-748" fmla="*/ 2232708 h 3242474"/>
              <a:gd name="connsiteX10-749" fmla="*/ 1561937 w 3244882"/>
              <a:gd name="connsiteY10-750" fmla="*/ 1991485 h 3242474"/>
              <a:gd name="connsiteX11-751" fmla="*/ 1236568 w 3244882"/>
              <a:gd name="connsiteY11-752" fmla="*/ 959279 h 3242474"/>
              <a:gd name="connsiteX12-753" fmla="*/ 1051443 w 3244882"/>
              <a:gd name="connsiteY12-754" fmla="*/ 16828 h 3242474"/>
              <a:gd name="connsiteX0-755" fmla="*/ 1049313 w 3242752"/>
              <a:gd name="connsiteY0-756" fmla="*/ 16828 h 3242474"/>
              <a:gd name="connsiteX1-757" fmla="*/ 1447611 w 3242752"/>
              <a:gd name="connsiteY1-758" fmla="*/ 0 h 3242474"/>
              <a:gd name="connsiteX2-759" fmla="*/ 1666394 w 3242752"/>
              <a:gd name="connsiteY2-760" fmla="*/ 734886 h 3242474"/>
              <a:gd name="connsiteX3-761" fmla="*/ 2401279 w 3242752"/>
              <a:gd name="connsiteY3-762" fmla="*/ 560982 h 3242474"/>
              <a:gd name="connsiteX4-763" fmla="*/ 3242752 w 3242752"/>
              <a:gd name="connsiteY4-764" fmla="*/ 1828800 h 3242474"/>
              <a:gd name="connsiteX5-765" fmla="*/ 2294693 w 3242752"/>
              <a:gd name="connsiteY5-766" fmla="*/ 3107838 h 3242474"/>
              <a:gd name="connsiteX6-767" fmla="*/ 606138 w 3242752"/>
              <a:gd name="connsiteY6-768" fmla="*/ 2664663 h 3242474"/>
              <a:gd name="connsiteX7-769" fmla="*/ 381746 w 3242752"/>
              <a:gd name="connsiteY7-770" fmla="*/ 3242474 h 3242474"/>
              <a:gd name="connsiteX8-771" fmla="*/ 278 w 3242752"/>
              <a:gd name="connsiteY8-772" fmla="*/ 3236864 h 3242474"/>
              <a:gd name="connsiteX9-773" fmla="*/ 432234 w 3242752"/>
              <a:gd name="connsiteY9-774" fmla="*/ 2232708 h 3242474"/>
              <a:gd name="connsiteX10-775" fmla="*/ 1559807 w 3242752"/>
              <a:gd name="connsiteY10-776" fmla="*/ 1991485 h 3242474"/>
              <a:gd name="connsiteX11-777" fmla="*/ 1234438 w 3242752"/>
              <a:gd name="connsiteY11-778" fmla="*/ 959279 h 3242474"/>
              <a:gd name="connsiteX12-779" fmla="*/ 1049313 w 3242752"/>
              <a:gd name="connsiteY12-780" fmla="*/ 16828 h 3242474"/>
              <a:gd name="connsiteX0-781" fmla="*/ 1049035 w 3242474"/>
              <a:gd name="connsiteY0-782" fmla="*/ 16828 h 3242474"/>
              <a:gd name="connsiteX1-783" fmla="*/ 1447333 w 3242474"/>
              <a:gd name="connsiteY1-784" fmla="*/ 0 h 3242474"/>
              <a:gd name="connsiteX2-785" fmla="*/ 1666116 w 3242474"/>
              <a:gd name="connsiteY2-786" fmla="*/ 734886 h 3242474"/>
              <a:gd name="connsiteX3-787" fmla="*/ 2401001 w 3242474"/>
              <a:gd name="connsiteY3-788" fmla="*/ 560982 h 3242474"/>
              <a:gd name="connsiteX4-789" fmla="*/ 3242474 w 3242474"/>
              <a:gd name="connsiteY4-790" fmla="*/ 1828800 h 3242474"/>
              <a:gd name="connsiteX5-791" fmla="*/ 2294415 w 3242474"/>
              <a:gd name="connsiteY5-792" fmla="*/ 3107838 h 3242474"/>
              <a:gd name="connsiteX6-793" fmla="*/ 605860 w 3242474"/>
              <a:gd name="connsiteY6-794" fmla="*/ 2664663 h 3242474"/>
              <a:gd name="connsiteX7-795" fmla="*/ 381468 w 3242474"/>
              <a:gd name="connsiteY7-796" fmla="*/ 3242474 h 3242474"/>
              <a:gd name="connsiteX8-797" fmla="*/ 0 w 3242474"/>
              <a:gd name="connsiteY8-798" fmla="*/ 3236864 h 3242474"/>
              <a:gd name="connsiteX9-799" fmla="*/ 431956 w 3242474"/>
              <a:gd name="connsiteY9-800" fmla="*/ 2232708 h 3242474"/>
              <a:gd name="connsiteX10-801" fmla="*/ 1559529 w 3242474"/>
              <a:gd name="connsiteY10-802" fmla="*/ 1991485 h 3242474"/>
              <a:gd name="connsiteX11-803" fmla="*/ 1234160 w 3242474"/>
              <a:gd name="connsiteY11-804" fmla="*/ 959279 h 3242474"/>
              <a:gd name="connsiteX12-805" fmla="*/ 1049035 w 3242474"/>
              <a:gd name="connsiteY12-806" fmla="*/ 16828 h 3242474"/>
              <a:gd name="connsiteX0-807" fmla="*/ 1049035 w 3242474"/>
              <a:gd name="connsiteY0-808" fmla="*/ 16828 h 3242474"/>
              <a:gd name="connsiteX1-809" fmla="*/ 1447333 w 3242474"/>
              <a:gd name="connsiteY1-810" fmla="*/ 0 h 3242474"/>
              <a:gd name="connsiteX2-811" fmla="*/ 1666116 w 3242474"/>
              <a:gd name="connsiteY2-812" fmla="*/ 734886 h 3242474"/>
              <a:gd name="connsiteX3-813" fmla="*/ 2401001 w 3242474"/>
              <a:gd name="connsiteY3-814" fmla="*/ 560982 h 3242474"/>
              <a:gd name="connsiteX4-815" fmla="*/ 3242474 w 3242474"/>
              <a:gd name="connsiteY4-816" fmla="*/ 1828800 h 3242474"/>
              <a:gd name="connsiteX5-817" fmla="*/ 2294415 w 3242474"/>
              <a:gd name="connsiteY5-818" fmla="*/ 3107838 h 3242474"/>
              <a:gd name="connsiteX6-819" fmla="*/ 605860 w 3242474"/>
              <a:gd name="connsiteY6-820" fmla="*/ 2664663 h 3242474"/>
              <a:gd name="connsiteX7-821" fmla="*/ 381468 w 3242474"/>
              <a:gd name="connsiteY7-822" fmla="*/ 3242474 h 3242474"/>
              <a:gd name="connsiteX8-823" fmla="*/ 0 w 3242474"/>
              <a:gd name="connsiteY8-824" fmla="*/ 3236864 h 3242474"/>
              <a:gd name="connsiteX9-825" fmla="*/ 431956 w 3242474"/>
              <a:gd name="connsiteY9-826" fmla="*/ 2232708 h 3242474"/>
              <a:gd name="connsiteX10-827" fmla="*/ 1559529 w 3242474"/>
              <a:gd name="connsiteY10-828" fmla="*/ 1991485 h 3242474"/>
              <a:gd name="connsiteX11-829" fmla="*/ 1234160 w 3242474"/>
              <a:gd name="connsiteY11-830" fmla="*/ 959279 h 3242474"/>
              <a:gd name="connsiteX12-831" fmla="*/ 1049035 w 3242474"/>
              <a:gd name="connsiteY12-832" fmla="*/ 16828 h 3242474"/>
              <a:gd name="connsiteX0-833" fmla="*/ 1049035 w 3242474"/>
              <a:gd name="connsiteY0-834" fmla="*/ 16828 h 3242474"/>
              <a:gd name="connsiteX1-835" fmla="*/ 1447333 w 3242474"/>
              <a:gd name="connsiteY1-836" fmla="*/ 0 h 3242474"/>
              <a:gd name="connsiteX2-837" fmla="*/ 1666116 w 3242474"/>
              <a:gd name="connsiteY2-838" fmla="*/ 734886 h 3242474"/>
              <a:gd name="connsiteX3-839" fmla="*/ 2401001 w 3242474"/>
              <a:gd name="connsiteY3-840" fmla="*/ 560982 h 3242474"/>
              <a:gd name="connsiteX4-841" fmla="*/ 3242474 w 3242474"/>
              <a:gd name="connsiteY4-842" fmla="*/ 1828800 h 3242474"/>
              <a:gd name="connsiteX5-843" fmla="*/ 2294415 w 3242474"/>
              <a:gd name="connsiteY5-844" fmla="*/ 3107838 h 3242474"/>
              <a:gd name="connsiteX6-845" fmla="*/ 605860 w 3242474"/>
              <a:gd name="connsiteY6-846" fmla="*/ 2664663 h 3242474"/>
              <a:gd name="connsiteX7-847" fmla="*/ 381468 w 3242474"/>
              <a:gd name="connsiteY7-848" fmla="*/ 3242474 h 3242474"/>
              <a:gd name="connsiteX8-849" fmla="*/ 0 w 3242474"/>
              <a:gd name="connsiteY8-850" fmla="*/ 3236864 h 3242474"/>
              <a:gd name="connsiteX9-851" fmla="*/ 431956 w 3242474"/>
              <a:gd name="connsiteY9-852" fmla="*/ 2232708 h 3242474"/>
              <a:gd name="connsiteX10-853" fmla="*/ 1559529 w 3242474"/>
              <a:gd name="connsiteY10-854" fmla="*/ 1991485 h 3242474"/>
              <a:gd name="connsiteX11-855" fmla="*/ 1234160 w 3242474"/>
              <a:gd name="connsiteY11-856" fmla="*/ 959279 h 3242474"/>
              <a:gd name="connsiteX12-857" fmla="*/ 1049035 w 3242474"/>
              <a:gd name="connsiteY12-858" fmla="*/ 16828 h 3242474"/>
              <a:gd name="connsiteX0-859" fmla="*/ 1049035 w 3242474"/>
              <a:gd name="connsiteY0-860" fmla="*/ 16828 h 3242474"/>
              <a:gd name="connsiteX1-861" fmla="*/ 1447333 w 3242474"/>
              <a:gd name="connsiteY1-862" fmla="*/ 0 h 3242474"/>
              <a:gd name="connsiteX2-863" fmla="*/ 1666116 w 3242474"/>
              <a:gd name="connsiteY2-864" fmla="*/ 734886 h 3242474"/>
              <a:gd name="connsiteX3-865" fmla="*/ 2401001 w 3242474"/>
              <a:gd name="connsiteY3-866" fmla="*/ 560982 h 3242474"/>
              <a:gd name="connsiteX4-867" fmla="*/ 3242474 w 3242474"/>
              <a:gd name="connsiteY4-868" fmla="*/ 1828800 h 3242474"/>
              <a:gd name="connsiteX5-869" fmla="*/ 2294415 w 3242474"/>
              <a:gd name="connsiteY5-870" fmla="*/ 3107838 h 3242474"/>
              <a:gd name="connsiteX6-871" fmla="*/ 605860 w 3242474"/>
              <a:gd name="connsiteY6-872" fmla="*/ 2664663 h 3242474"/>
              <a:gd name="connsiteX7-873" fmla="*/ 381468 w 3242474"/>
              <a:gd name="connsiteY7-874" fmla="*/ 3242474 h 3242474"/>
              <a:gd name="connsiteX8-875" fmla="*/ 0 w 3242474"/>
              <a:gd name="connsiteY8-876" fmla="*/ 3236864 h 3242474"/>
              <a:gd name="connsiteX9-877" fmla="*/ 431956 w 3242474"/>
              <a:gd name="connsiteY9-878" fmla="*/ 2232708 h 3242474"/>
              <a:gd name="connsiteX10-879" fmla="*/ 1559529 w 3242474"/>
              <a:gd name="connsiteY10-880" fmla="*/ 1991485 h 3242474"/>
              <a:gd name="connsiteX11-881" fmla="*/ 1234160 w 3242474"/>
              <a:gd name="connsiteY11-882" fmla="*/ 959279 h 3242474"/>
              <a:gd name="connsiteX12-883" fmla="*/ 1049035 w 3242474"/>
              <a:gd name="connsiteY12-884" fmla="*/ 16828 h 3242474"/>
              <a:gd name="connsiteX0-885" fmla="*/ 1049035 w 3242474"/>
              <a:gd name="connsiteY0-886" fmla="*/ 16828 h 3242474"/>
              <a:gd name="connsiteX1-887" fmla="*/ 1447333 w 3242474"/>
              <a:gd name="connsiteY1-888" fmla="*/ 0 h 3242474"/>
              <a:gd name="connsiteX2-889" fmla="*/ 1666116 w 3242474"/>
              <a:gd name="connsiteY2-890" fmla="*/ 734886 h 3242474"/>
              <a:gd name="connsiteX3-891" fmla="*/ 2401001 w 3242474"/>
              <a:gd name="connsiteY3-892" fmla="*/ 560982 h 3242474"/>
              <a:gd name="connsiteX4-893" fmla="*/ 3242474 w 3242474"/>
              <a:gd name="connsiteY4-894" fmla="*/ 1828800 h 3242474"/>
              <a:gd name="connsiteX5-895" fmla="*/ 2300025 w 3242474"/>
              <a:gd name="connsiteY5-896" fmla="*/ 3046130 h 3242474"/>
              <a:gd name="connsiteX6-897" fmla="*/ 605860 w 3242474"/>
              <a:gd name="connsiteY6-898" fmla="*/ 2664663 h 3242474"/>
              <a:gd name="connsiteX7-899" fmla="*/ 381468 w 3242474"/>
              <a:gd name="connsiteY7-900" fmla="*/ 3242474 h 3242474"/>
              <a:gd name="connsiteX8-901" fmla="*/ 0 w 3242474"/>
              <a:gd name="connsiteY8-902" fmla="*/ 3236864 h 3242474"/>
              <a:gd name="connsiteX9-903" fmla="*/ 431956 w 3242474"/>
              <a:gd name="connsiteY9-904" fmla="*/ 2232708 h 3242474"/>
              <a:gd name="connsiteX10-905" fmla="*/ 1559529 w 3242474"/>
              <a:gd name="connsiteY10-906" fmla="*/ 1991485 h 3242474"/>
              <a:gd name="connsiteX11-907" fmla="*/ 1234160 w 3242474"/>
              <a:gd name="connsiteY11-908" fmla="*/ 959279 h 3242474"/>
              <a:gd name="connsiteX12-909" fmla="*/ 1049035 w 3242474"/>
              <a:gd name="connsiteY12-910" fmla="*/ 16828 h 3242474"/>
              <a:gd name="connsiteX0-911" fmla="*/ 1049035 w 3242474"/>
              <a:gd name="connsiteY0-912" fmla="*/ 16828 h 3242474"/>
              <a:gd name="connsiteX1-913" fmla="*/ 1447333 w 3242474"/>
              <a:gd name="connsiteY1-914" fmla="*/ 0 h 3242474"/>
              <a:gd name="connsiteX2-915" fmla="*/ 1666116 w 3242474"/>
              <a:gd name="connsiteY2-916" fmla="*/ 734886 h 3242474"/>
              <a:gd name="connsiteX3-917" fmla="*/ 2401001 w 3242474"/>
              <a:gd name="connsiteY3-918" fmla="*/ 560982 h 3242474"/>
              <a:gd name="connsiteX4-919" fmla="*/ 3242474 w 3242474"/>
              <a:gd name="connsiteY4-920" fmla="*/ 1828800 h 3242474"/>
              <a:gd name="connsiteX5-921" fmla="*/ 2300025 w 3242474"/>
              <a:gd name="connsiteY5-922" fmla="*/ 3046130 h 3242474"/>
              <a:gd name="connsiteX6-923" fmla="*/ 605860 w 3242474"/>
              <a:gd name="connsiteY6-924" fmla="*/ 2664663 h 3242474"/>
              <a:gd name="connsiteX7-925" fmla="*/ 381468 w 3242474"/>
              <a:gd name="connsiteY7-926" fmla="*/ 3242474 h 3242474"/>
              <a:gd name="connsiteX8-927" fmla="*/ 0 w 3242474"/>
              <a:gd name="connsiteY8-928" fmla="*/ 3236864 h 3242474"/>
              <a:gd name="connsiteX9-929" fmla="*/ 431956 w 3242474"/>
              <a:gd name="connsiteY9-930" fmla="*/ 2232708 h 3242474"/>
              <a:gd name="connsiteX10-931" fmla="*/ 1559529 w 3242474"/>
              <a:gd name="connsiteY10-932" fmla="*/ 1991485 h 3242474"/>
              <a:gd name="connsiteX11-933" fmla="*/ 1234160 w 3242474"/>
              <a:gd name="connsiteY11-934" fmla="*/ 959279 h 3242474"/>
              <a:gd name="connsiteX12-935" fmla="*/ 1049035 w 3242474"/>
              <a:gd name="connsiteY12-936" fmla="*/ 16828 h 3242474"/>
              <a:gd name="connsiteX0-937" fmla="*/ 1049035 w 3242474"/>
              <a:gd name="connsiteY0-938" fmla="*/ 16828 h 3242474"/>
              <a:gd name="connsiteX1-939" fmla="*/ 1447333 w 3242474"/>
              <a:gd name="connsiteY1-940" fmla="*/ 0 h 3242474"/>
              <a:gd name="connsiteX2-941" fmla="*/ 1666116 w 3242474"/>
              <a:gd name="connsiteY2-942" fmla="*/ 734886 h 3242474"/>
              <a:gd name="connsiteX3-943" fmla="*/ 2401001 w 3242474"/>
              <a:gd name="connsiteY3-944" fmla="*/ 560982 h 3242474"/>
              <a:gd name="connsiteX4-945" fmla="*/ 3242474 w 3242474"/>
              <a:gd name="connsiteY4-946" fmla="*/ 1828800 h 3242474"/>
              <a:gd name="connsiteX5-947" fmla="*/ 2300025 w 3242474"/>
              <a:gd name="connsiteY5-948" fmla="*/ 3046130 h 3242474"/>
              <a:gd name="connsiteX6-949" fmla="*/ 605860 w 3242474"/>
              <a:gd name="connsiteY6-950" fmla="*/ 2664663 h 3242474"/>
              <a:gd name="connsiteX7-951" fmla="*/ 381468 w 3242474"/>
              <a:gd name="connsiteY7-952" fmla="*/ 3242474 h 3242474"/>
              <a:gd name="connsiteX8-953" fmla="*/ 0 w 3242474"/>
              <a:gd name="connsiteY8-954" fmla="*/ 3236864 h 3242474"/>
              <a:gd name="connsiteX9-955" fmla="*/ 431956 w 3242474"/>
              <a:gd name="connsiteY9-956" fmla="*/ 2232708 h 3242474"/>
              <a:gd name="connsiteX10-957" fmla="*/ 1559529 w 3242474"/>
              <a:gd name="connsiteY10-958" fmla="*/ 1991485 h 3242474"/>
              <a:gd name="connsiteX11-959" fmla="*/ 1234160 w 3242474"/>
              <a:gd name="connsiteY11-960" fmla="*/ 959279 h 3242474"/>
              <a:gd name="connsiteX12-961" fmla="*/ 1049035 w 3242474"/>
              <a:gd name="connsiteY12-962" fmla="*/ 16828 h 3242474"/>
              <a:gd name="connsiteX0-963" fmla="*/ 1049035 w 3242474"/>
              <a:gd name="connsiteY0-964" fmla="*/ 16828 h 3242474"/>
              <a:gd name="connsiteX1-965" fmla="*/ 1447333 w 3242474"/>
              <a:gd name="connsiteY1-966" fmla="*/ 0 h 3242474"/>
              <a:gd name="connsiteX2-967" fmla="*/ 1666116 w 3242474"/>
              <a:gd name="connsiteY2-968" fmla="*/ 734886 h 3242474"/>
              <a:gd name="connsiteX3-969" fmla="*/ 2401001 w 3242474"/>
              <a:gd name="connsiteY3-970" fmla="*/ 560982 h 3242474"/>
              <a:gd name="connsiteX4-971" fmla="*/ 3242474 w 3242474"/>
              <a:gd name="connsiteY4-972" fmla="*/ 1828800 h 3242474"/>
              <a:gd name="connsiteX5-973" fmla="*/ 2300025 w 3242474"/>
              <a:gd name="connsiteY5-974" fmla="*/ 3046130 h 3242474"/>
              <a:gd name="connsiteX6-975" fmla="*/ 605860 w 3242474"/>
              <a:gd name="connsiteY6-976" fmla="*/ 2664663 h 3242474"/>
              <a:gd name="connsiteX7-977" fmla="*/ 381468 w 3242474"/>
              <a:gd name="connsiteY7-978" fmla="*/ 3242474 h 3242474"/>
              <a:gd name="connsiteX8-979" fmla="*/ 0 w 3242474"/>
              <a:gd name="connsiteY8-980" fmla="*/ 3236864 h 3242474"/>
              <a:gd name="connsiteX9-981" fmla="*/ 431956 w 3242474"/>
              <a:gd name="connsiteY9-982" fmla="*/ 2232708 h 3242474"/>
              <a:gd name="connsiteX10-983" fmla="*/ 1559529 w 3242474"/>
              <a:gd name="connsiteY10-984" fmla="*/ 1991485 h 3242474"/>
              <a:gd name="connsiteX11-985" fmla="*/ 1234160 w 3242474"/>
              <a:gd name="connsiteY11-986" fmla="*/ 959279 h 3242474"/>
              <a:gd name="connsiteX12-987" fmla="*/ 1049035 w 3242474"/>
              <a:gd name="connsiteY12-988" fmla="*/ 16828 h 3242474"/>
              <a:gd name="connsiteX0-989" fmla="*/ 1049035 w 3186376"/>
              <a:gd name="connsiteY0-990" fmla="*/ 16828 h 3242474"/>
              <a:gd name="connsiteX1-991" fmla="*/ 1447333 w 3186376"/>
              <a:gd name="connsiteY1-992" fmla="*/ 0 h 3242474"/>
              <a:gd name="connsiteX2-993" fmla="*/ 1666116 w 3186376"/>
              <a:gd name="connsiteY2-994" fmla="*/ 734886 h 3242474"/>
              <a:gd name="connsiteX3-995" fmla="*/ 2401001 w 3186376"/>
              <a:gd name="connsiteY3-996" fmla="*/ 560982 h 3242474"/>
              <a:gd name="connsiteX4-997" fmla="*/ 3186376 w 3186376"/>
              <a:gd name="connsiteY4-998" fmla="*/ 1828800 h 3242474"/>
              <a:gd name="connsiteX5-999" fmla="*/ 2300025 w 3186376"/>
              <a:gd name="connsiteY5-1000" fmla="*/ 3046130 h 3242474"/>
              <a:gd name="connsiteX6-1001" fmla="*/ 605860 w 3186376"/>
              <a:gd name="connsiteY6-1002" fmla="*/ 2664663 h 3242474"/>
              <a:gd name="connsiteX7-1003" fmla="*/ 381468 w 3186376"/>
              <a:gd name="connsiteY7-1004" fmla="*/ 3242474 h 3242474"/>
              <a:gd name="connsiteX8-1005" fmla="*/ 0 w 3186376"/>
              <a:gd name="connsiteY8-1006" fmla="*/ 3236864 h 3242474"/>
              <a:gd name="connsiteX9-1007" fmla="*/ 431956 w 3186376"/>
              <a:gd name="connsiteY9-1008" fmla="*/ 2232708 h 3242474"/>
              <a:gd name="connsiteX10-1009" fmla="*/ 1559529 w 3186376"/>
              <a:gd name="connsiteY10-1010" fmla="*/ 1991485 h 3242474"/>
              <a:gd name="connsiteX11-1011" fmla="*/ 1234160 w 3186376"/>
              <a:gd name="connsiteY11-1012" fmla="*/ 959279 h 3242474"/>
              <a:gd name="connsiteX12-1013" fmla="*/ 1049035 w 3186376"/>
              <a:gd name="connsiteY12-1014" fmla="*/ 16828 h 3242474"/>
              <a:gd name="connsiteX0-1015" fmla="*/ 1049035 w 3186376"/>
              <a:gd name="connsiteY0-1016" fmla="*/ 16828 h 3242474"/>
              <a:gd name="connsiteX1-1017" fmla="*/ 1447333 w 3186376"/>
              <a:gd name="connsiteY1-1018" fmla="*/ 0 h 3242474"/>
              <a:gd name="connsiteX2-1019" fmla="*/ 1666116 w 3186376"/>
              <a:gd name="connsiteY2-1020" fmla="*/ 734886 h 3242474"/>
              <a:gd name="connsiteX3-1021" fmla="*/ 2401001 w 3186376"/>
              <a:gd name="connsiteY3-1022" fmla="*/ 560982 h 3242474"/>
              <a:gd name="connsiteX4-1023" fmla="*/ 3186376 w 3186376"/>
              <a:gd name="connsiteY4-1024" fmla="*/ 1828800 h 3242474"/>
              <a:gd name="connsiteX5-1025" fmla="*/ 2300025 w 3186376"/>
              <a:gd name="connsiteY5-1026" fmla="*/ 3046130 h 3242474"/>
              <a:gd name="connsiteX6-1027" fmla="*/ 605860 w 3186376"/>
              <a:gd name="connsiteY6-1028" fmla="*/ 2664663 h 3242474"/>
              <a:gd name="connsiteX7-1029" fmla="*/ 381468 w 3186376"/>
              <a:gd name="connsiteY7-1030" fmla="*/ 3242474 h 3242474"/>
              <a:gd name="connsiteX8-1031" fmla="*/ 0 w 3186376"/>
              <a:gd name="connsiteY8-1032" fmla="*/ 3236864 h 3242474"/>
              <a:gd name="connsiteX9-1033" fmla="*/ 431956 w 3186376"/>
              <a:gd name="connsiteY9-1034" fmla="*/ 2232708 h 3242474"/>
              <a:gd name="connsiteX10-1035" fmla="*/ 1559529 w 3186376"/>
              <a:gd name="connsiteY10-1036" fmla="*/ 1991485 h 3242474"/>
              <a:gd name="connsiteX11-1037" fmla="*/ 1234160 w 3186376"/>
              <a:gd name="connsiteY11-1038" fmla="*/ 959279 h 3242474"/>
              <a:gd name="connsiteX12-1039" fmla="*/ 1049035 w 3186376"/>
              <a:gd name="connsiteY12-1040" fmla="*/ 16828 h 3242474"/>
              <a:gd name="connsiteX0-1041" fmla="*/ 1049035 w 3186376"/>
              <a:gd name="connsiteY0-1042" fmla="*/ 16828 h 3242474"/>
              <a:gd name="connsiteX1-1043" fmla="*/ 1447333 w 3186376"/>
              <a:gd name="connsiteY1-1044" fmla="*/ 0 h 3242474"/>
              <a:gd name="connsiteX2-1045" fmla="*/ 1666116 w 3186376"/>
              <a:gd name="connsiteY2-1046" fmla="*/ 734886 h 3242474"/>
              <a:gd name="connsiteX3-1047" fmla="*/ 2401001 w 3186376"/>
              <a:gd name="connsiteY3-1048" fmla="*/ 560982 h 3242474"/>
              <a:gd name="connsiteX4-1049" fmla="*/ 3186376 w 3186376"/>
              <a:gd name="connsiteY4-1050" fmla="*/ 1828800 h 3242474"/>
              <a:gd name="connsiteX5-1051" fmla="*/ 2300025 w 3186376"/>
              <a:gd name="connsiteY5-1052" fmla="*/ 3046130 h 3242474"/>
              <a:gd name="connsiteX6-1053" fmla="*/ 605860 w 3186376"/>
              <a:gd name="connsiteY6-1054" fmla="*/ 2664663 h 3242474"/>
              <a:gd name="connsiteX7-1055" fmla="*/ 381468 w 3186376"/>
              <a:gd name="connsiteY7-1056" fmla="*/ 3242474 h 3242474"/>
              <a:gd name="connsiteX8-1057" fmla="*/ 0 w 3186376"/>
              <a:gd name="connsiteY8-1058" fmla="*/ 3236864 h 3242474"/>
              <a:gd name="connsiteX9-1059" fmla="*/ 431956 w 3186376"/>
              <a:gd name="connsiteY9-1060" fmla="*/ 2232708 h 3242474"/>
              <a:gd name="connsiteX10-1061" fmla="*/ 1559529 w 3186376"/>
              <a:gd name="connsiteY10-1062" fmla="*/ 1991485 h 3242474"/>
              <a:gd name="connsiteX11-1063" fmla="*/ 1234160 w 3186376"/>
              <a:gd name="connsiteY11-1064" fmla="*/ 959279 h 3242474"/>
              <a:gd name="connsiteX12-1065" fmla="*/ 1049035 w 3186376"/>
              <a:gd name="connsiteY12-1066" fmla="*/ 16828 h 3242474"/>
              <a:gd name="connsiteX0-1067" fmla="*/ 1049035 w 3203206"/>
              <a:gd name="connsiteY0-1068" fmla="*/ 16828 h 3242474"/>
              <a:gd name="connsiteX1-1069" fmla="*/ 1447333 w 3203206"/>
              <a:gd name="connsiteY1-1070" fmla="*/ 0 h 3242474"/>
              <a:gd name="connsiteX2-1071" fmla="*/ 1666116 w 3203206"/>
              <a:gd name="connsiteY2-1072" fmla="*/ 734886 h 3242474"/>
              <a:gd name="connsiteX3-1073" fmla="*/ 2401001 w 3203206"/>
              <a:gd name="connsiteY3-1074" fmla="*/ 560982 h 3242474"/>
              <a:gd name="connsiteX4-1075" fmla="*/ 3203206 w 3203206"/>
              <a:gd name="connsiteY4-1076" fmla="*/ 1823190 h 3242474"/>
              <a:gd name="connsiteX5-1077" fmla="*/ 2300025 w 3203206"/>
              <a:gd name="connsiteY5-1078" fmla="*/ 3046130 h 3242474"/>
              <a:gd name="connsiteX6-1079" fmla="*/ 605860 w 3203206"/>
              <a:gd name="connsiteY6-1080" fmla="*/ 2664663 h 3242474"/>
              <a:gd name="connsiteX7-1081" fmla="*/ 381468 w 3203206"/>
              <a:gd name="connsiteY7-1082" fmla="*/ 3242474 h 3242474"/>
              <a:gd name="connsiteX8-1083" fmla="*/ 0 w 3203206"/>
              <a:gd name="connsiteY8-1084" fmla="*/ 3236864 h 3242474"/>
              <a:gd name="connsiteX9-1085" fmla="*/ 431956 w 3203206"/>
              <a:gd name="connsiteY9-1086" fmla="*/ 2232708 h 3242474"/>
              <a:gd name="connsiteX10-1087" fmla="*/ 1559529 w 3203206"/>
              <a:gd name="connsiteY10-1088" fmla="*/ 1991485 h 3242474"/>
              <a:gd name="connsiteX11-1089" fmla="*/ 1234160 w 3203206"/>
              <a:gd name="connsiteY11-1090" fmla="*/ 959279 h 3242474"/>
              <a:gd name="connsiteX12-1091" fmla="*/ 1049035 w 3203206"/>
              <a:gd name="connsiteY12-1092" fmla="*/ 16828 h 3242474"/>
              <a:gd name="connsiteX0-1093" fmla="*/ 1049035 w 3203206"/>
              <a:gd name="connsiteY0-1094" fmla="*/ 16828 h 3242474"/>
              <a:gd name="connsiteX1-1095" fmla="*/ 1447333 w 3203206"/>
              <a:gd name="connsiteY1-1096" fmla="*/ 0 h 3242474"/>
              <a:gd name="connsiteX2-1097" fmla="*/ 1666116 w 3203206"/>
              <a:gd name="connsiteY2-1098" fmla="*/ 734886 h 3242474"/>
              <a:gd name="connsiteX3-1099" fmla="*/ 2401001 w 3203206"/>
              <a:gd name="connsiteY3-1100" fmla="*/ 560982 h 3242474"/>
              <a:gd name="connsiteX4-1101" fmla="*/ 3203206 w 3203206"/>
              <a:gd name="connsiteY4-1102" fmla="*/ 1823190 h 3242474"/>
              <a:gd name="connsiteX5-1103" fmla="*/ 2300025 w 3203206"/>
              <a:gd name="connsiteY5-1104" fmla="*/ 3046130 h 3242474"/>
              <a:gd name="connsiteX6-1105" fmla="*/ 605860 w 3203206"/>
              <a:gd name="connsiteY6-1106" fmla="*/ 2664663 h 3242474"/>
              <a:gd name="connsiteX7-1107" fmla="*/ 381468 w 3203206"/>
              <a:gd name="connsiteY7-1108" fmla="*/ 3242474 h 3242474"/>
              <a:gd name="connsiteX8-1109" fmla="*/ 0 w 3203206"/>
              <a:gd name="connsiteY8-1110" fmla="*/ 3236864 h 3242474"/>
              <a:gd name="connsiteX9-1111" fmla="*/ 431956 w 3203206"/>
              <a:gd name="connsiteY9-1112" fmla="*/ 2232708 h 3242474"/>
              <a:gd name="connsiteX10-1113" fmla="*/ 1559529 w 3203206"/>
              <a:gd name="connsiteY10-1114" fmla="*/ 1991485 h 3242474"/>
              <a:gd name="connsiteX11-1115" fmla="*/ 1234160 w 3203206"/>
              <a:gd name="connsiteY11-1116" fmla="*/ 959279 h 3242474"/>
              <a:gd name="connsiteX12-1117" fmla="*/ 1049035 w 3203206"/>
              <a:gd name="connsiteY12-1118" fmla="*/ 16828 h 3242474"/>
              <a:gd name="connsiteX0-1119" fmla="*/ 1049035 w 3203206"/>
              <a:gd name="connsiteY0-1120" fmla="*/ 16828 h 3242474"/>
              <a:gd name="connsiteX1-1121" fmla="*/ 1447333 w 3203206"/>
              <a:gd name="connsiteY1-1122" fmla="*/ 0 h 3242474"/>
              <a:gd name="connsiteX2-1123" fmla="*/ 1666116 w 3203206"/>
              <a:gd name="connsiteY2-1124" fmla="*/ 734886 h 3242474"/>
              <a:gd name="connsiteX3-1125" fmla="*/ 2401001 w 3203206"/>
              <a:gd name="connsiteY3-1126" fmla="*/ 560982 h 3242474"/>
              <a:gd name="connsiteX4-1127" fmla="*/ 3203206 w 3203206"/>
              <a:gd name="connsiteY4-1128" fmla="*/ 1823190 h 3242474"/>
              <a:gd name="connsiteX5-1129" fmla="*/ 2300025 w 3203206"/>
              <a:gd name="connsiteY5-1130" fmla="*/ 3046130 h 3242474"/>
              <a:gd name="connsiteX6-1131" fmla="*/ 605860 w 3203206"/>
              <a:gd name="connsiteY6-1132" fmla="*/ 2664663 h 3242474"/>
              <a:gd name="connsiteX7-1133" fmla="*/ 381468 w 3203206"/>
              <a:gd name="connsiteY7-1134" fmla="*/ 3242474 h 3242474"/>
              <a:gd name="connsiteX8-1135" fmla="*/ 0 w 3203206"/>
              <a:gd name="connsiteY8-1136" fmla="*/ 3236864 h 3242474"/>
              <a:gd name="connsiteX9-1137" fmla="*/ 431956 w 3203206"/>
              <a:gd name="connsiteY9-1138" fmla="*/ 2232708 h 3242474"/>
              <a:gd name="connsiteX10-1139" fmla="*/ 1559529 w 3203206"/>
              <a:gd name="connsiteY10-1140" fmla="*/ 1991485 h 3242474"/>
              <a:gd name="connsiteX11-1141" fmla="*/ 1234160 w 3203206"/>
              <a:gd name="connsiteY11-1142" fmla="*/ 959279 h 3242474"/>
              <a:gd name="connsiteX12-1143" fmla="*/ 1049035 w 3203206"/>
              <a:gd name="connsiteY12-1144" fmla="*/ 16828 h 3242474"/>
              <a:gd name="connsiteX0-1145" fmla="*/ 1049035 w 3175157"/>
              <a:gd name="connsiteY0-1146" fmla="*/ 16828 h 3242474"/>
              <a:gd name="connsiteX1-1147" fmla="*/ 1447333 w 3175157"/>
              <a:gd name="connsiteY1-1148" fmla="*/ 0 h 3242474"/>
              <a:gd name="connsiteX2-1149" fmla="*/ 1666116 w 3175157"/>
              <a:gd name="connsiteY2-1150" fmla="*/ 734886 h 3242474"/>
              <a:gd name="connsiteX3-1151" fmla="*/ 2401001 w 3175157"/>
              <a:gd name="connsiteY3-1152" fmla="*/ 560982 h 3242474"/>
              <a:gd name="connsiteX4-1153" fmla="*/ 3175157 w 3175157"/>
              <a:gd name="connsiteY4-1154" fmla="*/ 1834409 h 3242474"/>
              <a:gd name="connsiteX5-1155" fmla="*/ 2300025 w 3175157"/>
              <a:gd name="connsiteY5-1156" fmla="*/ 3046130 h 3242474"/>
              <a:gd name="connsiteX6-1157" fmla="*/ 605860 w 3175157"/>
              <a:gd name="connsiteY6-1158" fmla="*/ 2664663 h 3242474"/>
              <a:gd name="connsiteX7-1159" fmla="*/ 381468 w 3175157"/>
              <a:gd name="connsiteY7-1160" fmla="*/ 3242474 h 3242474"/>
              <a:gd name="connsiteX8-1161" fmla="*/ 0 w 3175157"/>
              <a:gd name="connsiteY8-1162" fmla="*/ 3236864 h 3242474"/>
              <a:gd name="connsiteX9-1163" fmla="*/ 431956 w 3175157"/>
              <a:gd name="connsiteY9-1164" fmla="*/ 2232708 h 3242474"/>
              <a:gd name="connsiteX10-1165" fmla="*/ 1559529 w 3175157"/>
              <a:gd name="connsiteY10-1166" fmla="*/ 1991485 h 3242474"/>
              <a:gd name="connsiteX11-1167" fmla="*/ 1234160 w 3175157"/>
              <a:gd name="connsiteY11-1168" fmla="*/ 959279 h 3242474"/>
              <a:gd name="connsiteX12-1169" fmla="*/ 1049035 w 3175157"/>
              <a:gd name="connsiteY12-1170" fmla="*/ 16828 h 3242474"/>
              <a:gd name="connsiteX0-1171" fmla="*/ 1049035 w 3175157"/>
              <a:gd name="connsiteY0-1172" fmla="*/ 16828 h 3242474"/>
              <a:gd name="connsiteX1-1173" fmla="*/ 1447333 w 3175157"/>
              <a:gd name="connsiteY1-1174" fmla="*/ 0 h 3242474"/>
              <a:gd name="connsiteX2-1175" fmla="*/ 1666116 w 3175157"/>
              <a:gd name="connsiteY2-1176" fmla="*/ 734886 h 3242474"/>
              <a:gd name="connsiteX3-1177" fmla="*/ 2401001 w 3175157"/>
              <a:gd name="connsiteY3-1178" fmla="*/ 560982 h 3242474"/>
              <a:gd name="connsiteX4-1179" fmla="*/ 3175157 w 3175157"/>
              <a:gd name="connsiteY4-1180" fmla="*/ 1834409 h 3242474"/>
              <a:gd name="connsiteX5-1181" fmla="*/ 2300025 w 3175157"/>
              <a:gd name="connsiteY5-1182" fmla="*/ 3046130 h 3242474"/>
              <a:gd name="connsiteX6-1183" fmla="*/ 605860 w 3175157"/>
              <a:gd name="connsiteY6-1184" fmla="*/ 2664663 h 3242474"/>
              <a:gd name="connsiteX7-1185" fmla="*/ 381468 w 3175157"/>
              <a:gd name="connsiteY7-1186" fmla="*/ 3242474 h 3242474"/>
              <a:gd name="connsiteX8-1187" fmla="*/ 0 w 3175157"/>
              <a:gd name="connsiteY8-1188" fmla="*/ 3236864 h 3242474"/>
              <a:gd name="connsiteX9-1189" fmla="*/ 431956 w 3175157"/>
              <a:gd name="connsiteY9-1190" fmla="*/ 2232708 h 3242474"/>
              <a:gd name="connsiteX10-1191" fmla="*/ 1559529 w 3175157"/>
              <a:gd name="connsiteY10-1192" fmla="*/ 1991485 h 3242474"/>
              <a:gd name="connsiteX11-1193" fmla="*/ 1234160 w 3175157"/>
              <a:gd name="connsiteY11-1194" fmla="*/ 959279 h 3242474"/>
              <a:gd name="connsiteX12-1195" fmla="*/ 1049035 w 3175157"/>
              <a:gd name="connsiteY12-1196" fmla="*/ 16828 h 3242474"/>
              <a:gd name="connsiteX0-1197" fmla="*/ 1049035 w 3175157"/>
              <a:gd name="connsiteY0-1198" fmla="*/ 16828 h 3242474"/>
              <a:gd name="connsiteX1-1199" fmla="*/ 1447333 w 3175157"/>
              <a:gd name="connsiteY1-1200" fmla="*/ 0 h 3242474"/>
              <a:gd name="connsiteX2-1201" fmla="*/ 1666116 w 3175157"/>
              <a:gd name="connsiteY2-1202" fmla="*/ 734886 h 3242474"/>
              <a:gd name="connsiteX3-1203" fmla="*/ 2401001 w 3175157"/>
              <a:gd name="connsiteY3-1204" fmla="*/ 560982 h 3242474"/>
              <a:gd name="connsiteX4-1205" fmla="*/ 3175157 w 3175157"/>
              <a:gd name="connsiteY4-1206" fmla="*/ 1834409 h 3242474"/>
              <a:gd name="connsiteX5-1207" fmla="*/ 2300025 w 3175157"/>
              <a:gd name="connsiteY5-1208" fmla="*/ 3046130 h 3242474"/>
              <a:gd name="connsiteX6-1209" fmla="*/ 605860 w 3175157"/>
              <a:gd name="connsiteY6-1210" fmla="*/ 2664663 h 3242474"/>
              <a:gd name="connsiteX7-1211" fmla="*/ 381468 w 3175157"/>
              <a:gd name="connsiteY7-1212" fmla="*/ 3242474 h 3242474"/>
              <a:gd name="connsiteX8-1213" fmla="*/ 0 w 3175157"/>
              <a:gd name="connsiteY8-1214" fmla="*/ 3236864 h 3242474"/>
              <a:gd name="connsiteX9-1215" fmla="*/ 431956 w 3175157"/>
              <a:gd name="connsiteY9-1216" fmla="*/ 2232708 h 3242474"/>
              <a:gd name="connsiteX10-1217" fmla="*/ 1559529 w 3175157"/>
              <a:gd name="connsiteY10-1218" fmla="*/ 1991485 h 3242474"/>
              <a:gd name="connsiteX11-1219" fmla="*/ 1234160 w 3175157"/>
              <a:gd name="connsiteY11-1220" fmla="*/ 959279 h 3242474"/>
              <a:gd name="connsiteX12-1221" fmla="*/ 1049035 w 3175157"/>
              <a:gd name="connsiteY12-1222" fmla="*/ 16828 h 3242474"/>
              <a:gd name="connsiteX0-1223" fmla="*/ 1049035 w 3175157"/>
              <a:gd name="connsiteY0-1224" fmla="*/ 16828 h 3242474"/>
              <a:gd name="connsiteX1-1225" fmla="*/ 1447333 w 3175157"/>
              <a:gd name="connsiteY1-1226" fmla="*/ 0 h 3242474"/>
              <a:gd name="connsiteX2-1227" fmla="*/ 1666116 w 3175157"/>
              <a:gd name="connsiteY2-1228" fmla="*/ 734886 h 3242474"/>
              <a:gd name="connsiteX3-1229" fmla="*/ 2401001 w 3175157"/>
              <a:gd name="connsiteY3-1230" fmla="*/ 560982 h 3242474"/>
              <a:gd name="connsiteX4-1231" fmla="*/ 3175157 w 3175157"/>
              <a:gd name="connsiteY4-1232" fmla="*/ 1834409 h 3242474"/>
              <a:gd name="connsiteX5-1233" fmla="*/ 2300025 w 3175157"/>
              <a:gd name="connsiteY5-1234" fmla="*/ 3046130 h 3242474"/>
              <a:gd name="connsiteX6-1235" fmla="*/ 605860 w 3175157"/>
              <a:gd name="connsiteY6-1236" fmla="*/ 2664663 h 3242474"/>
              <a:gd name="connsiteX7-1237" fmla="*/ 381468 w 3175157"/>
              <a:gd name="connsiteY7-1238" fmla="*/ 3242474 h 3242474"/>
              <a:gd name="connsiteX8-1239" fmla="*/ 0 w 3175157"/>
              <a:gd name="connsiteY8-1240" fmla="*/ 3236864 h 3242474"/>
              <a:gd name="connsiteX9-1241" fmla="*/ 431956 w 3175157"/>
              <a:gd name="connsiteY9-1242" fmla="*/ 2232708 h 3242474"/>
              <a:gd name="connsiteX10-1243" fmla="*/ 1559529 w 3175157"/>
              <a:gd name="connsiteY10-1244" fmla="*/ 1991485 h 3242474"/>
              <a:gd name="connsiteX11-1245" fmla="*/ 1234160 w 3175157"/>
              <a:gd name="connsiteY11-1246" fmla="*/ 959279 h 3242474"/>
              <a:gd name="connsiteX12-1247" fmla="*/ 1049035 w 3175157"/>
              <a:gd name="connsiteY12-1248" fmla="*/ 16828 h 3242474"/>
              <a:gd name="connsiteX0-1249" fmla="*/ 1049035 w 3175157"/>
              <a:gd name="connsiteY0-1250" fmla="*/ 16828 h 3242474"/>
              <a:gd name="connsiteX1-1251" fmla="*/ 1447333 w 3175157"/>
              <a:gd name="connsiteY1-1252" fmla="*/ 0 h 3242474"/>
              <a:gd name="connsiteX2-1253" fmla="*/ 1666116 w 3175157"/>
              <a:gd name="connsiteY2-1254" fmla="*/ 734886 h 3242474"/>
              <a:gd name="connsiteX3-1255" fmla="*/ 2401001 w 3175157"/>
              <a:gd name="connsiteY3-1256" fmla="*/ 560982 h 3242474"/>
              <a:gd name="connsiteX4-1257" fmla="*/ 3175157 w 3175157"/>
              <a:gd name="connsiteY4-1258" fmla="*/ 1834409 h 3242474"/>
              <a:gd name="connsiteX5-1259" fmla="*/ 2300025 w 3175157"/>
              <a:gd name="connsiteY5-1260" fmla="*/ 3046130 h 3242474"/>
              <a:gd name="connsiteX6-1261" fmla="*/ 605860 w 3175157"/>
              <a:gd name="connsiteY6-1262" fmla="*/ 2664663 h 3242474"/>
              <a:gd name="connsiteX7-1263" fmla="*/ 381468 w 3175157"/>
              <a:gd name="connsiteY7-1264" fmla="*/ 3242474 h 3242474"/>
              <a:gd name="connsiteX8-1265" fmla="*/ 0 w 3175157"/>
              <a:gd name="connsiteY8-1266" fmla="*/ 3236864 h 3242474"/>
              <a:gd name="connsiteX9-1267" fmla="*/ 431956 w 3175157"/>
              <a:gd name="connsiteY9-1268" fmla="*/ 2232708 h 3242474"/>
              <a:gd name="connsiteX10-1269" fmla="*/ 1559529 w 3175157"/>
              <a:gd name="connsiteY10-1270" fmla="*/ 1991485 h 3242474"/>
              <a:gd name="connsiteX11-1271" fmla="*/ 1234160 w 3175157"/>
              <a:gd name="connsiteY11-1272" fmla="*/ 959279 h 3242474"/>
              <a:gd name="connsiteX12-1273" fmla="*/ 1049035 w 3175157"/>
              <a:gd name="connsiteY12-1274" fmla="*/ 16828 h 3242474"/>
              <a:gd name="connsiteX0-1275" fmla="*/ 1049035 w 3175157"/>
              <a:gd name="connsiteY0-1276" fmla="*/ 16828 h 3242474"/>
              <a:gd name="connsiteX1-1277" fmla="*/ 1447333 w 3175157"/>
              <a:gd name="connsiteY1-1278" fmla="*/ 0 h 3242474"/>
              <a:gd name="connsiteX2-1279" fmla="*/ 1666116 w 3175157"/>
              <a:gd name="connsiteY2-1280" fmla="*/ 734886 h 3242474"/>
              <a:gd name="connsiteX3-1281" fmla="*/ 2401001 w 3175157"/>
              <a:gd name="connsiteY3-1282" fmla="*/ 560982 h 3242474"/>
              <a:gd name="connsiteX4-1283" fmla="*/ 3175157 w 3175157"/>
              <a:gd name="connsiteY4-1284" fmla="*/ 1834409 h 3242474"/>
              <a:gd name="connsiteX5-1285" fmla="*/ 2300025 w 3175157"/>
              <a:gd name="connsiteY5-1286" fmla="*/ 3046130 h 3242474"/>
              <a:gd name="connsiteX6-1287" fmla="*/ 605860 w 3175157"/>
              <a:gd name="connsiteY6-1288" fmla="*/ 2664663 h 3242474"/>
              <a:gd name="connsiteX7-1289" fmla="*/ 381468 w 3175157"/>
              <a:gd name="connsiteY7-1290" fmla="*/ 3242474 h 3242474"/>
              <a:gd name="connsiteX8-1291" fmla="*/ 0 w 3175157"/>
              <a:gd name="connsiteY8-1292" fmla="*/ 3236864 h 3242474"/>
              <a:gd name="connsiteX9-1293" fmla="*/ 431956 w 3175157"/>
              <a:gd name="connsiteY9-1294" fmla="*/ 2232708 h 3242474"/>
              <a:gd name="connsiteX10-1295" fmla="*/ 1559529 w 3175157"/>
              <a:gd name="connsiteY10-1296" fmla="*/ 1991485 h 3242474"/>
              <a:gd name="connsiteX11-1297" fmla="*/ 1234160 w 3175157"/>
              <a:gd name="connsiteY11-1298" fmla="*/ 959279 h 3242474"/>
              <a:gd name="connsiteX12-1299" fmla="*/ 1049035 w 3175157"/>
              <a:gd name="connsiteY12-1300" fmla="*/ 16828 h 3242474"/>
              <a:gd name="connsiteX0-1301" fmla="*/ 1049035 w 3175157"/>
              <a:gd name="connsiteY0-1302" fmla="*/ 16828 h 3242474"/>
              <a:gd name="connsiteX1-1303" fmla="*/ 1447333 w 3175157"/>
              <a:gd name="connsiteY1-1304" fmla="*/ 0 h 3242474"/>
              <a:gd name="connsiteX2-1305" fmla="*/ 1666116 w 3175157"/>
              <a:gd name="connsiteY2-1306" fmla="*/ 734886 h 3242474"/>
              <a:gd name="connsiteX3-1307" fmla="*/ 2401001 w 3175157"/>
              <a:gd name="connsiteY3-1308" fmla="*/ 560982 h 3242474"/>
              <a:gd name="connsiteX4-1309" fmla="*/ 3175157 w 3175157"/>
              <a:gd name="connsiteY4-1310" fmla="*/ 1834409 h 3242474"/>
              <a:gd name="connsiteX5-1311" fmla="*/ 2300025 w 3175157"/>
              <a:gd name="connsiteY5-1312" fmla="*/ 3046130 h 3242474"/>
              <a:gd name="connsiteX6-1313" fmla="*/ 605860 w 3175157"/>
              <a:gd name="connsiteY6-1314" fmla="*/ 2664663 h 3242474"/>
              <a:gd name="connsiteX7-1315" fmla="*/ 381468 w 3175157"/>
              <a:gd name="connsiteY7-1316" fmla="*/ 3242474 h 3242474"/>
              <a:gd name="connsiteX8-1317" fmla="*/ 0 w 3175157"/>
              <a:gd name="connsiteY8-1318" fmla="*/ 3236864 h 3242474"/>
              <a:gd name="connsiteX9-1319" fmla="*/ 431956 w 3175157"/>
              <a:gd name="connsiteY9-1320" fmla="*/ 2232708 h 3242474"/>
              <a:gd name="connsiteX10-1321" fmla="*/ 1559529 w 3175157"/>
              <a:gd name="connsiteY10-1322" fmla="*/ 1991485 h 3242474"/>
              <a:gd name="connsiteX11-1323" fmla="*/ 1234160 w 3175157"/>
              <a:gd name="connsiteY11-1324" fmla="*/ 959279 h 3242474"/>
              <a:gd name="connsiteX12-1325" fmla="*/ 1049035 w 3175157"/>
              <a:gd name="connsiteY12-1326" fmla="*/ 16828 h 3242474"/>
              <a:gd name="connsiteX0-1327" fmla="*/ 1049035 w 3175157"/>
              <a:gd name="connsiteY0-1328" fmla="*/ 16828 h 3242474"/>
              <a:gd name="connsiteX1-1329" fmla="*/ 1447333 w 3175157"/>
              <a:gd name="connsiteY1-1330" fmla="*/ 0 h 3242474"/>
              <a:gd name="connsiteX2-1331" fmla="*/ 1666116 w 3175157"/>
              <a:gd name="connsiteY2-1332" fmla="*/ 734886 h 3242474"/>
              <a:gd name="connsiteX3-1333" fmla="*/ 2401001 w 3175157"/>
              <a:gd name="connsiteY3-1334" fmla="*/ 560982 h 3242474"/>
              <a:gd name="connsiteX4-1335" fmla="*/ 3175157 w 3175157"/>
              <a:gd name="connsiteY4-1336" fmla="*/ 1834409 h 3242474"/>
              <a:gd name="connsiteX5-1337" fmla="*/ 2300025 w 3175157"/>
              <a:gd name="connsiteY5-1338" fmla="*/ 3046130 h 3242474"/>
              <a:gd name="connsiteX6-1339" fmla="*/ 605860 w 3175157"/>
              <a:gd name="connsiteY6-1340" fmla="*/ 2664663 h 3242474"/>
              <a:gd name="connsiteX7-1341" fmla="*/ 381468 w 3175157"/>
              <a:gd name="connsiteY7-1342" fmla="*/ 3242474 h 3242474"/>
              <a:gd name="connsiteX8-1343" fmla="*/ 0 w 3175157"/>
              <a:gd name="connsiteY8-1344" fmla="*/ 3236864 h 3242474"/>
              <a:gd name="connsiteX9-1345" fmla="*/ 431956 w 3175157"/>
              <a:gd name="connsiteY9-1346" fmla="*/ 2232708 h 3242474"/>
              <a:gd name="connsiteX10-1347" fmla="*/ 1559529 w 3175157"/>
              <a:gd name="connsiteY10-1348" fmla="*/ 1991485 h 3242474"/>
              <a:gd name="connsiteX11-1349" fmla="*/ 1234160 w 3175157"/>
              <a:gd name="connsiteY11-1350" fmla="*/ 959279 h 3242474"/>
              <a:gd name="connsiteX12-1351" fmla="*/ 1049035 w 3175157"/>
              <a:gd name="connsiteY12-1352" fmla="*/ 16828 h 3242474"/>
              <a:gd name="connsiteX0-1353" fmla="*/ 1049035 w 3175157"/>
              <a:gd name="connsiteY0-1354" fmla="*/ 16828 h 3242474"/>
              <a:gd name="connsiteX1-1355" fmla="*/ 1447333 w 3175157"/>
              <a:gd name="connsiteY1-1356" fmla="*/ 0 h 3242474"/>
              <a:gd name="connsiteX2-1357" fmla="*/ 1666116 w 3175157"/>
              <a:gd name="connsiteY2-1358" fmla="*/ 734886 h 3242474"/>
              <a:gd name="connsiteX3-1359" fmla="*/ 2401001 w 3175157"/>
              <a:gd name="connsiteY3-1360" fmla="*/ 560982 h 3242474"/>
              <a:gd name="connsiteX4-1361" fmla="*/ 3175157 w 3175157"/>
              <a:gd name="connsiteY4-1362" fmla="*/ 1834409 h 3242474"/>
              <a:gd name="connsiteX5-1363" fmla="*/ 2300025 w 3175157"/>
              <a:gd name="connsiteY5-1364" fmla="*/ 3046130 h 3242474"/>
              <a:gd name="connsiteX6-1365" fmla="*/ 605860 w 3175157"/>
              <a:gd name="connsiteY6-1366" fmla="*/ 2664663 h 3242474"/>
              <a:gd name="connsiteX7-1367" fmla="*/ 381468 w 3175157"/>
              <a:gd name="connsiteY7-1368" fmla="*/ 3242474 h 3242474"/>
              <a:gd name="connsiteX8-1369" fmla="*/ 0 w 3175157"/>
              <a:gd name="connsiteY8-1370" fmla="*/ 3236864 h 3242474"/>
              <a:gd name="connsiteX9-1371" fmla="*/ 431956 w 3175157"/>
              <a:gd name="connsiteY9-1372" fmla="*/ 2232708 h 3242474"/>
              <a:gd name="connsiteX10-1373" fmla="*/ 1559529 w 3175157"/>
              <a:gd name="connsiteY10-1374" fmla="*/ 1991485 h 3242474"/>
              <a:gd name="connsiteX11-1375" fmla="*/ 1234160 w 3175157"/>
              <a:gd name="connsiteY11-1376" fmla="*/ 959279 h 3242474"/>
              <a:gd name="connsiteX12-1377" fmla="*/ 1049035 w 3175157"/>
              <a:gd name="connsiteY12-1378" fmla="*/ 16828 h 3242474"/>
              <a:gd name="connsiteX0-1379" fmla="*/ 1049035 w 3175157"/>
              <a:gd name="connsiteY0-1380" fmla="*/ 16828 h 3242474"/>
              <a:gd name="connsiteX1-1381" fmla="*/ 1447333 w 3175157"/>
              <a:gd name="connsiteY1-1382" fmla="*/ 0 h 3242474"/>
              <a:gd name="connsiteX2-1383" fmla="*/ 1666116 w 3175157"/>
              <a:gd name="connsiteY2-1384" fmla="*/ 734886 h 3242474"/>
              <a:gd name="connsiteX3-1385" fmla="*/ 2401001 w 3175157"/>
              <a:gd name="connsiteY3-1386" fmla="*/ 560982 h 3242474"/>
              <a:gd name="connsiteX4-1387" fmla="*/ 3175157 w 3175157"/>
              <a:gd name="connsiteY4-1388" fmla="*/ 1834409 h 3242474"/>
              <a:gd name="connsiteX5-1389" fmla="*/ 2300025 w 3175157"/>
              <a:gd name="connsiteY5-1390" fmla="*/ 3046130 h 3242474"/>
              <a:gd name="connsiteX6-1391" fmla="*/ 605860 w 3175157"/>
              <a:gd name="connsiteY6-1392" fmla="*/ 2664663 h 3242474"/>
              <a:gd name="connsiteX7-1393" fmla="*/ 381468 w 3175157"/>
              <a:gd name="connsiteY7-1394" fmla="*/ 3242474 h 3242474"/>
              <a:gd name="connsiteX8-1395" fmla="*/ 0 w 3175157"/>
              <a:gd name="connsiteY8-1396" fmla="*/ 3236864 h 3242474"/>
              <a:gd name="connsiteX9-1397" fmla="*/ 431956 w 3175157"/>
              <a:gd name="connsiteY9-1398" fmla="*/ 2232708 h 3242474"/>
              <a:gd name="connsiteX10-1399" fmla="*/ 1559529 w 3175157"/>
              <a:gd name="connsiteY10-1400" fmla="*/ 1991485 h 3242474"/>
              <a:gd name="connsiteX11-1401" fmla="*/ 1234160 w 3175157"/>
              <a:gd name="connsiteY11-1402" fmla="*/ 959279 h 3242474"/>
              <a:gd name="connsiteX12-1403" fmla="*/ 1049035 w 3175157"/>
              <a:gd name="connsiteY12-1404" fmla="*/ 16828 h 3242474"/>
              <a:gd name="connsiteX0-1405" fmla="*/ 1049035 w 3175157"/>
              <a:gd name="connsiteY0-1406" fmla="*/ 16828 h 3242474"/>
              <a:gd name="connsiteX1-1407" fmla="*/ 1447333 w 3175157"/>
              <a:gd name="connsiteY1-1408" fmla="*/ 0 h 3242474"/>
              <a:gd name="connsiteX2-1409" fmla="*/ 1666116 w 3175157"/>
              <a:gd name="connsiteY2-1410" fmla="*/ 734886 h 3242474"/>
              <a:gd name="connsiteX3-1411" fmla="*/ 2401001 w 3175157"/>
              <a:gd name="connsiteY3-1412" fmla="*/ 560982 h 3242474"/>
              <a:gd name="connsiteX4-1413" fmla="*/ 3175157 w 3175157"/>
              <a:gd name="connsiteY4-1414" fmla="*/ 1834409 h 3242474"/>
              <a:gd name="connsiteX5-1415" fmla="*/ 2300025 w 3175157"/>
              <a:gd name="connsiteY5-1416" fmla="*/ 3046130 h 3242474"/>
              <a:gd name="connsiteX6-1417" fmla="*/ 605860 w 3175157"/>
              <a:gd name="connsiteY6-1418" fmla="*/ 2664663 h 3242474"/>
              <a:gd name="connsiteX7-1419" fmla="*/ 381468 w 3175157"/>
              <a:gd name="connsiteY7-1420" fmla="*/ 3242474 h 3242474"/>
              <a:gd name="connsiteX8-1421" fmla="*/ 0 w 3175157"/>
              <a:gd name="connsiteY8-1422" fmla="*/ 3236864 h 3242474"/>
              <a:gd name="connsiteX9-1423" fmla="*/ 431956 w 3175157"/>
              <a:gd name="connsiteY9-1424" fmla="*/ 2232708 h 3242474"/>
              <a:gd name="connsiteX10-1425" fmla="*/ 1559529 w 3175157"/>
              <a:gd name="connsiteY10-1426" fmla="*/ 1991485 h 3242474"/>
              <a:gd name="connsiteX11-1427" fmla="*/ 1234160 w 3175157"/>
              <a:gd name="connsiteY11-1428" fmla="*/ 959279 h 3242474"/>
              <a:gd name="connsiteX12-1429" fmla="*/ 1049035 w 3175157"/>
              <a:gd name="connsiteY12-1430" fmla="*/ 16828 h 3242474"/>
              <a:gd name="connsiteX0-1431" fmla="*/ 1049035 w 3175157"/>
              <a:gd name="connsiteY0-1432" fmla="*/ 16828 h 3242474"/>
              <a:gd name="connsiteX1-1433" fmla="*/ 1447333 w 3175157"/>
              <a:gd name="connsiteY1-1434" fmla="*/ 0 h 3242474"/>
              <a:gd name="connsiteX2-1435" fmla="*/ 1666116 w 3175157"/>
              <a:gd name="connsiteY2-1436" fmla="*/ 734886 h 3242474"/>
              <a:gd name="connsiteX3-1437" fmla="*/ 2401001 w 3175157"/>
              <a:gd name="connsiteY3-1438" fmla="*/ 560982 h 3242474"/>
              <a:gd name="connsiteX4-1439" fmla="*/ 3175157 w 3175157"/>
              <a:gd name="connsiteY4-1440" fmla="*/ 1834409 h 3242474"/>
              <a:gd name="connsiteX5-1441" fmla="*/ 2300025 w 3175157"/>
              <a:gd name="connsiteY5-1442" fmla="*/ 3046130 h 3242474"/>
              <a:gd name="connsiteX6-1443" fmla="*/ 605860 w 3175157"/>
              <a:gd name="connsiteY6-1444" fmla="*/ 2664663 h 3242474"/>
              <a:gd name="connsiteX7-1445" fmla="*/ 381468 w 3175157"/>
              <a:gd name="connsiteY7-1446" fmla="*/ 3242474 h 3242474"/>
              <a:gd name="connsiteX8-1447" fmla="*/ 0 w 3175157"/>
              <a:gd name="connsiteY8-1448" fmla="*/ 3236864 h 3242474"/>
              <a:gd name="connsiteX9-1449" fmla="*/ 516103 w 3175157"/>
              <a:gd name="connsiteY9-1450" fmla="*/ 2249538 h 3242474"/>
              <a:gd name="connsiteX10-1451" fmla="*/ 1559529 w 3175157"/>
              <a:gd name="connsiteY10-1452" fmla="*/ 1991485 h 3242474"/>
              <a:gd name="connsiteX11-1453" fmla="*/ 1234160 w 3175157"/>
              <a:gd name="connsiteY11-1454" fmla="*/ 959279 h 3242474"/>
              <a:gd name="connsiteX12-1455" fmla="*/ 1049035 w 3175157"/>
              <a:gd name="connsiteY12-1456" fmla="*/ 16828 h 3242474"/>
              <a:gd name="connsiteX0-1457" fmla="*/ 1049035 w 3175157"/>
              <a:gd name="connsiteY0-1458" fmla="*/ 16828 h 3242474"/>
              <a:gd name="connsiteX1-1459" fmla="*/ 1447333 w 3175157"/>
              <a:gd name="connsiteY1-1460" fmla="*/ 0 h 3242474"/>
              <a:gd name="connsiteX2-1461" fmla="*/ 1666116 w 3175157"/>
              <a:gd name="connsiteY2-1462" fmla="*/ 734886 h 3242474"/>
              <a:gd name="connsiteX3-1463" fmla="*/ 2401001 w 3175157"/>
              <a:gd name="connsiteY3-1464" fmla="*/ 560982 h 3242474"/>
              <a:gd name="connsiteX4-1465" fmla="*/ 3175157 w 3175157"/>
              <a:gd name="connsiteY4-1466" fmla="*/ 1834409 h 3242474"/>
              <a:gd name="connsiteX5-1467" fmla="*/ 2300025 w 3175157"/>
              <a:gd name="connsiteY5-1468" fmla="*/ 3046130 h 3242474"/>
              <a:gd name="connsiteX6-1469" fmla="*/ 605860 w 3175157"/>
              <a:gd name="connsiteY6-1470" fmla="*/ 2664663 h 3242474"/>
              <a:gd name="connsiteX7-1471" fmla="*/ 381468 w 3175157"/>
              <a:gd name="connsiteY7-1472" fmla="*/ 3242474 h 3242474"/>
              <a:gd name="connsiteX8-1473" fmla="*/ 0 w 3175157"/>
              <a:gd name="connsiteY8-1474" fmla="*/ 3236864 h 3242474"/>
              <a:gd name="connsiteX9-1475" fmla="*/ 516103 w 3175157"/>
              <a:gd name="connsiteY9-1476" fmla="*/ 2249538 h 3242474"/>
              <a:gd name="connsiteX10-1477" fmla="*/ 1559529 w 3175157"/>
              <a:gd name="connsiteY10-1478" fmla="*/ 1991485 h 3242474"/>
              <a:gd name="connsiteX11-1479" fmla="*/ 1234160 w 3175157"/>
              <a:gd name="connsiteY11-1480" fmla="*/ 959279 h 3242474"/>
              <a:gd name="connsiteX12-1481" fmla="*/ 1049035 w 3175157"/>
              <a:gd name="connsiteY12-1482" fmla="*/ 16828 h 3242474"/>
              <a:gd name="connsiteX0-1483" fmla="*/ 1049035 w 3175157"/>
              <a:gd name="connsiteY0-1484" fmla="*/ 16828 h 3242474"/>
              <a:gd name="connsiteX1-1485" fmla="*/ 1447333 w 3175157"/>
              <a:gd name="connsiteY1-1486" fmla="*/ 0 h 3242474"/>
              <a:gd name="connsiteX2-1487" fmla="*/ 1666116 w 3175157"/>
              <a:gd name="connsiteY2-1488" fmla="*/ 734886 h 3242474"/>
              <a:gd name="connsiteX3-1489" fmla="*/ 2401001 w 3175157"/>
              <a:gd name="connsiteY3-1490" fmla="*/ 560982 h 3242474"/>
              <a:gd name="connsiteX4-1491" fmla="*/ 3175157 w 3175157"/>
              <a:gd name="connsiteY4-1492" fmla="*/ 1834409 h 3242474"/>
              <a:gd name="connsiteX5-1493" fmla="*/ 2300025 w 3175157"/>
              <a:gd name="connsiteY5-1494" fmla="*/ 3046130 h 3242474"/>
              <a:gd name="connsiteX6-1495" fmla="*/ 605860 w 3175157"/>
              <a:gd name="connsiteY6-1496" fmla="*/ 2664663 h 3242474"/>
              <a:gd name="connsiteX7-1497" fmla="*/ 381468 w 3175157"/>
              <a:gd name="connsiteY7-1498" fmla="*/ 3242474 h 3242474"/>
              <a:gd name="connsiteX8-1499" fmla="*/ 0 w 3175157"/>
              <a:gd name="connsiteY8-1500" fmla="*/ 3236864 h 3242474"/>
              <a:gd name="connsiteX9-1501" fmla="*/ 516103 w 3175157"/>
              <a:gd name="connsiteY9-1502" fmla="*/ 2249538 h 3242474"/>
              <a:gd name="connsiteX10-1503" fmla="*/ 1559529 w 3175157"/>
              <a:gd name="connsiteY10-1504" fmla="*/ 1991485 h 3242474"/>
              <a:gd name="connsiteX11-1505" fmla="*/ 1234160 w 3175157"/>
              <a:gd name="connsiteY11-1506" fmla="*/ 959279 h 3242474"/>
              <a:gd name="connsiteX12-1507" fmla="*/ 1049035 w 3175157"/>
              <a:gd name="connsiteY12-1508" fmla="*/ 16828 h 3242474"/>
              <a:gd name="connsiteX0-1509" fmla="*/ 1049035 w 3175157"/>
              <a:gd name="connsiteY0-1510" fmla="*/ 16828 h 3242474"/>
              <a:gd name="connsiteX1-1511" fmla="*/ 1447333 w 3175157"/>
              <a:gd name="connsiteY1-1512" fmla="*/ 0 h 3242474"/>
              <a:gd name="connsiteX2-1513" fmla="*/ 1666116 w 3175157"/>
              <a:gd name="connsiteY2-1514" fmla="*/ 734886 h 3242474"/>
              <a:gd name="connsiteX3-1515" fmla="*/ 2401001 w 3175157"/>
              <a:gd name="connsiteY3-1516" fmla="*/ 560982 h 3242474"/>
              <a:gd name="connsiteX4-1517" fmla="*/ 3175157 w 3175157"/>
              <a:gd name="connsiteY4-1518" fmla="*/ 1834409 h 3242474"/>
              <a:gd name="connsiteX5-1519" fmla="*/ 2300025 w 3175157"/>
              <a:gd name="connsiteY5-1520" fmla="*/ 3046130 h 3242474"/>
              <a:gd name="connsiteX6-1521" fmla="*/ 605860 w 3175157"/>
              <a:gd name="connsiteY6-1522" fmla="*/ 2664663 h 3242474"/>
              <a:gd name="connsiteX7-1523" fmla="*/ 381468 w 3175157"/>
              <a:gd name="connsiteY7-1524" fmla="*/ 3242474 h 3242474"/>
              <a:gd name="connsiteX8-1525" fmla="*/ 0 w 3175157"/>
              <a:gd name="connsiteY8-1526" fmla="*/ 3236864 h 3242474"/>
              <a:gd name="connsiteX9-1527" fmla="*/ 516103 w 3175157"/>
              <a:gd name="connsiteY9-1528" fmla="*/ 2249538 h 3242474"/>
              <a:gd name="connsiteX10-1529" fmla="*/ 1559529 w 3175157"/>
              <a:gd name="connsiteY10-1530" fmla="*/ 1991485 h 3242474"/>
              <a:gd name="connsiteX11-1531" fmla="*/ 1234160 w 3175157"/>
              <a:gd name="connsiteY11-1532" fmla="*/ 959279 h 3242474"/>
              <a:gd name="connsiteX12-1533" fmla="*/ 1049035 w 3175157"/>
              <a:gd name="connsiteY12-1534" fmla="*/ 16828 h 3242474"/>
              <a:gd name="connsiteX0-1535" fmla="*/ 1049035 w 3203206"/>
              <a:gd name="connsiteY0-1536" fmla="*/ 16828 h 3242474"/>
              <a:gd name="connsiteX1-1537" fmla="*/ 1447333 w 3203206"/>
              <a:gd name="connsiteY1-1538" fmla="*/ 0 h 3242474"/>
              <a:gd name="connsiteX2-1539" fmla="*/ 1666116 w 3203206"/>
              <a:gd name="connsiteY2-1540" fmla="*/ 734886 h 3242474"/>
              <a:gd name="connsiteX3-1541" fmla="*/ 2401001 w 3203206"/>
              <a:gd name="connsiteY3-1542" fmla="*/ 560982 h 3242474"/>
              <a:gd name="connsiteX4-1543" fmla="*/ 3203206 w 3203206"/>
              <a:gd name="connsiteY4-1544" fmla="*/ 1834409 h 3242474"/>
              <a:gd name="connsiteX5-1545" fmla="*/ 2300025 w 3203206"/>
              <a:gd name="connsiteY5-1546" fmla="*/ 3046130 h 3242474"/>
              <a:gd name="connsiteX6-1547" fmla="*/ 605860 w 3203206"/>
              <a:gd name="connsiteY6-1548" fmla="*/ 2664663 h 3242474"/>
              <a:gd name="connsiteX7-1549" fmla="*/ 381468 w 3203206"/>
              <a:gd name="connsiteY7-1550" fmla="*/ 3242474 h 3242474"/>
              <a:gd name="connsiteX8-1551" fmla="*/ 0 w 3203206"/>
              <a:gd name="connsiteY8-1552" fmla="*/ 3236864 h 3242474"/>
              <a:gd name="connsiteX9-1553" fmla="*/ 516103 w 3203206"/>
              <a:gd name="connsiteY9-1554" fmla="*/ 2249538 h 3242474"/>
              <a:gd name="connsiteX10-1555" fmla="*/ 1559529 w 3203206"/>
              <a:gd name="connsiteY10-1556" fmla="*/ 1991485 h 3242474"/>
              <a:gd name="connsiteX11-1557" fmla="*/ 1234160 w 3203206"/>
              <a:gd name="connsiteY11-1558" fmla="*/ 959279 h 3242474"/>
              <a:gd name="connsiteX12-1559" fmla="*/ 1049035 w 3203206"/>
              <a:gd name="connsiteY12-1560" fmla="*/ 16828 h 3242474"/>
              <a:gd name="connsiteX0-1561" fmla="*/ 1049035 w 3203570"/>
              <a:gd name="connsiteY0-1562" fmla="*/ 16828 h 3242474"/>
              <a:gd name="connsiteX1-1563" fmla="*/ 1447333 w 3203570"/>
              <a:gd name="connsiteY1-1564" fmla="*/ 0 h 3242474"/>
              <a:gd name="connsiteX2-1565" fmla="*/ 1666116 w 3203570"/>
              <a:gd name="connsiteY2-1566" fmla="*/ 734886 h 3242474"/>
              <a:gd name="connsiteX3-1567" fmla="*/ 2401001 w 3203570"/>
              <a:gd name="connsiteY3-1568" fmla="*/ 560982 h 3242474"/>
              <a:gd name="connsiteX4-1569" fmla="*/ 3203206 w 3203570"/>
              <a:gd name="connsiteY4-1570" fmla="*/ 1834409 h 3242474"/>
              <a:gd name="connsiteX5-1571" fmla="*/ 2300025 w 3203570"/>
              <a:gd name="connsiteY5-1572" fmla="*/ 3046130 h 3242474"/>
              <a:gd name="connsiteX6-1573" fmla="*/ 605860 w 3203570"/>
              <a:gd name="connsiteY6-1574" fmla="*/ 2664663 h 3242474"/>
              <a:gd name="connsiteX7-1575" fmla="*/ 381468 w 3203570"/>
              <a:gd name="connsiteY7-1576" fmla="*/ 3242474 h 3242474"/>
              <a:gd name="connsiteX8-1577" fmla="*/ 0 w 3203570"/>
              <a:gd name="connsiteY8-1578" fmla="*/ 3236864 h 3242474"/>
              <a:gd name="connsiteX9-1579" fmla="*/ 516103 w 3203570"/>
              <a:gd name="connsiteY9-1580" fmla="*/ 2249538 h 3242474"/>
              <a:gd name="connsiteX10-1581" fmla="*/ 1559529 w 3203570"/>
              <a:gd name="connsiteY10-1582" fmla="*/ 1991485 h 3242474"/>
              <a:gd name="connsiteX11-1583" fmla="*/ 1234160 w 3203570"/>
              <a:gd name="connsiteY11-1584" fmla="*/ 959279 h 3242474"/>
              <a:gd name="connsiteX12-1585" fmla="*/ 1049035 w 3203570"/>
              <a:gd name="connsiteY12-1586" fmla="*/ 16828 h 3242474"/>
              <a:gd name="connsiteX0-1587" fmla="*/ 1049035 w 3203570"/>
              <a:gd name="connsiteY0-1588" fmla="*/ 16828 h 3242474"/>
              <a:gd name="connsiteX1-1589" fmla="*/ 1447333 w 3203570"/>
              <a:gd name="connsiteY1-1590" fmla="*/ 0 h 3242474"/>
              <a:gd name="connsiteX2-1591" fmla="*/ 1666116 w 3203570"/>
              <a:gd name="connsiteY2-1592" fmla="*/ 734886 h 3242474"/>
              <a:gd name="connsiteX3-1593" fmla="*/ 2401001 w 3203570"/>
              <a:gd name="connsiteY3-1594" fmla="*/ 560982 h 3242474"/>
              <a:gd name="connsiteX4-1595" fmla="*/ 3203206 w 3203570"/>
              <a:gd name="connsiteY4-1596" fmla="*/ 1834409 h 3242474"/>
              <a:gd name="connsiteX5-1597" fmla="*/ 2300025 w 3203570"/>
              <a:gd name="connsiteY5-1598" fmla="*/ 3046130 h 3242474"/>
              <a:gd name="connsiteX6-1599" fmla="*/ 605860 w 3203570"/>
              <a:gd name="connsiteY6-1600" fmla="*/ 2664663 h 3242474"/>
              <a:gd name="connsiteX7-1601" fmla="*/ 381468 w 3203570"/>
              <a:gd name="connsiteY7-1602" fmla="*/ 3242474 h 3242474"/>
              <a:gd name="connsiteX8-1603" fmla="*/ 0 w 3203570"/>
              <a:gd name="connsiteY8-1604" fmla="*/ 3236864 h 3242474"/>
              <a:gd name="connsiteX9-1605" fmla="*/ 516103 w 3203570"/>
              <a:gd name="connsiteY9-1606" fmla="*/ 2249538 h 3242474"/>
              <a:gd name="connsiteX10-1607" fmla="*/ 1559529 w 3203570"/>
              <a:gd name="connsiteY10-1608" fmla="*/ 1991485 h 3242474"/>
              <a:gd name="connsiteX11-1609" fmla="*/ 1234160 w 3203570"/>
              <a:gd name="connsiteY11-1610" fmla="*/ 959279 h 3242474"/>
              <a:gd name="connsiteX12-1611" fmla="*/ 1049035 w 3203570"/>
              <a:gd name="connsiteY12-1612" fmla="*/ 16828 h 3242474"/>
              <a:gd name="connsiteX0-1613" fmla="*/ 1049035 w 3203570"/>
              <a:gd name="connsiteY0-1614" fmla="*/ 16828 h 3242474"/>
              <a:gd name="connsiteX1-1615" fmla="*/ 1447333 w 3203570"/>
              <a:gd name="connsiteY1-1616" fmla="*/ 0 h 3242474"/>
              <a:gd name="connsiteX2-1617" fmla="*/ 1666116 w 3203570"/>
              <a:gd name="connsiteY2-1618" fmla="*/ 734886 h 3242474"/>
              <a:gd name="connsiteX3-1619" fmla="*/ 2401001 w 3203570"/>
              <a:gd name="connsiteY3-1620" fmla="*/ 560982 h 3242474"/>
              <a:gd name="connsiteX4-1621" fmla="*/ 3203206 w 3203570"/>
              <a:gd name="connsiteY4-1622" fmla="*/ 1834409 h 3242474"/>
              <a:gd name="connsiteX5-1623" fmla="*/ 2300025 w 3203570"/>
              <a:gd name="connsiteY5-1624" fmla="*/ 3046130 h 3242474"/>
              <a:gd name="connsiteX6-1625" fmla="*/ 605860 w 3203570"/>
              <a:gd name="connsiteY6-1626" fmla="*/ 2664663 h 3242474"/>
              <a:gd name="connsiteX7-1627" fmla="*/ 381468 w 3203570"/>
              <a:gd name="connsiteY7-1628" fmla="*/ 3242474 h 3242474"/>
              <a:gd name="connsiteX8-1629" fmla="*/ 0 w 3203570"/>
              <a:gd name="connsiteY8-1630" fmla="*/ 3236864 h 3242474"/>
              <a:gd name="connsiteX9-1631" fmla="*/ 516103 w 3203570"/>
              <a:gd name="connsiteY9-1632" fmla="*/ 2249538 h 3242474"/>
              <a:gd name="connsiteX10-1633" fmla="*/ 1559529 w 3203570"/>
              <a:gd name="connsiteY10-1634" fmla="*/ 1991485 h 3242474"/>
              <a:gd name="connsiteX11-1635" fmla="*/ 1234160 w 3203570"/>
              <a:gd name="connsiteY11-1636" fmla="*/ 959279 h 3242474"/>
              <a:gd name="connsiteX12-1637" fmla="*/ 1049035 w 3203570"/>
              <a:gd name="connsiteY12-1638" fmla="*/ 16828 h 3242474"/>
              <a:gd name="connsiteX0-1639" fmla="*/ 1049035 w 3203570"/>
              <a:gd name="connsiteY0-1640" fmla="*/ 16828 h 3242474"/>
              <a:gd name="connsiteX1-1641" fmla="*/ 1447333 w 3203570"/>
              <a:gd name="connsiteY1-1642" fmla="*/ 0 h 3242474"/>
              <a:gd name="connsiteX2-1643" fmla="*/ 1666116 w 3203570"/>
              <a:gd name="connsiteY2-1644" fmla="*/ 734886 h 3242474"/>
              <a:gd name="connsiteX3-1645" fmla="*/ 2401001 w 3203570"/>
              <a:gd name="connsiteY3-1646" fmla="*/ 560982 h 3242474"/>
              <a:gd name="connsiteX4-1647" fmla="*/ 3203206 w 3203570"/>
              <a:gd name="connsiteY4-1648" fmla="*/ 1834409 h 3242474"/>
              <a:gd name="connsiteX5-1649" fmla="*/ 2300025 w 3203570"/>
              <a:gd name="connsiteY5-1650" fmla="*/ 3046130 h 3242474"/>
              <a:gd name="connsiteX6-1651" fmla="*/ 605860 w 3203570"/>
              <a:gd name="connsiteY6-1652" fmla="*/ 2664663 h 3242474"/>
              <a:gd name="connsiteX7-1653" fmla="*/ 381468 w 3203570"/>
              <a:gd name="connsiteY7-1654" fmla="*/ 3242474 h 3242474"/>
              <a:gd name="connsiteX8-1655" fmla="*/ 0 w 3203570"/>
              <a:gd name="connsiteY8-1656" fmla="*/ 3236864 h 3242474"/>
              <a:gd name="connsiteX9-1657" fmla="*/ 516103 w 3203570"/>
              <a:gd name="connsiteY9-1658" fmla="*/ 2249538 h 3242474"/>
              <a:gd name="connsiteX10-1659" fmla="*/ 1559529 w 3203570"/>
              <a:gd name="connsiteY10-1660" fmla="*/ 1991485 h 3242474"/>
              <a:gd name="connsiteX11-1661" fmla="*/ 1234160 w 3203570"/>
              <a:gd name="connsiteY11-1662" fmla="*/ 959279 h 3242474"/>
              <a:gd name="connsiteX12-1663" fmla="*/ 1049035 w 3203570"/>
              <a:gd name="connsiteY12-1664" fmla="*/ 16828 h 3242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/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/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/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/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/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/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/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-1" fmla="*/ 143301 w 1910686"/>
              <a:gd name="connsiteY0-2" fmla="*/ 27296 h 3261815"/>
              <a:gd name="connsiteX1-3" fmla="*/ 0 w 1910686"/>
              <a:gd name="connsiteY1-4" fmla="*/ 1699146 h 3261815"/>
              <a:gd name="connsiteX2-5" fmla="*/ 436728 w 1910686"/>
              <a:gd name="connsiteY2-6" fmla="*/ 3261815 h 3261815"/>
              <a:gd name="connsiteX3-7" fmla="*/ 928047 w 1910686"/>
              <a:gd name="connsiteY3-8" fmla="*/ 1937982 h 3261815"/>
              <a:gd name="connsiteX4-9" fmla="*/ 1364776 w 1910686"/>
              <a:gd name="connsiteY4-10" fmla="*/ 3261815 h 3261815"/>
              <a:gd name="connsiteX5-11" fmla="*/ 1910686 w 1910686"/>
              <a:gd name="connsiteY5-12" fmla="*/ 1719618 h 3261815"/>
              <a:gd name="connsiteX6-13" fmla="*/ 1603612 w 1910686"/>
              <a:gd name="connsiteY6-14" fmla="*/ 0 h 3261815"/>
              <a:gd name="connsiteX7-15" fmla="*/ 1521725 w 1910686"/>
              <a:gd name="connsiteY7-16" fmla="*/ 13648 h 3261815"/>
              <a:gd name="connsiteX8-17" fmla="*/ 907576 w 1910686"/>
              <a:gd name="connsiteY8-18" fmla="*/ 156949 h 3261815"/>
              <a:gd name="connsiteX9-19" fmla="*/ 143301 w 1910686"/>
              <a:gd name="connsiteY9-20" fmla="*/ 27296 h 3261815"/>
              <a:gd name="connsiteX0-21" fmla="*/ 143301 w 1910686"/>
              <a:gd name="connsiteY0-22" fmla="*/ 27296 h 3261815"/>
              <a:gd name="connsiteX1-23" fmla="*/ 0 w 1910686"/>
              <a:gd name="connsiteY1-24" fmla="*/ 1699146 h 3261815"/>
              <a:gd name="connsiteX2-25" fmla="*/ 436728 w 1910686"/>
              <a:gd name="connsiteY2-26" fmla="*/ 3261815 h 3261815"/>
              <a:gd name="connsiteX3-27" fmla="*/ 928047 w 1910686"/>
              <a:gd name="connsiteY3-28" fmla="*/ 1937982 h 3261815"/>
              <a:gd name="connsiteX4-29" fmla="*/ 1364776 w 1910686"/>
              <a:gd name="connsiteY4-30" fmla="*/ 3261815 h 3261815"/>
              <a:gd name="connsiteX5-31" fmla="*/ 1910686 w 1910686"/>
              <a:gd name="connsiteY5-32" fmla="*/ 1719618 h 3261815"/>
              <a:gd name="connsiteX6-33" fmla="*/ 1603612 w 1910686"/>
              <a:gd name="connsiteY6-34" fmla="*/ 0 h 3261815"/>
              <a:gd name="connsiteX7-35" fmla="*/ 1521725 w 1910686"/>
              <a:gd name="connsiteY7-36" fmla="*/ 13648 h 3261815"/>
              <a:gd name="connsiteX8-37" fmla="*/ 907576 w 1910686"/>
              <a:gd name="connsiteY8-38" fmla="*/ 156949 h 3261815"/>
              <a:gd name="connsiteX9-39" fmla="*/ 143301 w 1910686"/>
              <a:gd name="connsiteY9-40" fmla="*/ 27296 h 3261815"/>
              <a:gd name="connsiteX0-41" fmla="*/ 326627 w 2094012"/>
              <a:gd name="connsiteY0-42" fmla="*/ 27296 h 3261815"/>
              <a:gd name="connsiteX1-43" fmla="*/ 183326 w 2094012"/>
              <a:gd name="connsiteY1-44" fmla="*/ 1699146 h 3261815"/>
              <a:gd name="connsiteX2-45" fmla="*/ 620054 w 2094012"/>
              <a:gd name="connsiteY2-46" fmla="*/ 3261815 h 3261815"/>
              <a:gd name="connsiteX3-47" fmla="*/ 1111373 w 2094012"/>
              <a:gd name="connsiteY3-48" fmla="*/ 1937982 h 3261815"/>
              <a:gd name="connsiteX4-49" fmla="*/ 1548102 w 2094012"/>
              <a:gd name="connsiteY4-50" fmla="*/ 3261815 h 3261815"/>
              <a:gd name="connsiteX5-51" fmla="*/ 2094012 w 2094012"/>
              <a:gd name="connsiteY5-52" fmla="*/ 1719618 h 3261815"/>
              <a:gd name="connsiteX6-53" fmla="*/ 1786938 w 2094012"/>
              <a:gd name="connsiteY6-54" fmla="*/ 0 h 3261815"/>
              <a:gd name="connsiteX7-55" fmla="*/ 1705051 w 2094012"/>
              <a:gd name="connsiteY7-56" fmla="*/ 13648 h 3261815"/>
              <a:gd name="connsiteX8-57" fmla="*/ 1090902 w 2094012"/>
              <a:gd name="connsiteY8-58" fmla="*/ 156949 h 3261815"/>
              <a:gd name="connsiteX9-59" fmla="*/ 326627 w 2094012"/>
              <a:gd name="connsiteY9-60" fmla="*/ 27296 h 3261815"/>
              <a:gd name="connsiteX0-61" fmla="*/ 402442 w 2169827"/>
              <a:gd name="connsiteY0-62" fmla="*/ 27296 h 3261815"/>
              <a:gd name="connsiteX1-63" fmla="*/ 259141 w 2169827"/>
              <a:gd name="connsiteY1-64" fmla="*/ 1699146 h 3261815"/>
              <a:gd name="connsiteX2-65" fmla="*/ 695869 w 2169827"/>
              <a:gd name="connsiteY2-66" fmla="*/ 3261815 h 3261815"/>
              <a:gd name="connsiteX3-67" fmla="*/ 1187188 w 2169827"/>
              <a:gd name="connsiteY3-68" fmla="*/ 1937982 h 3261815"/>
              <a:gd name="connsiteX4-69" fmla="*/ 1623917 w 2169827"/>
              <a:gd name="connsiteY4-70" fmla="*/ 3261815 h 3261815"/>
              <a:gd name="connsiteX5-71" fmla="*/ 2169827 w 2169827"/>
              <a:gd name="connsiteY5-72" fmla="*/ 1719618 h 3261815"/>
              <a:gd name="connsiteX6-73" fmla="*/ 1862753 w 2169827"/>
              <a:gd name="connsiteY6-74" fmla="*/ 0 h 3261815"/>
              <a:gd name="connsiteX7-75" fmla="*/ 1780866 w 2169827"/>
              <a:gd name="connsiteY7-76" fmla="*/ 13648 h 3261815"/>
              <a:gd name="connsiteX8-77" fmla="*/ 1166717 w 2169827"/>
              <a:gd name="connsiteY8-78" fmla="*/ 156949 h 3261815"/>
              <a:gd name="connsiteX9-79" fmla="*/ 402442 w 2169827"/>
              <a:gd name="connsiteY9-80" fmla="*/ 27296 h 3261815"/>
              <a:gd name="connsiteX0-81" fmla="*/ 402442 w 2169827"/>
              <a:gd name="connsiteY0-82" fmla="*/ 27296 h 3261815"/>
              <a:gd name="connsiteX1-83" fmla="*/ 259141 w 2169827"/>
              <a:gd name="connsiteY1-84" fmla="*/ 1699146 h 3261815"/>
              <a:gd name="connsiteX2-85" fmla="*/ 695869 w 2169827"/>
              <a:gd name="connsiteY2-86" fmla="*/ 3261815 h 3261815"/>
              <a:gd name="connsiteX3-87" fmla="*/ 1187188 w 2169827"/>
              <a:gd name="connsiteY3-88" fmla="*/ 1937982 h 3261815"/>
              <a:gd name="connsiteX4-89" fmla="*/ 1623917 w 2169827"/>
              <a:gd name="connsiteY4-90" fmla="*/ 3261815 h 3261815"/>
              <a:gd name="connsiteX5-91" fmla="*/ 2169827 w 2169827"/>
              <a:gd name="connsiteY5-92" fmla="*/ 1719618 h 3261815"/>
              <a:gd name="connsiteX6-93" fmla="*/ 1862753 w 2169827"/>
              <a:gd name="connsiteY6-94" fmla="*/ 0 h 3261815"/>
              <a:gd name="connsiteX7-95" fmla="*/ 1780866 w 2169827"/>
              <a:gd name="connsiteY7-96" fmla="*/ 13648 h 3261815"/>
              <a:gd name="connsiteX8-97" fmla="*/ 1166717 w 2169827"/>
              <a:gd name="connsiteY8-98" fmla="*/ 156949 h 3261815"/>
              <a:gd name="connsiteX9-99" fmla="*/ 402442 w 2169827"/>
              <a:gd name="connsiteY9-100" fmla="*/ 27296 h 3261815"/>
              <a:gd name="connsiteX0-101" fmla="*/ 377501 w 2144886"/>
              <a:gd name="connsiteY0-102" fmla="*/ 27296 h 3261815"/>
              <a:gd name="connsiteX1-103" fmla="*/ 295615 w 2144886"/>
              <a:gd name="connsiteY1-104" fmla="*/ 1774209 h 3261815"/>
              <a:gd name="connsiteX2-105" fmla="*/ 670928 w 2144886"/>
              <a:gd name="connsiteY2-106" fmla="*/ 3261815 h 3261815"/>
              <a:gd name="connsiteX3-107" fmla="*/ 1162247 w 2144886"/>
              <a:gd name="connsiteY3-108" fmla="*/ 1937982 h 3261815"/>
              <a:gd name="connsiteX4-109" fmla="*/ 1598976 w 2144886"/>
              <a:gd name="connsiteY4-110" fmla="*/ 3261815 h 3261815"/>
              <a:gd name="connsiteX5-111" fmla="*/ 2144886 w 2144886"/>
              <a:gd name="connsiteY5-112" fmla="*/ 1719618 h 3261815"/>
              <a:gd name="connsiteX6-113" fmla="*/ 1837812 w 2144886"/>
              <a:gd name="connsiteY6-114" fmla="*/ 0 h 3261815"/>
              <a:gd name="connsiteX7-115" fmla="*/ 1755925 w 2144886"/>
              <a:gd name="connsiteY7-116" fmla="*/ 13648 h 3261815"/>
              <a:gd name="connsiteX8-117" fmla="*/ 1141776 w 2144886"/>
              <a:gd name="connsiteY8-118" fmla="*/ 156949 h 3261815"/>
              <a:gd name="connsiteX9-119" fmla="*/ 377501 w 2144886"/>
              <a:gd name="connsiteY9-120" fmla="*/ 27296 h 3261815"/>
              <a:gd name="connsiteX0-121" fmla="*/ 408239 w 2175624"/>
              <a:gd name="connsiteY0-122" fmla="*/ 27296 h 3261815"/>
              <a:gd name="connsiteX1-123" fmla="*/ 326353 w 2175624"/>
              <a:gd name="connsiteY1-124" fmla="*/ 1774209 h 3261815"/>
              <a:gd name="connsiteX2-125" fmla="*/ 701666 w 2175624"/>
              <a:gd name="connsiteY2-126" fmla="*/ 3261815 h 3261815"/>
              <a:gd name="connsiteX3-127" fmla="*/ 1192985 w 2175624"/>
              <a:gd name="connsiteY3-128" fmla="*/ 1937982 h 3261815"/>
              <a:gd name="connsiteX4-129" fmla="*/ 1629714 w 2175624"/>
              <a:gd name="connsiteY4-130" fmla="*/ 3261815 h 3261815"/>
              <a:gd name="connsiteX5-131" fmla="*/ 2175624 w 2175624"/>
              <a:gd name="connsiteY5-132" fmla="*/ 1719618 h 3261815"/>
              <a:gd name="connsiteX6-133" fmla="*/ 1868550 w 2175624"/>
              <a:gd name="connsiteY6-134" fmla="*/ 0 h 3261815"/>
              <a:gd name="connsiteX7-135" fmla="*/ 1786663 w 2175624"/>
              <a:gd name="connsiteY7-136" fmla="*/ 13648 h 3261815"/>
              <a:gd name="connsiteX8-137" fmla="*/ 1172514 w 2175624"/>
              <a:gd name="connsiteY8-138" fmla="*/ 156949 h 3261815"/>
              <a:gd name="connsiteX9-139" fmla="*/ 408239 w 2175624"/>
              <a:gd name="connsiteY9-140" fmla="*/ 27296 h 3261815"/>
              <a:gd name="connsiteX0-141" fmla="*/ 408239 w 2175624"/>
              <a:gd name="connsiteY0-142" fmla="*/ 27296 h 3261815"/>
              <a:gd name="connsiteX1-143" fmla="*/ 326353 w 2175624"/>
              <a:gd name="connsiteY1-144" fmla="*/ 1774209 h 3261815"/>
              <a:gd name="connsiteX2-145" fmla="*/ 701666 w 2175624"/>
              <a:gd name="connsiteY2-146" fmla="*/ 3261815 h 3261815"/>
              <a:gd name="connsiteX3-147" fmla="*/ 1192985 w 2175624"/>
              <a:gd name="connsiteY3-148" fmla="*/ 1937982 h 3261815"/>
              <a:gd name="connsiteX4-149" fmla="*/ 1629714 w 2175624"/>
              <a:gd name="connsiteY4-150" fmla="*/ 3261815 h 3261815"/>
              <a:gd name="connsiteX5-151" fmla="*/ 2175624 w 2175624"/>
              <a:gd name="connsiteY5-152" fmla="*/ 1719618 h 3261815"/>
              <a:gd name="connsiteX6-153" fmla="*/ 1868550 w 2175624"/>
              <a:gd name="connsiteY6-154" fmla="*/ 0 h 3261815"/>
              <a:gd name="connsiteX7-155" fmla="*/ 1786663 w 2175624"/>
              <a:gd name="connsiteY7-156" fmla="*/ 13648 h 3261815"/>
              <a:gd name="connsiteX8-157" fmla="*/ 1172514 w 2175624"/>
              <a:gd name="connsiteY8-158" fmla="*/ 156949 h 3261815"/>
              <a:gd name="connsiteX9-159" fmla="*/ 408239 w 2175624"/>
              <a:gd name="connsiteY9-160" fmla="*/ 27296 h 3261815"/>
              <a:gd name="connsiteX0-161" fmla="*/ 408239 w 2175624"/>
              <a:gd name="connsiteY0-162" fmla="*/ 27296 h 3261815"/>
              <a:gd name="connsiteX1-163" fmla="*/ 326353 w 2175624"/>
              <a:gd name="connsiteY1-164" fmla="*/ 1774209 h 3261815"/>
              <a:gd name="connsiteX2-165" fmla="*/ 701666 w 2175624"/>
              <a:gd name="connsiteY2-166" fmla="*/ 3261815 h 3261815"/>
              <a:gd name="connsiteX3-167" fmla="*/ 1192985 w 2175624"/>
              <a:gd name="connsiteY3-168" fmla="*/ 1937982 h 3261815"/>
              <a:gd name="connsiteX4-169" fmla="*/ 1629714 w 2175624"/>
              <a:gd name="connsiteY4-170" fmla="*/ 3261815 h 3261815"/>
              <a:gd name="connsiteX5-171" fmla="*/ 2175624 w 2175624"/>
              <a:gd name="connsiteY5-172" fmla="*/ 1719618 h 3261815"/>
              <a:gd name="connsiteX6-173" fmla="*/ 1868550 w 2175624"/>
              <a:gd name="connsiteY6-174" fmla="*/ 0 h 3261815"/>
              <a:gd name="connsiteX7-175" fmla="*/ 1786663 w 2175624"/>
              <a:gd name="connsiteY7-176" fmla="*/ 13648 h 3261815"/>
              <a:gd name="connsiteX8-177" fmla="*/ 1172514 w 2175624"/>
              <a:gd name="connsiteY8-178" fmla="*/ 156949 h 3261815"/>
              <a:gd name="connsiteX9-179" fmla="*/ 408239 w 2175624"/>
              <a:gd name="connsiteY9-180" fmla="*/ 27296 h 3261815"/>
              <a:gd name="connsiteX0-181" fmla="*/ 408239 w 2175624"/>
              <a:gd name="connsiteY0-182" fmla="*/ 27296 h 3261815"/>
              <a:gd name="connsiteX1-183" fmla="*/ 326353 w 2175624"/>
              <a:gd name="connsiteY1-184" fmla="*/ 1774209 h 3261815"/>
              <a:gd name="connsiteX2-185" fmla="*/ 701666 w 2175624"/>
              <a:gd name="connsiteY2-186" fmla="*/ 3261815 h 3261815"/>
              <a:gd name="connsiteX3-187" fmla="*/ 1192985 w 2175624"/>
              <a:gd name="connsiteY3-188" fmla="*/ 1937982 h 3261815"/>
              <a:gd name="connsiteX4-189" fmla="*/ 1629714 w 2175624"/>
              <a:gd name="connsiteY4-190" fmla="*/ 3261815 h 3261815"/>
              <a:gd name="connsiteX5-191" fmla="*/ 2175624 w 2175624"/>
              <a:gd name="connsiteY5-192" fmla="*/ 1719618 h 3261815"/>
              <a:gd name="connsiteX6-193" fmla="*/ 1868550 w 2175624"/>
              <a:gd name="connsiteY6-194" fmla="*/ 0 h 3261815"/>
              <a:gd name="connsiteX7-195" fmla="*/ 1786663 w 2175624"/>
              <a:gd name="connsiteY7-196" fmla="*/ 13648 h 3261815"/>
              <a:gd name="connsiteX8-197" fmla="*/ 1172514 w 2175624"/>
              <a:gd name="connsiteY8-198" fmla="*/ 156949 h 3261815"/>
              <a:gd name="connsiteX9-199" fmla="*/ 408239 w 2175624"/>
              <a:gd name="connsiteY9-200" fmla="*/ 27296 h 3261815"/>
              <a:gd name="connsiteX0-201" fmla="*/ 411154 w 2178539"/>
              <a:gd name="connsiteY0-202" fmla="*/ 27296 h 3261815"/>
              <a:gd name="connsiteX1-203" fmla="*/ 322444 w 2178539"/>
              <a:gd name="connsiteY1-204" fmla="*/ 1801504 h 3261815"/>
              <a:gd name="connsiteX2-205" fmla="*/ 704581 w 2178539"/>
              <a:gd name="connsiteY2-206" fmla="*/ 3261815 h 3261815"/>
              <a:gd name="connsiteX3-207" fmla="*/ 1195900 w 2178539"/>
              <a:gd name="connsiteY3-208" fmla="*/ 1937982 h 3261815"/>
              <a:gd name="connsiteX4-209" fmla="*/ 1632629 w 2178539"/>
              <a:gd name="connsiteY4-210" fmla="*/ 3261815 h 3261815"/>
              <a:gd name="connsiteX5-211" fmla="*/ 2178539 w 2178539"/>
              <a:gd name="connsiteY5-212" fmla="*/ 1719618 h 3261815"/>
              <a:gd name="connsiteX6-213" fmla="*/ 1871465 w 2178539"/>
              <a:gd name="connsiteY6-214" fmla="*/ 0 h 3261815"/>
              <a:gd name="connsiteX7-215" fmla="*/ 1789578 w 2178539"/>
              <a:gd name="connsiteY7-216" fmla="*/ 13648 h 3261815"/>
              <a:gd name="connsiteX8-217" fmla="*/ 1175429 w 2178539"/>
              <a:gd name="connsiteY8-218" fmla="*/ 156949 h 3261815"/>
              <a:gd name="connsiteX9-219" fmla="*/ 411154 w 2178539"/>
              <a:gd name="connsiteY9-220" fmla="*/ 27296 h 3261815"/>
              <a:gd name="connsiteX0-221" fmla="*/ 411154 w 2178539"/>
              <a:gd name="connsiteY0-222" fmla="*/ 27296 h 3261815"/>
              <a:gd name="connsiteX1-223" fmla="*/ 322444 w 2178539"/>
              <a:gd name="connsiteY1-224" fmla="*/ 1801504 h 3261815"/>
              <a:gd name="connsiteX2-225" fmla="*/ 704581 w 2178539"/>
              <a:gd name="connsiteY2-226" fmla="*/ 3261815 h 3261815"/>
              <a:gd name="connsiteX3-227" fmla="*/ 1195900 w 2178539"/>
              <a:gd name="connsiteY3-228" fmla="*/ 1937982 h 3261815"/>
              <a:gd name="connsiteX4-229" fmla="*/ 1632629 w 2178539"/>
              <a:gd name="connsiteY4-230" fmla="*/ 3261815 h 3261815"/>
              <a:gd name="connsiteX5-231" fmla="*/ 2178539 w 2178539"/>
              <a:gd name="connsiteY5-232" fmla="*/ 1719618 h 3261815"/>
              <a:gd name="connsiteX6-233" fmla="*/ 1871465 w 2178539"/>
              <a:gd name="connsiteY6-234" fmla="*/ 0 h 3261815"/>
              <a:gd name="connsiteX7-235" fmla="*/ 1789578 w 2178539"/>
              <a:gd name="connsiteY7-236" fmla="*/ 13648 h 3261815"/>
              <a:gd name="connsiteX8-237" fmla="*/ 1175429 w 2178539"/>
              <a:gd name="connsiteY8-238" fmla="*/ 156949 h 3261815"/>
              <a:gd name="connsiteX9-239" fmla="*/ 411154 w 2178539"/>
              <a:gd name="connsiteY9-240" fmla="*/ 27296 h 3261815"/>
              <a:gd name="connsiteX0-241" fmla="*/ 411154 w 2178539"/>
              <a:gd name="connsiteY0-242" fmla="*/ 27296 h 3261815"/>
              <a:gd name="connsiteX1-243" fmla="*/ 322444 w 2178539"/>
              <a:gd name="connsiteY1-244" fmla="*/ 1801504 h 3261815"/>
              <a:gd name="connsiteX2-245" fmla="*/ 704581 w 2178539"/>
              <a:gd name="connsiteY2-246" fmla="*/ 3261815 h 3261815"/>
              <a:gd name="connsiteX3-247" fmla="*/ 1195900 w 2178539"/>
              <a:gd name="connsiteY3-248" fmla="*/ 1937982 h 3261815"/>
              <a:gd name="connsiteX4-249" fmla="*/ 1632629 w 2178539"/>
              <a:gd name="connsiteY4-250" fmla="*/ 3261815 h 3261815"/>
              <a:gd name="connsiteX5-251" fmla="*/ 2178539 w 2178539"/>
              <a:gd name="connsiteY5-252" fmla="*/ 1719618 h 3261815"/>
              <a:gd name="connsiteX6-253" fmla="*/ 1871465 w 2178539"/>
              <a:gd name="connsiteY6-254" fmla="*/ 0 h 3261815"/>
              <a:gd name="connsiteX7-255" fmla="*/ 1789578 w 2178539"/>
              <a:gd name="connsiteY7-256" fmla="*/ 13648 h 3261815"/>
              <a:gd name="connsiteX8-257" fmla="*/ 1175429 w 2178539"/>
              <a:gd name="connsiteY8-258" fmla="*/ 156949 h 3261815"/>
              <a:gd name="connsiteX9-259" fmla="*/ 411154 w 2178539"/>
              <a:gd name="connsiteY9-260" fmla="*/ 27296 h 3261815"/>
              <a:gd name="connsiteX0-261" fmla="*/ 411154 w 2178539"/>
              <a:gd name="connsiteY0-262" fmla="*/ 27296 h 3261815"/>
              <a:gd name="connsiteX1-263" fmla="*/ 322444 w 2178539"/>
              <a:gd name="connsiteY1-264" fmla="*/ 1801504 h 3261815"/>
              <a:gd name="connsiteX2-265" fmla="*/ 704581 w 2178539"/>
              <a:gd name="connsiteY2-266" fmla="*/ 3261815 h 3261815"/>
              <a:gd name="connsiteX3-267" fmla="*/ 1195900 w 2178539"/>
              <a:gd name="connsiteY3-268" fmla="*/ 1937982 h 3261815"/>
              <a:gd name="connsiteX4-269" fmla="*/ 1632629 w 2178539"/>
              <a:gd name="connsiteY4-270" fmla="*/ 3261815 h 3261815"/>
              <a:gd name="connsiteX5-271" fmla="*/ 2178539 w 2178539"/>
              <a:gd name="connsiteY5-272" fmla="*/ 1719618 h 3261815"/>
              <a:gd name="connsiteX6-273" fmla="*/ 1871465 w 2178539"/>
              <a:gd name="connsiteY6-274" fmla="*/ 0 h 3261815"/>
              <a:gd name="connsiteX7-275" fmla="*/ 1789578 w 2178539"/>
              <a:gd name="connsiteY7-276" fmla="*/ 13648 h 3261815"/>
              <a:gd name="connsiteX8-277" fmla="*/ 1175429 w 2178539"/>
              <a:gd name="connsiteY8-278" fmla="*/ 156949 h 3261815"/>
              <a:gd name="connsiteX9-279" fmla="*/ 411154 w 2178539"/>
              <a:gd name="connsiteY9-280" fmla="*/ 27296 h 3261815"/>
              <a:gd name="connsiteX0-281" fmla="*/ 411154 w 2178539"/>
              <a:gd name="connsiteY0-282" fmla="*/ 27296 h 3261815"/>
              <a:gd name="connsiteX1-283" fmla="*/ 322444 w 2178539"/>
              <a:gd name="connsiteY1-284" fmla="*/ 1801504 h 3261815"/>
              <a:gd name="connsiteX2-285" fmla="*/ 704581 w 2178539"/>
              <a:gd name="connsiteY2-286" fmla="*/ 3261815 h 3261815"/>
              <a:gd name="connsiteX3-287" fmla="*/ 1195900 w 2178539"/>
              <a:gd name="connsiteY3-288" fmla="*/ 1937982 h 3261815"/>
              <a:gd name="connsiteX4-289" fmla="*/ 1632629 w 2178539"/>
              <a:gd name="connsiteY4-290" fmla="*/ 3261815 h 3261815"/>
              <a:gd name="connsiteX5-291" fmla="*/ 2178539 w 2178539"/>
              <a:gd name="connsiteY5-292" fmla="*/ 1719618 h 3261815"/>
              <a:gd name="connsiteX6-293" fmla="*/ 1871465 w 2178539"/>
              <a:gd name="connsiteY6-294" fmla="*/ 0 h 3261815"/>
              <a:gd name="connsiteX7-295" fmla="*/ 1789578 w 2178539"/>
              <a:gd name="connsiteY7-296" fmla="*/ 13648 h 3261815"/>
              <a:gd name="connsiteX8-297" fmla="*/ 1175429 w 2178539"/>
              <a:gd name="connsiteY8-298" fmla="*/ 156949 h 3261815"/>
              <a:gd name="connsiteX9-299" fmla="*/ 411154 w 2178539"/>
              <a:gd name="connsiteY9-300" fmla="*/ 27296 h 3261815"/>
              <a:gd name="connsiteX0-301" fmla="*/ 411154 w 2178539"/>
              <a:gd name="connsiteY0-302" fmla="*/ 27296 h 3261815"/>
              <a:gd name="connsiteX1-303" fmla="*/ 322444 w 2178539"/>
              <a:gd name="connsiteY1-304" fmla="*/ 1801504 h 3261815"/>
              <a:gd name="connsiteX2-305" fmla="*/ 704581 w 2178539"/>
              <a:gd name="connsiteY2-306" fmla="*/ 3261815 h 3261815"/>
              <a:gd name="connsiteX3-307" fmla="*/ 1195900 w 2178539"/>
              <a:gd name="connsiteY3-308" fmla="*/ 1937982 h 3261815"/>
              <a:gd name="connsiteX4-309" fmla="*/ 1632629 w 2178539"/>
              <a:gd name="connsiteY4-310" fmla="*/ 3261815 h 3261815"/>
              <a:gd name="connsiteX5-311" fmla="*/ 2178539 w 2178539"/>
              <a:gd name="connsiteY5-312" fmla="*/ 1719618 h 3261815"/>
              <a:gd name="connsiteX6-313" fmla="*/ 1871465 w 2178539"/>
              <a:gd name="connsiteY6-314" fmla="*/ 0 h 3261815"/>
              <a:gd name="connsiteX7-315" fmla="*/ 1789578 w 2178539"/>
              <a:gd name="connsiteY7-316" fmla="*/ 13648 h 3261815"/>
              <a:gd name="connsiteX8-317" fmla="*/ 1175429 w 2178539"/>
              <a:gd name="connsiteY8-318" fmla="*/ 156949 h 3261815"/>
              <a:gd name="connsiteX9-319" fmla="*/ 411154 w 2178539"/>
              <a:gd name="connsiteY9-320" fmla="*/ 27296 h 3261815"/>
              <a:gd name="connsiteX0-321" fmla="*/ 411154 w 2178539"/>
              <a:gd name="connsiteY0-322" fmla="*/ 27296 h 3261815"/>
              <a:gd name="connsiteX1-323" fmla="*/ 322444 w 2178539"/>
              <a:gd name="connsiteY1-324" fmla="*/ 1801504 h 3261815"/>
              <a:gd name="connsiteX2-325" fmla="*/ 704581 w 2178539"/>
              <a:gd name="connsiteY2-326" fmla="*/ 3261815 h 3261815"/>
              <a:gd name="connsiteX3-327" fmla="*/ 1216372 w 2178539"/>
              <a:gd name="connsiteY3-328" fmla="*/ 1951629 h 3261815"/>
              <a:gd name="connsiteX4-329" fmla="*/ 1632629 w 2178539"/>
              <a:gd name="connsiteY4-330" fmla="*/ 3261815 h 3261815"/>
              <a:gd name="connsiteX5-331" fmla="*/ 2178539 w 2178539"/>
              <a:gd name="connsiteY5-332" fmla="*/ 1719618 h 3261815"/>
              <a:gd name="connsiteX6-333" fmla="*/ 1871465 w 2178539"/>
              <a:gd name="connsiteY6-334" fmla="*/ 0 h 3261815"/>
              <a:gd name="connsiteX7-335" fmla="*/ 1789578 w 2178539"/>
              <a:gd name="connsiteY7-336" fmla="*/ 13648 h 3261815"/>
              <a:gd name="connsiteX8-337" fmla="*/ 1175429 w 2178539"/>
              <a:gd name="connsiteY8-338" fmla="*/ 156949 h 3261815"/>
              <a:gd name="connsiteX9-339" fmla="*/ 411154 w 2178539"/>
              <a:gd name="connsiteY9-340" fmla="*/ 27296 h 3261815"/>
              <a:gd name="connsiteX0-341" fmla="*/ 411154 w 2178539"/>
              <a:gd name="connsiteY0-342" fmla="*/ 27296 h 3261815"/>
              <a:gd name="connsiteX1-343" fmla="*/ 322444 w 2178539"/>
              <a:gd name="connsiteY1-344" fmla="*/ 1801504 h 3261815"/>
              <a:gd name="connsiteX2-345" fmla="*/ 704581 w 2178539"/>
              <a:gd name="connsiteY2-346" fmla="*/ 3261815 h 3261815"/>
              <a:gd name="connsiteX3-347" fmla="*/ 1216372 w 2178539"/>
              <a:gd name="connsiteY3-348" fmla="*/ 1951629 h 3261815"/>
              <a:gd name="connsiteX4-349" fmla="*/ 1632629 w 2178539"/>
              <a:gd name="connsiteY4-350" fmla="*/ 3261815 h 3261815"/>
              <a:gd name="connsiteX5-351" fmla="*/ 2178539 w 2178539"/>
              <a:gd name="connsiteY5-352" fmla="*/ 1719618 h 3261815"/>
              <a:gd name="connsiteX6-353" fmla="*/ 1871465 w 2178539"/>
              <a:gd name="connsiteY6-354" fmla="*/ 0 h 3261815"/>
              <a:gd name="connsiteX7-355" fmla="*/ 1789578 w 2178539"/>
              <a:gd name="connsiteY7-356" fmla="*/ 13648 h 3261815"/>
              <a:gd name="connsiteX8-357" fmla="*/ 1175429 w 2178539"/>
              <a:gd name="connsiteY8-358" fmla="*/ 156949 h 3261815"/>
              <a:gd name="connsiteX9-359" fmla="*/ 411154 w 2178539"/>
              <a:gd name="connsiteY9-360" fmla="*/ 27296 h 3261815"/>
              <a:gd name="connsiteX0-361" fmla="*/ 411154 w 2178539"/>
              <a:gd name="connsiteY0-362" fmla="*/ 27296 h 3261815"/>
              <a:gd name="connsiteX1-363" fmla="*/ 322444 w 2178539"/>
              <a:gd name="connsiteY1-364" fmla="*/ 1801504 h 3261815"/>
              <a:gd name="connsiteX2-365" fmla="*/ 704581 w 2178539"/>
              <a:gd name="connsiteY2-366" fmla="*/ 3261815 h 3261815"/>
              <a:gd name="connsiteX3-367" fmla="*/ 1216372 w 2178539"/>
              <a:gd name="connsiteY3-368" fmla="*/ 1951629 h 3261815"/>
              <a:gd name="connsiteX4-369" fmla="*/ 1632629 w 2178539"/>
              <a:gd name="connsiteY4-370" fmla="*/ 3261815 h 3261815"/>
              <a:gd name="connsiteX5-371" fmla="*/ 2178539 w 2178539"/>
              <a:gd name="connsiteY5-372" fmla="*/ 1719618 h 3261815"/>
              <a:gd name="connsiteX6-373" fmla="*/ 1871465 w 2178539"/>
              <a:gd name="connsiteY6-374" fmla="*/ 0 h 3261815"/>
              <a:gd name="connsiteX7-375" fmla="*/ 1789578 w 2178539"/>
              <a:gd name="connsiteY7-376" fmla="*/ 13648 h 3261815"/>
              <a:gd name="connsiteX8-377" fmla="*/ 1175429 w 2178539"/>
              <a:gd name="connsiteY8-378" fmla="*/ 156949 h 3261815"/>
              <a:gd name="connsiteX9-379" fmla="*/ 411154 w 2178539"/>
              <a:gd name="connsiteY9-380" fmla="*/ 27296 h 3261815"/>
              <a:gd name="connsiteX0-381" fmla="*/ 411154 w 2178539"/>
              <a:gd name="connsiteY0-382" fmla="*/ 27296 h 3261815"/>
              <a:gd name="connsiteX1-383" fmla="*/ 322444 w 2178539"/>
              <a:gd name="connsiteY1-384" fmla="*/ 1801504 h 3261815"/>
              <a:gd name="connsiteX2-385" fmla="*/ 704581 w 2178539"/>
              <a:gd name="connsiteY2-386" fmla="*/ 3261815 h 3261815"/>
              <a:gd name="connsiteX3-387" fmla="*/ 1216372 w 2178539"/>
              <a:gd name="connsiteY3-388" fmla="*/ 1951629 h 3261815"/>
              <a:gd name="connsiteX4-389" fmla="*/ 1632629 w 2178539"/>
              <a:gd name="connsiteY4-390" fmla="*/ 3261815 h 3261815"/>
              <a:gd name="connsiteX5-391" fmla="*/ 2178539 w 2178539"/>
              <a:gd name="connsiteY5-392" fmla="*/ 1719618 h 3261815"/>
              <a:gd name="connsiteX6-393" fmla="*/ 1871465 w 2178539"/>
              <a:gd name="connsiteY6-394" fmla="*/ 0 h 3261815"/>
              <a:gd name="connsiteX7-395" fmla="*/ 1789578 w 2178539"/>
              <a:gd name="connsiteY7-396" fmla="*/ 13648 h 3261815"/>
              <a:gd name="connsiteX8-397" fmla="*/ 1175429 w 2178539"/>
              <a:gd name="connsiteY8-398" fmla="*/ 156949 h 3261815"/>
              <a:gd name="connsiteX9-399" fmla="*/ 411154 w 2178539"/>
              <a:gd name="connsiteY9-400" fmla="*/ 27296 h 3261815"/>
              <a:gd name="connsiteX0-401" fmla="*/ 411154 w 2178539"/>
              <a:gd name="connsiteY0-402" fmla="*/ 27296 h 3261815"/>
              <a:gd name="connsiteX1-403" fmla="*/ 322444 w 2178539"/>
              <a:gd name="connsiteY1-404" fmla="*/ 1801504 h 3261815"/>
              <a:gd name="connsiteX2-405" fmla="*/ 704581 w 2178539"/>
              <a:gd name="connsiteY2-406" fmla="*/ 3261815 h 3261815"/>
              <a:gd name="connsiteX3-407" fmla="*/ 1216372 w 2178539"/>
              <a:gd name="connsiteY3-408" fmla="*/ 1951629 h 3261815"/>
              <a:gd name="connsiteX4-409" fmla="*/ 1632629 w 2178539"/>
              <a:gd name="connsiteY4-410" fmla="*/ 3261815 h 3261815"/>
              <a:gd name="connsiteX5-411" fmla="*/ 2178539 w 2178539"/>
              <a:gd name="connsiteY5-412" fmla="*/ 1719618 h 3261815"/>
              <a:gd name="connsiteX6-413" fmla="*/ 1871465 w 2178539"/>
              <a:gd name="connsiteY6-414" fmla="*/ 0 h 3261815"/>
              <a:gd name="connsiteX7-415" fmla="*/ 1789578 w 2178539"/>
              <a:gd name="connsiteY7-416" fmla="*/ 13648 h 3261815"/>
              <a:gd name="connsiteX8-417" fmla="*/ 1175429 w 2178539"/>
              <a:gd name="connsiteY8-418" fmla="*/ 156949 h 3261815"/>
              <a:gd name="connsiteX9-419" fmla="*/ 411154 w 2178539"/>
              <a:gd name="connsiteY9-420" fmla="*/ 27296 h 3261815"/>
              <a:gd name="connsiteX0-421" fmla="*/ 411154 w 2178539"/>
              <a:gd name="connsiteY0-422" fmla="*/ 27296 h 3261815"/>
              <a:gd name="connsiteX1-423" fmla="*/ 322444 w 2178539"/>
              <a:gd name="connsiteY1-424" fmla="*/ 1801504 h 3261815"/>
              <a:gd name="connsiteX2-425" fmla="*/ 704581 w 2178539"/>
              <a:gd name="connsiteY2-426" fmla="*/ 3261815 h 3261815"/>
              <a:gd name="connsiteX3-427" fmla="*/ 1216372 w 2178539"/>
              <a:gd name="connsiteY3-428" fmla="*/ 1951629 h 3261815"/>
              <a:gd name="connsiteX4-429" fmla="*/ 1632629 w 2178539"/>
              <a:gd name="connsiteY4-430" fmla="*/ 3261815 h 3261815"/>
              <a:gd name="connsiteX5-431" fmla="*/ 2178539 w 2178539"/>
              <a:gd name="connsiteY5-432" fmla="*/ 1719618 h 3261815"/>
              <a:gd name="connsiteX6-433" fmla="*/ 1871465 w 2178539"/>
              <a:gd name="connsiteY6-434" fmla="*/ 0 h 3261815"/>
              <a:gd name="connsiteX7-435" fmla="*/ 1789578 w 2178539"/>
              <a:gd name="connsiteY7-436" fmla="*/ 13648 h 3261815"/>
              <a:gd name="connsiteX8-437" fmla="*/ 1175429 w 2178539"/>
              <a:gd name="connsiteY8-438" fmla="*/ 156949 h 3261815"/>
              <a:gd name="connsiteX9-439" fmla="*/ 411154 w 2178539"/>
              <a:gd name="connsiteY9-440" fmla="*/ 27296 h 3261815"/>
              <a:gd name="connsiteX0-441" fmla="*/ 411154 w 2178539"/>
              <a:gd name="connsiteY0-442" fmla="*/ 27296 h 3261815"/>
              <a:gd name="connsiteX1-443" fmla="*/ 322444 w 2178539"/>
              <a:gd name="connsiteY1-444" fmla="*/ 1801504 h 3261815"/>
              <a:gd name="connsiteX2-445" fmla="*/ 704581 w 2178539"/>
              <a:gd name="connsiteY2-446" fmla="*/ 3261815 h 3261815"/>
              <a:gd name="connsiteX3-447" fmla="*/ 1216372 w 2178539"/>
              <a:gd name="connsiteY3-448" fmla="*/ 1951629 h 3261815"/>
              <a:gd name="connsiteX4-449" fmla="*/ 1680396 w 2178539"/>
              <a:gd name="connsiteY4-450" fmla="*/ 3261815 h 3261815"/>
              <a:gd name="connsiteX5-451" fmla="*/ 2178539 w 2178539"/>
              <a:gd name="connsiteY5-452" fmla="*/ 1719618 h 3261815"/>
              <a:gd name="connsiteX6-453" fmla="*/ 1871465 w 2178539"/>
              <a:gd name="connsiteY6-454" fmla="*/ 0 h 3261815"/>
              <a:gd name="connsiteX7-455" fmla="*/ 1789578 w 2178539"/>
              <a:gd name="connsiteY7-456" fmla="*/ 13648 h 3261815"/>
              <a:gd name="connsiteX8-457" fmla="*/ 1175429 w 2178539"/>
              <a:gd name="connsiteY8-458" fmla="*/ 156949 h 3261815"/>
              <a:gd name="connsiteX9-459" fmla="*/ 411154 w 2178539"/>
              <a:gd name="connsiteY9-460" fmla="*/ 27296 h 3261815"/>
              <a:gd name="connsiteX0-461" fmla="*/ 411154 w 2178539"/>
              <a:gd name="connsiteY0-462" fmla="*/ 27296 h 3261815"/>
              <a:gd name="connsiteX1-463" fmla="*/ 322444 w 2178539"/>
              <a:gd name="connsiteY1-464" fmla="*/ 1801504 h 3261815"/>
              <a:gd name="connsiteX2-465" fmla="*/ 704581 w 2178539"/>
              <a:gd name="connsiteY2-466" fmla="*/ 3261815 h 3261815"/>
              <a:gd name="connsiteX3-467" fmla="*/ 1216372 w 2178539"/>
              <a:gd name="connsiteY3-468" fmla="*/ 1951629 h 3261815"/>
              <a:gd name="connsiteX4-469" fmla="*/ 1707692 w 2178539"/>
              <a:gd name="connsiteY4-470" fmla="*/ 3254991 h 3261815"/>
              <a:gd name="connsiteX5-471" fmla="*/ 2178539 w 2178539"/>
              <a:gd name="connsiteY5-472" fmla="*/ 1719618 h 3261815"/>
              <a:gd name="connsiteX6-473" fmla="*/ 1871465 w 2178539"/>
              <a:gd name="connsiteY6-474" fmla="*/ 0 h 3261815"/>
              <a:gd name="connsiteX7-475" fmla="*/ 1789578 w 2178539"/>
              <a:gd name="connsiteY7-476" fmla="*/ 13648 h 3261815"/>
              <a:gd name="connsiteX8-477" fmla="*/ 1175429 w 2178539"/>
              <a:gd name="connsiteY8-478" fmla="*/ 156949 h 3261815"/>
              <a:gd name="connsiteX9-479" fmla="*/ 411154 w 2178539"/>
              <a:gd name="connsiteY9-480" fmla="*/ 27296 h 3261815"/>
              <a:gd name="connsiteX0-481" fmla="*/ 411154 w 2178539"/>
              <a:gd name="connsiteY0-482" fmla="*/ 27296 h 3261815"/>
              <a:gd name="connsiteX1-483" fmla="*/ 322444 w 2178539"/>
              <a:gd name="connsiteY1-484" fmla="*/ 1801504 h 3261815"/>
              <a:gd name="connsiteX2-485" fmla="*/ 704581 w 2178539"/>
              <a:gd name="connsiteY2-486" fmla="*/ 3261815 h 3261815"/>
              <a:gd name="connsiteX3-487" fmla="*/ 1216372 w 2178539"/>
              <a:gd name="connsiteY3-488" fmla="*/ 1951629 h 3261815"/>
              <a:gd name="connsiteX4-489" fmla="*/ 1707692 w 2178539"/>
              <a:gd name="connsiteY4-490" fmla="*/ 3254991 h 3261815"/>
              <a:gd name="connsiteX5-491" fmla="*/ 2178539 w 2178539"/>
              <a:gd name="connsiteY5-492" fmla="*/ 1719618 h 3261815"/>
              <a:gd name="connsiteX6-493" fmla="*/ 1871465 w 2178539"/>
              <a:gd name="connsiteY6-494" fmla="*/ 0 h 3261815"/>
              <a:gd name="connsiteX7-495" fmla="*/ 1789578 w 2178539"/>
              <a:gd name="connsiteY7-496" fmla="*/ 13648 h 3261815"/>
              <a:gd name="connsiteX8-497" fmla="*/ 1175429 w 2178539"/>
              <a:gd name="connsiteY8-498" fmla="*/ 156949 h 3261815"/>
              <a:gd name="connsiteX9-499" fmla="*/ 411154 w 2178539"/>
              <a:gd name="connsiteY9-500" fmla="*/ 27296 h 3261815"/>
              <a:gd name="connsiteX0-501" fmla="*/ 411154 w 2178539"/>
              <a:gd name="connsiteY0-502" fmla="*/ 27296 h 3261815"/>
              <a:gd name="connsiteX1-503" fmla="*/ 322444 w 2178539"/>
              <a:gd name="connsiteY1-504" fmla="*/ 1801504 h 3261815"/>
              <a:gd name="connsiteX2-505" fmla="*/ 704581 w 2178539"/>
              <a:gd name="connsiteY2-506" fmla="*/ 3261815 h 3261815"/>
              <a:gd name="connsiteX3-507" fmla="*/ 1216372 w 2178539"/>
              <a:gd name="connsiteY3-508" fmla="*/ 1951629 h 3261815"/>
              <a:gd name="connsiteX4-509" fmla="*/ 1707692 w 2178539"/>
              <a:gd name="connsiteY4-510" fmla="*/ 3254991 h 3261815"/>
              <a:gd name="connsiteX5-511" fmla="*/ 2178539 w 2178539"/>
              <a:gd name="connsiteY5-512" fmla="*/ 1719618 h 3261815"/>
              <a:gd name="connsiteX6-513" fmla="*/ 1871465 w 2178539"/>
              <a:gd name="connsiteY6-514" fmla="*/ 0 h 3261815"/>
              <a:gd name="connsiteX7-515" fmla="*/ 1789578 w 2178539"/>
              <a:gd name="connsiteY7-516" fmla="*/ 13648 h 3261815"/>
              <a:gd name="connsiteX8-517" fmla="*/ 1175429 w 2178539"/>
              <a:gd name="connsiteY8-518" fmla="*/ 156949 h 3261815"/>
              <a:gd name="connsiteX9-519" fmla="*/ 411154 w 2178539"/>
              <a:gd name="connsiteY9-520" fmla="*/ 27296 h 3261815"/>
              <a:gd name="connsiteX0-521" fmla="*/ 411154 w 2178539"/>
              <a:gd name="connsiteY0-522" fmla="*/ 27296 h 3261815"/>
              <a:gd name="connsiteX1-523" fmla="*/ 322444 w 2178539"/>
              <a:gd name="connsiteY1-524" fmla="*/ 1801504 h 3261815"/>
              <a:gd name="connsiteX2-525" fmla="*/ 704581 w 2178539"/>
              <a:gd name="connsiteY2-526" fmla="*/ 3261815 h 3261815"/>
              <a:gd name="connsiteX3-527" fmla="*/ 1216372 w 2178539"/>
              <a:gd name="connsiteY3-528" fmla="*/ 1951629 h 3261815"/>
              <a:gd name="connsiteX4-529" fmla="*/ 1707692 w 2178539"/>
              <a:gd name="connsiteY4-530" fmla="*/ 3254991 h 3261815"/>
              <a:gd name="connsiteX5-531" fmla="*/ 2178539 w 2178539"/>
              <a:gd name="connsiteY5-532" fmla="*/ 1719618 h 3261815"/>
              <a:gd name="connsiteX6-533" fmla="*/ 1871465 w 2178539"/>
              <a:gd name="connsiteY6-534" fmla="*/ 0 h 3261815"/>
              <a:gd name="connsiteX7-535" fmla="*/ 1789578 w 2178539"/>
              <a:gd name="connsiteY7-536" fmla="*/ 13648 h 3261815"/>
              <a:gd name="connsiteX8-537" fmla="*/ 1175429 w 2178539"/>
              <a:gd name="connsiteY8-538" fmla="*/ 156949 h 3261815"/>
              <a:gd name="connsiteX9-539" fmla="*/ 411154 w 2178539"/>
              <a:gd name="connsiteY9-540" fmla="*/ 27296 h 3261815"/>
              <a:gd name="connsiteX0-541" fmla="*/ 411154 w 2178539"/>
              <a:gd name="connsiteY0-542" fmla="*/ 27296 h 3261815"/>
              <a:gd name="connsiteX1-543" fmla="*/ 322444 w 2178539"/>
              <a:gd name="connsiteY1-544" fmla="*/ 1801504 h 3261815"/>
              <a:gd name="connsiteX2-545" fmla="*/ 704581 w 2178539"/>
              <a:gd name="connsiteY2-546" fmla="*/ 3261815 h 3261815"/>
              <a:gd name="connsiteX3-547" fmla="*/ 1216372 w 2178539"/>
              <a:gd name="connsiteY3-548" fmla="*/ 1951629 h 3261815"/>
              <a:gd name="connsiteX4-549" fmla="*/ 1707692 w 2178539"/>
              <a:gd name="connsiteY4-550" fmla="*/ 3254991 h 3261815"/>
              <a:gd name="connsiteX5-551" fmla="*/ 2178539 w 2178539"/>
              <a:gd name="connsiteY5-552" fmla="*/ 1719618 h 3261815"/>
              <a:gd name="connsiteX6-553" fmla="*/ 1871465 w 2178539"/>
              <a:gd name="connsiteY6-554" fmla="*/ 0 h 3261815"/>
              <a:gd name="connsiteX7-555" fmla="*/ 1789578 w 2178539"/>
              <a:gd name="connsiteY7-556" fmla="*/ 13648 h 3261815"/>
              <a:gd name="connsiteX8-557" fmla="*/ 1175429 w 2178539"/>
              <a:gd name="connsiteY8-558" fmla="*/ 156949 h 3261815"/>
              <a:gd name="connsiteX9-559" fmla="*/ 411154 w 2178539"/>
              <a:gd name="connsiteY9-560" fmla="*/ 27296 h 3261815"/>
              <a:gd name="connsiteX0-561" fmla="*/ 411154 w 2178539"/>
              <a:gd name="connsiteY0-562" fmla="*/ 27296 h 3261815"/>
              <a:gd name="connsiteX1-563" fmla="*/ 322444 w 2178539"/>
              <a:gd name="connsiteY1-564" fmla="*/ 1801504 h 3261815"/>
              <a:gd name="connsiteX2-565" fmla="*/ 704581 w 2178539"/>
              <a:gd name="connsiteY2-566" fmla="*/ 3261815 h 3261815"/>
              <a:gd name="connsiteX3-567" fmla="*/ 1216372 w 2178539"/>
              <a:gd name="connsiteY3-568" fmla="*/ 1951629 h 3261815"/>
              <a:gd name="connsiteX4-569" fmla="*/ 1707692 w 2178539"/>
              <a:gd name="connsiteY4-570" fmla="*/ 3254991 h 3261815"/>
              <a:gd name="connsiteX5-571" fmla="*/ 2178539 w 2178539"/>
              <a:gd name="connsiteY5-572" fmla="*/ 1719618 h 3261815"/>
              <a:gd name="connsiteX6-573" fmla="*/ 1871465 w 2178539"/>
              <a:gd name="connsiteY6-574" fmla="*/ 0 h 3261815"/>
              <a:gd name="connsiteX7-575" fmla="*/ 1789578 w 2178539"/>
              <a:gd name="connsiteY7-576" fmla="*/ 13648 h 3261815"/>
              <a:gd name="connsiteX8-577" fmla="*/ 1175429 w 2178539"/>
              <a:gd name="connsiteY8-578" fmla="*/ 156949 h 3261815"/>
              <a:gd name="connsiteX9-579" fmla="*/ 411154 w 2178539"/>
              <a:gd name="connsiteY9-580" fmla="*/ 27296 h 3261815"/>
              <a:gd name="connsiteX0-581" fmla="*/ 411154 w 2144420"/>
              <a:gd name="connsiteY0-582" fmla="*/ 27296 h 3261815"/>
              <a:gd name="connsiteX1-583" fmla="*/ 322444 w 2144420"/>
              <a:gd name="connsiteY1-584" fmla="*/ 1801504 h 3261815"/>
              <a:gd name="connsiteX2-585" fmla="*/ 704581 w 2144420"/>
              <a:gd name="connsiteY2-586" fmla="*/ 3261815 h 3261815"/>
              <a:gd name="connsiteX3-587" fmla="*/ 1216372 w 2144420"/>
              <a:gd name="connsiteY3-588" fmla="*/ 1951629 h 3261815"/>
              <a:gd name="connsiteX4-589" fmla="*/ 1707692 w 2144420"/>
              <a:gd name="connsiteY4-590" fmla="*/ 3254991 h 3261815"/>
              <a:gd name="connsiteX5-591" fmla="*/ 2144420 w 2144420"/>
              <a:gd name="connsiteY5-592" fmla="*/ 1753737 h 3261815"/>
              <a:gd name="connsiteX6-593" fmla="*/ 1871465 w 2144420"/>
              <a:gd name="connsiteY6-594" fmla="*/ 0 h 3261815"/>
              <a:gd name="connsiteX7-595" fmla="*/ 1789578 w 2144420"/>
              <a:gd name="connsiteY7-596" fmla="*/ 13648 h 3261815"/>
              <a:gd name="connsiteX8-597" fmla="*/ 1175429 w 2144420"/>
              <a:gd name="connsiteY8-598" fmla="*/ 156949 h 3261815"/>
              <a:gd name="connsiteX9-599" fmla="*/ 411154 w 2144420"/>
              <a:gd name="connsiteY9-600" fmla="*/ 27296 h 3261815"/>
              <a:gd name="connsiteX0-601" fmla="*/ 411154 w 2144420"/>
              <a:gd name="connsiteY0-602" fmla="*/ 27296 h 3261815"/>
              <a:gd name="connsiteX1-603" fmla="*/ 322444 w 2144420"/>
              <a:gd name="connsiteY1-604" fmla="*/ 1801504 h 3261815"/>
              <a:gd name="connsiteX2-605" fmla="*/ 704581 w 2144420"/>
              <a:gd name="connsiteY2-606" fmla="*/ 3261815 h 3261815"/>
              <a:gd name="connsiteX3-607" fmla="*/ 1216372 w 2144420"/>
              <a:gd name="connsiteY3-608" fmla="*/ 1951629 h 3261815"/>
              <a:gd name="connsiteX4-609" fmla="*/ 1707692 w 2144420"/>
              <a:gd name="connsiteY4-610" fmla="*/ 3254991 h 3261815"/>
              <a:gd name="connsiteX5-611" fmla="*/ 2144420 w 2144420"/>
              <a:gd name="connsiteY5-612" fmla="*/ 1753737 h 3261815"/>
              <a:gd name="connsiteX6-613" fmla="*/ 1871465 w 2144420"/>
              <a:gd name="connsiteY6-614" fmla="*/ 0 h 3261815"/>
              <a:gd name="connsiteX7-615" fmla="*/ 1789578 w 2144420"/>
              <a:gd name="connsiteY7-616" fmla="*/ 13648 h 3261815"/>
              <a:gd name="connsiteX8-617" fmla="*/ 1175429 w 2144420"/>
              <a:gd name="connsiteY8-618" fmla="*/ 156949 h 3261815"/>
              <a:gd name="connsiteX9-619" fmla="*/ 411154 w 2144420"/>
              <a:gd name="connsiteY9-620" fmla="*/ 27296 h 3261815"/>
              <a:gd name="connsiteX0-621" fmla="*/ 411154 w 2144420"/>
              <a:gd name="connsiteY0-622" fmla="*/ 27296 h 3261815"/>
              <a:gd name="connsiteX1-623" fmla="*/ 322444 w 2144420"/>
              <a:gd name="connsiteY1-624" fmla="*/ 1801504 h 3261815"/>
              <a:gd name="connsiteX2-625" fmla="*/ 704581 w 2144420"/>
              <a:gd name="connsiteY2-626" fmla="*/ 3261815 h 3261815"/>
              <a:gd name="connsiteX3-627" fmla="*/ 1216372 w 2144420"/>
              <a:gd name="connsiteY3-628" fmla="*/ 1951629 h 3261815"/>
              <a:gd name="connsiteX4-629" fmla="*/ 1707692 w 2144420"/>
              <a:gd name="connsiteY4-630" fmla="*/ 3254991 h 3261815"/>
              <a:gd name="connsiteX5-631" fmla="*/ 2144420 w 2144420"/>
              <a:gd name="connsiteY5-632" fmla="*/ 1753737 h 3261815"/>
              <a:gd name="connsiteX6-633" fmla="*/ 1871465 w 2144420"/>
              <a:gd name="connsiteY6-634" fmla="*/ 0 h 3261815"/>
              <a:gd name="connsiteX7-635" fmla="*/ 1789578 w 2144420"/>
              <a:gd name="connsiteY7-636" fmla="*/ 13648 h 3261815"/>
              <a:gd name="connsiteX8-637" fmla="*/ 1175429 w 2144420"/>
              <a:gd name="connsiteY8-638" fmla="*/ 156949 h 3261815"/>
              <a:gd name="connsiteX9-639" fmla="*/ 411154 w 2144420"/>
              <a:gd name="connsiteY9-640" fmla="*/ 27296 h 3261815"/>
              <a:gd name="connsiteX0-641" fmla="*/ 411154 w 2205171"/>
              <a:gd name="connsiteY0-642" fmla="*/ 27296 h 3261815"/>
              <a:gd name="connsiteX1-643" fmla="*/ 322444 w 2205171"/>
              <a:gd name="connsiteY1-644" fmla="*/ 1801504 h 3261815"/>
              <a:gd name="connsiteX2-645" fmla="*/ 704581 w 2205171"/>
              <a:gd name="connsiteY2-646" fmla="*/ 3261815 h 3261815"/>
              <a:gd name="connsiteX3-647" fmla="*/ 1216372 w 2205171"/>
              <a:gd name="connsiteY3-648" fmla="*/ 1951629 h 3261815"/>
              <a:gd name="connsiteX4-649" fmla="*/ 1707692 w 2205171"/>
              <a:gd name="connsiteY4-650" fmla="*/ 3254991 h 3261815"/>
              <a:gd name="connsiteX5-651" fmla="*/ 2144420 w 2205171"/>
              <a:gd name="connsiteY5-652" fmla="*/ 1753737 h 3261815"/>
              <a:gd name="connsiteX6-653" fmla="*/ 1871465 w 2205171"/>
              <a:gd name="connsiteY6-654" fmla="*/ 0 h 3261815"/>
              <a:gd name="connsiteX7-655" fmla="*/ 1789578 w 2205171"/>
              <a:gd name="connsiteY7-656" fmla="*/ 13648 h 3261815"/>
              <a:gd name="connsiteX8-657" fmla="*/ 1175429 w 2205171"/>
              <a:gd name="connsiteY8-658" fmla="*/ 156949 h 3261815"/>
              <a:gd name="connsiteX9-659" fmla="*/ 411154 w 2205171"/>
              <a:gd name="connsiteY9-660" fmla="*/ 27296 h 3261815"/>
              <a:gd name="connsiteX0-661" fmla="*/ 411154 w 2145061"/>
              <a:gd name="connsiteY0-662" fmla="*/ 23869 h 3258388"/>
              <a:gd name="connsiteX1-663" fmla="*/ 322444 w 2145061"/>
              <a:gd name="connsiteY1-664" fmla="*/ 1798077 h 3258388"/>
              <a:gd name="connsiteX2-665" fmla="*/ 704581 w 2145061"/>
              <a:gd name="connsiteY2-666" fmla="*/ 3258388 h 3258388"/>
              <a:gd name="connsiteX3-667" fmla="*/ 1216372 w 2145061"/>
              <a:gd name="connsiteY3-668" fmla="*/ 1948202 h 3258388"/>
              <a:gd name="connsiteX4-669" fmla="*/ 1707692 w 2145061"/>
              <a:gd name="connsiteY4-670" fmla="*/ 3251564 h 3258388"/>
              <a:gd name="connsiteX5-671" fmla="*/ 2144420 w 2145061"/>
              <a:gd name="connsiteY5-672" fmla="*/ 1750310 h 3258388"/>
              <a:gd name="connsiteX6-673" fmla="*/ 1789578 w 2145061"/>
              <a:gd name="connsiteY6-674" fmla="*/ 10221 h 3258388"/>
              <a:gd name="connsiteX7-675" fmla="*/ 1175429 w 2145061"/>
              <a:gd name="connsiteY7-676" fmla="*/ 153522 h 3258388"/>
              <a:gd name="connsiteX8-677" fmla="*/ 411154 w 2145061"/>
              <a:gd name="connsiteY8-678" fmla="*/ 23869 h 3258388"/>
              <a:gd name="connsiteX0-679" fmla="*/ 411154 w 2146076"/>
              <a:gd name="connsiteY0-680" fmla="*/ 23869 h 3258388"/>
              <a:gd name="connsiteX1-681" fmla="*/ 322444 w 2146076"/>
              <a:gd name="connsiteY1-682" fmla="*/ 1798077 h 3258388"/>
              <a:gd name="connsiteX2-683" fmla="*/ 704581 w 2146076"/>
              <a:gd name="connsiteY2-684" fmla="*/ 3258388 h 3258388"/>
              <a:gd name="connsiteX3-685" fmla="*/ 1216372 w 2146076"/>
              <a:gd name="connsiteY3-686" fmla="*/ 1948202 h 3258388"/>
              <a:gd name="connsiteX4-687" fmla="*/ 1707692 w 2146076"/>
              <a:gd name="connsiteY4-688" fmla="*/ 3251564 h 3258388"/>
              <a:gd name="connsiteX5-689" fmla="*/ 2144420 w 2146076"/>
              <a:gd name="connsiteY5-690" fmla="*/ 1750310 h 3258388"/>
              <a:gd name="connsiteX6-691" fmla="*/ 1926056 w 2146076"/>
              <a:gd name="connsiteY6-692" fmla="*/ 17045 h 3258388"/>
              <a:gd name="connsiteX7-693" fmla="*/ 1175429 w 2146076"/>
              <a:gd name="connsiteY7-694" fmla="*/ 153522 h 3258388"/>
              <a:gd name="connsiteX8-695" fmla="*/ 411154 w 2146076"/>
              <a:gd name="connsiteY8-696" fmla="*/ 23869 h 3258388"/>
              <a:gd name="connsiteX0-697" fmla="*/ 411154 w 2374416"/>
              <a:gd name="connsiteY0-698" fmla="*/ 23869 h 3258388"/>
              <a:gd name="connsiteX1-699" fmla="*/ 322444 w 2374416"/>
              <a:gd name="connsiteY1-700" fmla="*/ 1798077 h 3258388"/>
              <a:gd name="connsiteX2-701" fmla="*/ 704581 w 2374416"/>
              <a:gd name="connsiteY2-702" fmla="*/ 3258388 h 3258388"/>
              <a:gd name="connsiteX3-703" fmla="*/ 1216372 w 2374416"/>
              <a:gd name="connsiteY3-704" fmla="*/ 1948202 h 3258388"/>
              <a:gd name="connsiteX4-705" fmla="*/ 1707692 w 2374416"/>
              <a:gd name="connsiteY4-706" fmla="*/ 3251564 h 3258388"/>
              <a:gd name="connsiteX5-707" fmla="*/ 2144420 w 2374416"/>
              <a:gd name="connsiteY5-708" fmla="*/ 1750310 h 3258388"/>
              <a:gd name="connsiteX6-709" fmla="*/ 1926056 w 2374416"/>
              <a:gd name="connsiteY6-710" fmla="*/ 17045 h 3258388"/>
              <a:gd name="connsiteX7-711" fmla="*/ 1175429 w 2374416"/>
              <a:gd name="connsiteY7-712" fmla="*/ 153522 h 3258388"/>
              <a:gd name="connsiteX8-713" fmla="*/ 411154 w 2374416"/>
              <a:gd name="connsiteY8-714" fmla="*/ 23869 h 3258388"/>
              <a:gd name="connsiteX0-715" fmla="*/ 411154 w 2441693"/>
              <a:gd name="connsiteY0-716" fmla="*/ 23869 h 3258388"/>
              <a:gd name="connsiteX1-717" fmla="*/ 322444 w 2441693"/>
              <a:gd name="connsiteY1-718" fmla="*/ 1798077 h 3258388"/>
              <a:gd name="connsiteX2-719" fmla="*/ 704581 w 2441693"/>
              <a:gd name="connsiteY2-720" fmla="*/ 3258388 h 3258388"/>
              <a:gd name="connsiteX3-721" fmla="*/ 1216372 w 2441693"/>
              <a:gd name="connsiteY3-722" fmla="*/ 1948202 h 3258388"/>
              <a:gd name="connsiteX4-723" fmla="*/ 1707692 w 2441693"/>
              <a:gd name="connsiteY4-724" fmla="*/ 3251564 h 3258388"/>
              <a:gd name="connsiteX5-725" fmla="*/ 2144420 w 2441693"/>
              <a:gd name="connsiteY5-726" fmla="*/ 1750310 h 3258388"/>
              <a:gd name="connsiteX6-727" fmla="*/ 1926056 w 2441693"/>
              <a:gd name="connsiteY6-728" fmla="*/ 17045 h 3258388"/>
              <a:gd name="connsiteX7-729" fmla="*/ 1175429 w 2441693"/>
              <a:gd name="connsiteY7-730" fmla="*/ 153522 h 3258388"/>
              <a:gd name="connsiteX8-731" fmla="*/ 411154 w 2441693"/>
              <a:gd name="connsiteY8-732" fmla="*/ 23869 h 3258388"/>
              <a:gd name="connsiteX0-733" fmla="*/ 411154 w 2377348"/>
              <a:gd name="connsiteY0-734" fmla="*/ 23869 h 3258388"/>
              <a:gd name="connsiteX1-735" fmla="*/ 322444 w 2377348"/>
              <a:gd name="connsiteY1-736" fmla="*/ 1798077 h 3258388"/>
              <a:gd name="connsiteX2-737" fmla="*/ 704581 w 2377348"/>
              <a:gd name="connsiteY2-738" fmla="*/ 3258388 h 3258388"/>
              <a:gd name="connsiteX3-739" fmla="*/ 1216372 w 2377348"/>
              <a:gd name="connsiteY3-740" fmla="*/ 1948202 h 3258388"/>
              <a:gd name="connsiteX4-741" fmla="*/ 1707692 w 2377348"/>
              <a:gd name="connsiteY4-742" fmla="*/ 3251564 h 3258388"/>
              <a:gd name="connsiteX5-743" fmla="*/ 2144420 w 2377348"/>
              <a:gd name="connsiteY5-744" fmla="*/ 1750310 h 3258388"/>
              <a:gd name="connsiteX6-745" fmla="*/ 1926056 w 2377348"/>
              <a:gd name="connsiteY6-746" fmla="*/ 17045 h 3258388"/>
              <a:gd name="connsiteX7-747" fmla="*/ 1175429 w 2377348"/>
              <a:gd name="connsiteY7-748" fmla="*/ 153522 h 3258388"/>
              <a:gd name="connsiteX8-749" fmla="*/ 411154 w 2377348"/>
              <a:gd name="connsiteY8-750" fmla="*/ 23869 h 3258388"/>
              <a:gd name="connsiteX0-751" fmla="*/ 411154 w 2424220"/>
              <a:gd name="connsiteY0-752" fmla="*/ 23869 h 3258388"/>
              <a:gd name="connsiteX1-753" fmla="*/ 322444 w 2424220"/>
              <a:gd name="connsiteY1-754" fmla="*/ 1798077 h 3258388"/>
              <a:gd name="connsiteX2-755" fmla="*/ 704581 w 2424220"/>
              <a:gd name="connsiteY2-756" fmla="*/ 3258388 h 3258388"/>
              <a:gd name="connsiteX3-757" fmla="*/ 1216372 w 2424220"/>
              <a:gd name="connsiteY3-758" fmla="*/ 1948202 h 3258388"/>
              <a:gd name="connsiteX4-759" fmla="*/ 1707692 w 2424220"/>
              <a:gd name="connsiteY4-760" fmla="*/ 3251564 h 3258388"/>
              <a:gd name="connsiteX5-761" fmla="*/ 2144420 w 2424220"/>
              <a:gd name="connsiteY5-762" fmla="*/ 1750310 h 3258388"/>
              <a:gd name="connsiteX6-763" fmla="*/ 1926056 w 2424220"/>
              <a:gd name="connsiteY6-764" fmla="*/ 17045 h 3258388"/>
              <a:gd name="connsiteX7-765" fmla="*/ 1175429 w 2424220"/>
              <a:gd name="connsiteY7-766" fmla="*/ 153522 h 3258388"/>
              <a:gd name="connsiteX8-767" fmla="*/ 411154 w 2424220"/>
              <a:gd name="connsiteY8-768" fmla="*/ 23869 h 3258388"/>
              <a:gd name="connsiteX0-769" fmla="*/ 411154 w 2449010"/>
              <a:gd name="connsiteY0-770" fmla="*/ 23869 h 3258388"/>
              <a:gd name="connsiteX1-771" fmla="*/ 322444 w 2449010"/>
              <a:gd name="connsiteY1-772" fmla="*/ 1798077 h 3258388"/>
              <a:gd name="connsiteX2-773" fmla="*/ 704581 w 2449010"/>
              <a:gd name="connsiteY2-774" fmla="*/ 3258388 h 3258388"/>
              <a:gd name="connsiteX3-775" fmla="*/ 1216372 w 2449010"/>
              <a:gd name="connsiteY3-776" fmla="*/ 1948202 h 3258388"/>
              <a:gd name="connsiteX4-777" fmla="*/ 1707692 w 2449010"/>
              <a:gd name="connsiteY4-778" fmla="*/ 3251564 h 3258388"/>
              <a:gd name="connsiteX5-779" fmla="*/ 2144420 w 2449010"/>
              <a:gd name="connsiteY5-780" fmla="*/ 1750310 h 3258388"/>
              <a:gd name="connsiteX6-781" fmla="*/ 1926056 w 2449010"/>
              <a:gd name="connsiteY6-782" fmla="*/ 17045 h 3258388"/>
              <a:gd name="connsiteX7-783" fmla="*/ 1175429 w 2449010"/>
              <a:gd name="connsiteY7-784" fmla="*/ 153522 h 3258388"/>
              <a:gd name="connsiteX8-785" fmla="*/ 411154 w 2449010"/>
              <a:gd name="connsiteY8-786" fmla="*/ 23869 h 3258388"/>
              <a:gd name="connsiteX0-787" fmla="*/ 411154 w 2433593"/>
              <a:gd name="connsiteY0-788" fmla="*/ 23869 h 3258388"/>
              <a:gd name="connsiteX1-789" fmla="*/ 322444 w 2433593"/>
              <a:gd name="connsiteY1-790" fmla="*/ 1798077 h 3258388"/>
              <a:gd name="connsiteX2-791" fmla="*/ 704581 w 2433593"/>
              <a:gd name="connsiteY2-792" fmla="*/ 3258388 h 3258388"/>
              <a:gd name="connsiteX3-793" fmla="*/ 1216372 w 2433593"/>
              <a:gd name="connsiteY3-794" fmla="*/ 1948202 h 3258388"/>
              <a:gd name="connsiteX4-795" fmla="*/ 1707692 w 2433593"/>
              <a:gd name="connsiteY4-796" fmla="*/ 3251564 h 3258388"/>
              <a:gd name="connsiteX5-797" fmla="*/ 2144420 w 2433593"/>
              <a:gd name="connsiteY5-798" fmla="*/ 1750310 h 3258388"/>
              <a:gd name="connsiteX6-799" fmla="*/ 1926056 w 2433593"/>
              <a:gd name="connsiteY6-800" fmla="*/ 17045 h 3258388"/>
              <a:gd name="connsiteX7-801" fmla="*/ 1175429 w 2433593"/>
              <a:gd name="connsiteY7-802" fmla="*/ 153522 h 3258388"/>
              <a:gd name="connsiteX8-803" fmla="*/ 411154 w 2433593"/>
              <a:gd name="connsiteY8-804" fmla="*/ 23869 h 3258388"/>
              <a:gd name="connsiteX0-805" fmla="*/ 411154 w 2433593"/>
              <a:gd name="connsiteY0-806" fmla="*/ 23869 h 3258388"/>
              <a:gd name="connsiteX1-807" fmla="*/ 322444 w 2433593"/>
              <a:gd name="connsiteY1-808" fmla="*/ 1798077 h 3258388"/>
              <a:gd name="connsiteX2-809" fmla="*/ 704581 w 2433593"/>
              <a:gd name="connsiteY2-810" fmla="*/ 3258388 h 3258388"/>
              <a:gd name="connsiteX3-811" fmla="*/ 1216372 w 2433593"/>
              <a:gd name="connsiteY3-812" fmla="*/ 1948202 h 3258388"/>
              <a:gd name="connsiteX4-813" fmla="*/ 1707692 w 2433593"/>
              <a:gd name="connsiteY4-814" fmla="*/ 3251564 h 3258388"/>
              <a:gd name="connsiteX5-815" fmla="*/ 2144420 w 2433593"/>
              <a:gd name="connsiteY5-816" fmla="*/ 1750310 h 3258388"/>
              <a:gd name="connsiteX6-817" fmla="*/ 1926056 w 2433593"/>
              <a:gd name="connsiteY6-818" fmla="*/ 17045 h 3258388"/>
              <a:gd name="connsiteX7-819" fmla="*/ 1175429 w 2433593"/>
              <a:gd name="connsiteY7-820" fmla="*/ 153522 h 3258388"/>
              <a:gd name="connsiteX8-821" fmla="*/ 411154 w 2433593"/>
              <a:gd name="connsiteY8-822" fmla="*/ 23869 h 3258388"/>
              <a:gd name="connsiteX0-823" fmla="*/ 411154 w 2433593"/>
              <a:gd name="connsiteY0-824" fmla="*/ 23869 h 3258388"/>
              <a:gd name="connsiteX1-825" fmla="*/ 322444 w 2433593"/>
              <a:gd name="connsiteY1-826" fmla="*/ 1798077 h 3258388"/>
              <a:gd name="connsiteX2-827" fmla="*/ 704581 w 2433593"/>
              <a:gd name="connsiteY2-828" fmla="*/ 3258388 h 3258388"/>
              <a:gd name="connsiteX3-829" fmla="*/ 1216372 w 2433593"/>
              <a:gd name="connsiteY3-830" fmla="*/ 1948202 h 3258388"/>
              <a:gd name="connsiteX4-831" fmla="*/ 1707692 w 2433593"/>
              <a:gd name="connsiteY4-832" fmla="*/ 3251564 h 3258388"/>
              <a:gd name="connsiteX5-833" fmla="*/ 2144420 w 2433593"/>
              <a:gd name="connsiteY5-834" fmla="*/ 1750310 h 3258388"/>
              <a:gd name="connsiteX6-835" fmla="*/ 1926056 w 2433593"/>
              <a:gd name="connsiteY6-836" fmla="*/ 17045 h 3258388"/>
              <a:gd name="connsiteX7-837" fmla="*/ 1175429 w 2433593"/>
              <a:gd name="connsiteY7-838" fmla="*/ 153522 h 3258388"/>
              <a:gd name="connsiteX8-839" fmla="*/ 411154 w 2433593"/>
              <a:gd name="connsiteY8-840" fmla="*/ 23869 h 3258388"/>
              <a:gd name="connsiteX0-841" fmla="*/ 411154 w 2433593"/>
              <a:gd name="connsiteY0-842" fmla="*/ 23869 h 3258388"/>
              <a:gd name="connsiteX1-843" fmla="*/ 322444 w 2433593"/>
              <a:gd name="connsiteY1-844" fmla="*/ 1798077 h 3258388"/>
              <a:gd name="connsiteX2-845" fmla="*/ 704581 w 2433593"/>
              <a:gd name="connsiteY2-846" fmla="*/ 3258388 h 3258388"/>
              <a:gd name="connsiteX3-847" fmla="*/ 1216372 w 2433593"/>
              <a:gd name="connsiteY3-848" fmla="*/ 1948202 h 3258388"/>
              <a:gd name="connsiteX4-849" fmla="*/ 1707692 w 2433593"/>
              <a:gd name="connsiteY4-850" fmla="*/ 3251564 h 3258388"/>
              <a:gd name="connsiteX5-851" fmla="*/ 2144420 w 2433593"/>
              <a:gd name="connsiteY5-852" fmla="*/ 1750310 h 3258388"/>
              <a:gd name="connsiteX6-853" fmla="*/ 1926056 w 2433593"/>
              <a:gd name="connsiteY6-854" fmla="*/ 17045 h 3258388"/>
              <a:gd name="connsiteX7-855" fmla="*/ 1175429 w 2433593"/>
              <a:gd name="connsiteY7-856" fmla="*/ 153522 h 3258388"/>
              <a:gd name="connsiteX8-857" fmla="*/ 411154 w 2433593"/>
              <a:gd name="connsiteY8-858" fmla="*/ 23869 h 32583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/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/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-1" fmla="*/ 812042 w 1535373"/>
                <a:gd name="connsiteY0-2" fmla="*/ 191663 h 901346"/>
                <a:gd name="connsiteX1-3" fmla="*/ 208099 w 1535373"/>
                <a:gd name="connsiteY1-4" fmla="*/ 0 h 901346"/>
                <a:gd name="connsiteX2-5" fmla="*/ 143301 w 1535373"/>
                <a:gd name="connsiteY2-6" fmla="*/ 273549 h 901346"/>
                <a:gd name="connsiteX3-7" fmla="*/ 0 w 1535373"/>
                <a:gd name="connsiteY3-8" fmla="*/ 457794 h 901346"/>
                <a:gd name="connsiteX4-9" fmla="*/ 600501 w 1535373"/>
                <a:gd name="connsiteY4-10" fmla="*/ 744397 h 901346"/>
                <a:gd name="connsiteX5-11" fmla="*/ 709684 w 1535373"/>
                <a:gd name="connsiteY5-12" fmla="*/ 635215 h 901346"/>
                <a:gd name="connsiteX6-13" fmla="*/ 887104 w 1535373"/>
                <a:gd name="connsiteY6-14" fmla="*/ 682982 h 901346"/>
                <a:gd name="connsiteX7-15" fmla="*/ 1201003 w 1535373"/>
                <a:gd name="connsiteY7-16" fmla="*/ 901346 h 901346"/>
                <a:gd name="connsiteX8-17" fmla="*/ 1535373 w 1535373"/>
                <a:gd name="connsiteY8-18" fmla="*/ 805812 h 901346"/>
                <a:gd name="connsiteX9-19" fmla="*/ 1201003 w 1535373"/>
                <a:gd name="connsiteY9-20" fmla="*/ 669334 h 901346"/>
                <a:gd name="connsiteX10-21" fmla="*/ 1262418 w 1535373"/>
                <a:gd name="connsiteY10-22" fmla="*/ 437322 h 901346"/>
                <a:gd name="connsiteX11-23" fmla="*/ 996287 w 1535373"/>
                <a:gd name="connsiteY11-24" fmla="*/ 328140 h 901346"/>
                <a:gd name="connsiteX12-25" fmla="*/ 921224 w 1535373"/>
                <a:gd name="connsiteY12-26" fmla="*/ 437322 h 901346"/>
                <a:gd name="connsiteX13-27" fmla="*/ 777922 w 1535373"/>
                <a:gd name="connsiteY13-28" fmla="*/ 375907 h 901346"/>
                <a:gd name="connsiteX14-29" fmla="*/ 812042 w 1535373"/>
                <a:gd name="connsiteY14-30" fmla="*/ 191663 h 901346"/>
                <a:gd name="connsiteX0-31" fmla="*/ 812042 w 1535373"/>
                <a:gd name="connsiteY0-32" fmla="*/ 204349 h 914032"/>
                <a:gd name="connsiteX1-33" fmla="*/ 208099 w 1535373"/>
                <a:gd name="connsiteY1-34" fmla="*/ 12686 h 914032"/>
                <a:gd name="connsiteX2-35" fmla="*/ 143301 w 1535373"/>
                <a:gd name="connsiteY2-36" fmla="*/ 286235 h 914032"/>
                <a:gd name="connsiteX3-37" fmla="*/ 0 w 1535373"/>
                <a:gd name="connsiteY3-38" fmla="*/ 470480 h 914032"/>
                <a:gd name="connsiteX4-39" fmla="*/ 600501 w 1535373"/>
                <a:gd name="connsiteY4-40" fmla="*/ 757083 h 914032"/>
                <a:gd name="connsiteX5-41" fmla="*/ 709684 w 1535373"/>
                <a:gd name="connsiteY5-42" fmla="*/ 647901 h 914032"/>
                <a:gd name="connsiteX6-43" fmla="*/ 887104 w 1535373"/>
                <a:gd name="connsiteY6-44" fmla="*/ 695668 h 914032"/>
                <a:gd name="connsiteX7-45" fmla="*/ 1201003 w 1535373"/>
                <a:gd name="connsiteY7-46" fmla="*/ 914032 h 914032"/>
                <a:gd name="connsiteX8-47" fmla="*/ 1535373 w 1535373"/>
                <a:gd name="connsiteY8-48" fmla="*/ 818498 h 914032"/>
                <a:gd name="connsiteX9-49" fmla="*/ 1201003 w 1535373"/>
                <a:gd name="connsiteY9-50" fmla="*/ 682020 h 914032"/>
                <a:gd name="connsiteX10-51" fmla="*/ 1262418 w 1535373"/>
                <a:gd name="connsiteY10-52" fmla="*/ 450008 h 914032"/>
                <a:gd name="connsiteX11-53" fmla="*/ 996287 w 1535373"/>
                <a:gd name="connsiteY11-54" fmla="*/ 340826 h 914032"/>
                <a:gd name="connsiteX12-55" fmla="*/ 921224 w 1535373"/>
                <a:gd name="connsiteY12-56" fmla="*/ 450008 h 914032"/>
                <a:gd name="connsiteX13-57" fmla="*/ 777922 w 1535373"/>
                <a:gd name="connsiteY13-58" fmla="*/ 388593 h 914032"/>
                <a:gd name="connsiteX14-59" fmla="*/ 812042 w 1535373"/>
                <a:gd name="connsiteY14-60" fmla="*/ 204349 h 914032"/>
                <a:gd name="connsiteX0-61" fmla="*/ 812042 w 1535373"/>
                <a:gd name="connsiteY0-62" fmla="*/ 204349 h 914032"/>
                <a:gd name="connsiteX1-63" fmla="*/ 208099 w 1535373"/>
                <a:gd name="connsiteY1-64" fmla="*/ 12686 h 914032"/>
                <a:gd name="connsiteX2-65" fmla="*/ 143301 w 1535373"/>
                <a:gd name="connsiteY2-66" fmla="*/ 286235 h 914032"/>
                <a:gd name="connsiteX3-67" fmla="*/ 0 w 1535373"/>
                <a:gd name="connsiteY3-68" fmla="*/ 470480 h 914032"/>
                <a:gd name="connsiteX4-69" fmla="*/ 600501 w 1535373"/>
                <a:gd name="connsiteY4-70" fmla="*/ 757083 h 914032"/>
                <a:gd name="connsiteX5-71" fmla="*/ 709684 w 1535373"/>
                <a:gd name="connsiteY5-72" fmla="*/ 647901 h 914032"/>
                <a:gd name="connsiteX6-73" fmla="*/ 887104 w 1535373"/>
                <a:gd name="connsiteY6-74" fmla="*/ 695668 h 914032"/>
                <a:gd name="connsiteX7-75" fmla="*/ 1201003 w 1535373"/>
                <a:gd name="connsiteY7-76" fmla="*/ 914032 h 914032"/>
                <a:gd name="connsiteX8-77" fmla="*/ 1535373 w 1535373"/>
                <a:gd name="connsiteY8-78" fmla="*/ 818498 h 914032"/>
                <a:gd name="connsiteX9-79" fmla="*/ 1201003 w 1535373"/>
                <a:gd name="connsiteY9-80" fmla="*/ 682020 h 914032"/>
                <a:gd name="connsiteX10-81" fmla="*/ 1262418 w 1535373"/>
                <a:gd name="connsiteY10-82" fmla="*/ 450008 h 914032"/>
                <a:gd name="connsiteX11-83" fmla="*/ 996287 w 1535373"/>
                <a:gd name="connsiteY11-84" fmla="*/ 340826 h 914032"/>
                <a:gd name="connsiteX12-85" fmla="*/ 921224 w 1535373"/>
                <a:gd name="connsiteY12-86" fmla="*/ 450008 h 914032"/>
                <a:gd name="connsiteX13-87" fmla="*/ 777922 w 1535373"/>
                <a:gd name="connsiteY13-88" fmla="*/ 388593 h 914032"/>
                <a:gd name="connsiteX14-89" fmla="*/ 812042 w 1535373"/>
                <a:gd name="connsiteY14-90" fmla="*/ 204349 h 914032"/>
                <a:gd name="connsiteX0-91" fmla="*/ 812042 w 1535373"/>
                <a:gd name="connsiteY0-92" fmla="*/ 204349 h 914032"/>
                <a:gd name="connsiteX1-93" fmla="*/ 208099 w 1535373"/>
                <a:gd name="connsiteY1-94" fmla="*/ 12686 h 914032"/>
                <a:gd name="connsiteX2-95" fmla="*/ 159203 w 1535373"/>
                <a:gd name="connsiteY2-96" fmla="*/ 306113 h 914032"/>
                <a:gd name="connsiteX3-97" fmla="*/ 0 w 1535373"/>
                <a:gd name="connsiteY3-98" fmla="*/ 470480 h 914032"/>
                <a:gd name="connsiteX4-99" fmla="*/ 600501 w 1535373"/>
                <a:gd name="connsiteY4-100" fmla="*/ 757083 h 914032"/>
                <a:gd name="connsiteX5-101" fmla="*/ 709684 w 1535373"/>
                <a:gd name="connsiteY5-102" fmla="*/ 647901 h 914032"/>
                <a:gd name="connsiteX6-103" fmla="*/ 887104 w 1535373"/>
                <a:gd name="connsiteY6-104" fmla="*/ 695668 h 914032"/>
                <a:gd name="connsiteX7-105" fmla="*/ 1201003 w 1535373"/>
                <a:gd name="connsiteY7-106" fmla="*/ 914032 h 914032"/>
                <a:gd name="connsiteX8-107" fmla="*/ 1535373 w 1535373"/>
                <a:gd name="connsiteY8-108" fmla="*/ 818498 h 914032"/>
                <a:gd name="connsiteX9-109" fmla="*/ 1201003 w 1535373"/>
                <a:gd name="connsiteY9-110" fmla="*/ 682020 h 914032"/>
                <a:gd name="connsiteX10-111" fmla="*/ 1262418 w 1535373"/>
                <a:gd name="connsiteY10-112" fmla="*/ 450008 h 914032"/>
                <a:gd name="connsiteX11-113" fmla="*/ 996287 w 1535373"/>
                <a:gd name="connsiteY11-114" fmla="*/ 340826 h 914032"/>
                <a:gd name="connsiteX12-115" fmla="*/ 921224 w 1535373"/>
                <a:gd name="connsiteY12-116" fmla="*/ 450008 h 914032"/>
                <a:gd name="connsiteX13-117" fmla="*/ 777922 w 1535373"/>
                <a:gd name="connsiteY13-118" fmla="*/ 388593 h 914032"/>
                <a:gd name="connsiteX14-119" fmla="*/ 812042 w 1535373"/>
                <a:gd name="connsiteY14-120" fmla="*/ 204349 h 914032"/>
                <a:gd name="connsiteX0-121" fmla="*/ 788188 w 1511519"/>
                <a:gd name="connsiteY0-122" fmla="*/ 204349 h 914032"/>
                <a:gd name="connsiteX1-123" fmla="*/ 184245 w 1511519"/>
                <a:gd name="connsiteY1-124" fmla="*/ 12686 h 914032"/>
                <a:gd name="connsiteX2-125" fmla="*/ 135349 w 1511519"/>
                <a:gd name="connsiteY2-126" fmla="*/ 306113 h 914032"/>
                <a:gd name="connsiteX3-127" fmla="*/ 0 w 1511519"/>
                <a:gd name="connsiteY3-128" fmla="*/ 518188 h 914032"/>
                <a:gd name="connsiteX4-129" fmla="*/ 576647 w 1511519"/>
                <a:gd name="connsiteY4-130" fmla="*/ 757083 h 914032"/>
                <a:gd name="connsiteX5-131" fmla="*/ 685830 w 1511519"/>
                <a:gd name="connsiteY5-132" fmla="*/ 647901 h 914032"/>
                <a:gd name="connsiteX6-133" fmla="*/ 863250 w 1511519"/>
                <a:gd name="connsiteY6-134" fmla="*/ 695668 h 914032"/>
                <a:gd name="connsiteX7-135" fmla="*/ 1177149 w 1511519"/>
                <a:gd name="connsiteY7-136" fmla="*/ 914032 h 914032"/>
                <a:gd name="connsiteX8-137" fmla="*/ 1511519 w 1511519"/>
                <a:gd name="connsiteY8-138" fmla="*/ 818498 h 914032"/>
                <a:gd name="connsiteX9-139" fmla="*/ 1177149 w 1511519"/>
                <a:gd name="connsiteY9-140" fmla="*/ 682020 h 914032"/>
                <a:gd name="connsiteX10-141" fmla="*/ 1238564 w 1511519"/>
                <a:gd name="connsiteY10-142" fmla="*/ 450008 h 914032"/>
                <a:gd name="connsiteX11-143" fmla="*/ 972433 w 1511519"/>
                <a:gd name="connsiteY11-144" fmla="*/ 340826 h 914032"/>
                <a:gd name="connsiteX12-145" fmla="*/ 897370 w 1511519"/>
                <a:gd name="connsiteY12-146" fmla="*/ 450008 h 914032"/>
                <a:gd name="connsiteX13-147" fmla="*/ 754068 w 1511519"/>
                <a:gd name="connsiteY13-148" fmla="*/ 388593 h 914032"/>
                <a:gd name="connsiteX14-149" fmla="*/ 788188 w 1511519"/>
                <a:gd name="connsiteY14-150" fmla="*/ 204349 h 914032"/>
                <a:gd name="connsiteX0-151" fmla="*/ 802902 w 1526233"/>
                <a:gd name="connsiteY0-152" fmla="*/ 204349 h 914032"/>
                <a:gd name="connsiteX1-153" fmla="*/ 198959 w 1526233"/>
                <a:gd name="connsiteY1-154" fmla="*/ 12686 h 914032"/>
                <a:gd name="connsiteX2-155" fmla="*/ 150063 w 1526233"/>
                <a:gd name="connsiteY2-156" fmla="*/ 306113 h 914032"/>
                <a:gd name="connsiteX3-157" fmla="*/ 14714 w 1526233"/>
                <a:gd name="connsiteY3-158" fmla="*/ 518188 h 914032"/>
                <a:gd name="connsiteX4-159" fmla="*/ 591361 w 1526233"/>
                <a:gd name="connsiteY4-160" fmla="*/ 757083 h 914032"/>
                <a:gd name="connsiteX5-161" fmla="*/ 700544 w 1526233"/>
                <a:gd name="connsiteY5-162" fmla="*/ 647901 h 914032"/>
                <a:gd name="connsiteX6-163" fmla="*/ 877964 w 1526233"/>
                <a:gd name="connsiteY6-164" fmla="*/ 695668 h 914032"/>
                <a:gd name="connsiteX7-165" fmla="*/ 1191863 w 1526233"/>
                <a:gd name="connsiteY7-166" fmla="*/ 914032 h 914032"/>
                <a:gd name="connsiteX8-167" fmla="*/ 1526233 w 1526233"/>
                <a:gd name="connsiteY8-168" fmla="*/ 818498 h 914032"/>
                <a:gd name="connsiteX9-169" fmla="*/ 1191863 w 1526233"/>
                <a:gd name="connsiteY9-170" fmla="*/ 682020 h 914032"/>
                <a:gd name="connsiteX10-171" fmla="*/ 1253278 w 1526233"/>
                <a:gd name="connsiteY10-172" fmla="*/ 450008 h 914032"/>
                <a:gd name="connsiteX11-173" fmla="*/ 987147 w 1526233"/>
                <a:gd name="connsiteY11-174" fmla="*/ 340826 h 914032"/>
                <a:gd name="connsiteX12-175" fmla="*/ 912084 w 1526233"/>
                <a:gd name="connsiteY12-176" fmla="*/ 450008 h 914032"/>
                <a:gd name="connsiteX13-177" fmla="*/ 768782 w 1526233"/>
                <a:gd name="connsiteY13-178" fmla="*/ 388593 h 914032"/>
                <a:gd name="connsiteX14-179" fmla="*/ 802902 w 1526233"/>
                <a:gd name="connsiteY14-180" fmla="*/ 204349 h 914032"/>
                <a:gd name="connsiteX0-181" fmla="*/ 802902 w 1526233"/>
                <a:gd name="connsiteY0-182" fmla="*/ 204349 h 914032"/>
                <a:gd name="connsiteX1-183" fmla="*/ 198959 w 1526233"/>
                <a:gd name="connsiteY1-184" fmla="*/ 12686 h 914032"/>
                <a:gd name="connsiteX2-185" fmla="*/ 150063 w 1526233"/>
                <a:gd name="connsiteY2-186" fmla="*/ 306113 h 914032"/>
                <a:gd name="connsiteX3-187" fmla="*/ 14714 w 1526233"/>
                <a:gd name="connsiteY3-188" fmla="*/ 518188 h 914032"/>
                <a:gd name="connsiteX4-189" fmla="*/ 591361 w 1526233"/>
                <a:gd name="connsiteY4-190" fmla="*/ 757083 h 914032"/>
                <a:gd name="connsiteX5-191" fmla="*/ 700544 w 1526233"/>
                <a:gd name="connsiteY5-192" fmla="*/ 647901 h 914032"/>
                <a:gd name="connsiteX6-193" fmla="*/ 877964 w 1526233"/>
                <a:gd name="connsiteY6-194" fmla="*/ 695668 h 914032"/>
                <a:gd name="connsiteX7-195" fmla="*/ 1191863 w 1526233"/>
                <a:gd name="connsiteY7-196" fmla="*/ 914032 h 914032"/>
                <a:gd name="connsiteX8-197" fmla="*/ 1526233 w 1526233"/>
                <a:gd name="connsiteY8-198" fmla="*/ 818498 h 914032"/>
                <a:gd name="connsiteX9-199" fmla="*/ 1191863 w 1526233"/>
                <a:gd name="connsiteY9-200" fmla="*/ 682020 h 914032"/>
                <a:gd name="connsiteX10-201" fmla="*/ 1253278 w 1526233"/>
                <a:gd name="connsiteY10-202" fmla="*/ 450008 h 914032"/>
                <a:gd name="connsiteX11-203" fmla="*/ 987147 w 1526233"/>
                <a:gd name="connsiteY11-204" fmla="*/ 340826 h 914032"/>
                <a:gd name="connsiteX12-205" fmla="*/ 912084 w 1526233"/>
                <a:gd name="connsiteY12-206" fmla="*/ 450008 h 914032"/>
                <a:gd name="connsiteX13-207" fmla="*/ 768782 w 1526233"/>
                <a:gd name="connsiteY13-208" fmla="*/ 388593 h 914032"/>
                <a:gd name="connsiteX14-209" fmla="*/ 802902 w 1526233"/>
                <a:gd name="connsiteY14-210" fmla="*/ 204349 h 914032"/>
                <a:gd name="connsiteX0-211" fmla="*/ 800209 w 1523540"/>
                <a:gd name="connsiteY0-212" fmla="*/ 204349 h 914032"/>
                <a:gd name="connsiteX1-213" fmla="*/ 196266 w 1523540"/>
                <a:gd name="connsiteY1-214" fmla="*/ 12686 h 914032"/>
                <a:gd name="connsiteX2-215" fmla="*/ 147370 w 1523540"/>
                <a:gd name="connsiteY2-216" fmla="*/ 306113 h 914032"/>
                <a:gd name="connsiteX3-217" fmla="*/ 12021 w 1523540"/>
                <a:gd name="connsiteY3-218" fmla="*/ 518188 h 914032"/>
                <a:gd name="connsiteX4-219" fmla="*/ 588668 w 1523540"/>
                <a:gd name="connsiteY4-220" fmla="*/ 757083 h 914032"/>
                <a:gd name="connsiteX5-221" fmla="*/ 697851 w 1523540"/>
                <a:gd name="connsiteY5-222" fmla="*/ 647901 h 914032"/>
                <a:gd name="connsiteX6-223" fmla="*/ 875271 w 1523540"/>
                <a:gd name="connsiteY6-224" fmla="*/ 695668 h 914032"/>
                <a:gd name="connsiteX7-225" fmla="*/ 1189170 w 1523540"/>
                <a:gd name="connsiteY7-226" fmla="*/ 914032 h 914032"/>
                <a:gd name="connsiteX8-227" fmla="*/ 1523540 w 1523540"/>
                <a:gd name="connsiteY8-228" fmla="*/ 818498 h 914032"/>
                <a:gd name="connsiteX9-229" fmla="*/ 1189170 w 1523540"/>
                <a:gd name="connsiteY9-230" fmla="*/ 682020 h 914032"/>
                <a:gd name="connsiteX10-231" fmla="*/ 1250585 w 1523540"/>
                <a:gd name="connsiteY10-232" fmla="*/ 450008 h 914032"/>
                <a:gd name="connsiteX11-233" fmla="*/ 984454 w 1523540"/>
                <a:gd name="connsiteY11-234" fmla="*/ 340826 h 914032"/>
                <a:gd name="connsiteX12-235" fmla="*/ 909391 w 1523540"/>
                <a:gd name="connsiteY12-236" fmla="*/ 450008 h 914032"/>
                <a:gd name="connsiteX13-237" fmla="*/ 766089 w 1523540"/>
                <a:gd name="connsiteY13-238" fmla="*/ 388593 h 914032"/>
                <a:gd name="connsiteX14-239" fmla="*/ 800209 w 1523540"/>
                <a:gd name="connsiteY14-240" fmla="*/ 204349 h 914032"/>
                <a:gd name="connsiteX0-241" fmla="*/ 800209 w 1523540"/>
                <a:gd name="connsiteY0-242" fmla="*/ 204349 h 914032"/>
                <a:gd name="connsiteX1-243" fmla="*/ 196266 w 1523540"/>
                <a:gd name="connsiteY1-244" fmla="*/ 12686 h 914032"/>
                <a:gd name="connsiteX2-245" fmla="*/ 147370 w 1523540"/>
                <a:gd name="connsiteY2-246" fmla="*/ 306113 h 914032"/>
                <a:gd name="connsiteX3-247" fmla="*/ 12021 w 1523540"/>
                <a:gd name="connsiteY3-248" fmla="*/ 518188 h 914032"/>
                <a:gd name="connsiteX4-249" fmla="*/ 652279 w 1523540"/>
                <a:gd name="connsiteY4-250" fmla="*/ 757083 h 914032"/>
                <a:gd name="connsiteX5-251" fmla="*/ 697851 w 1523540"/>
                <a:gd name="connsiteY5-252" fmla="*/ 647901 h 914032"/>
                <a:gd name="connsiteX6-253" fmla="*/ 875271 w 1523540"/>
                <a:gd name="connsiteY6-254" fmla="*/ 695668 h 914032"/>
                <a:gd name="connsiteX7-255" fmla="*/ 1189170 w 1523540"/>
                <a:gd name="connsiteY7-256" fmla="*/ 914032 h 914032"/>
                <a:gd name="connsiteX8-257" fmla="*/ 1523540 w 1523540"/>
                <a:gd name="connsiteY8-258" fmla="*/ 818498 h 914032"/>
                <a:gd name="connsiteX9-259" fmla="*/ 1189170 w 1523540"/>
                <a:gd name="connsiteY9-260" fmla="*/ 682020 h 914032"/>
                <a:gd name="connsiteX10-261" fmla="*/ 1250585 w 1523540"/>
                <a:gd name="connsiteY10-262" fmla="*/ 450008 h 914032"/>
                <a:gd name="connsiteX11-263" fmla="*/ 984454 w 1523540"/>
                <a:gd name="connsiteY11-264" fmla="*/ 340826 h 914032"/>
                <a:gd name="connsiteX12-265" fmla="*/ 909391 w 1523540"/>
                <a:gd name="connsiteY12-266" fmla="*/ 450008 h 914032"/>
                <a:gd name="connsiteX13-267" fmla="*/ 766089 w 1523540"/>
                <a:gd name="connsiteY13-268" fmla="*/ 388593 h 914032"/>
                <a:gd name="connsiteX14-269" fmla="*/ 800209 w 1523540"/>
                <a:gd name="connsiteY14-270" fmla="*/ 204349 h 914032"/>
                <a:gd name="connsiteX0-271" fmla="*/ 800209 w 1523540"/>
                <a:gd name="connsiteY0-272" fmla="*/ 204349 h 914032"/>
                <a:gd name="connsiteX1-273" fmla="*/ 196266 w 1523540"/>
                <a:gd name="connsiteY1-274" fmla="*/ 12686 h 914032"/>
                <a:gd name="connsiteX2-275" fmla="*/ 147370 w 1523540"/>
                <a:gd name="connsiteY2-276" fmla="*/ 306113 h 914032"/>
                <a:gd name="connsiteX3-277" fmla="*/ 12021 w 1523540"/>
                <a:gd name="connsiteY3-278" fmla="*/ 518188 h 914032"/>
                <a:gd name="connsiteX4-279" fmla="*/ 652279 w 1523540"/>
                <a:gd name="connsiteY4-280" fmla="*/ 757083 h 914032"/>
                <a:gd name="connsiteX5-281" fmla="*/ 697851 w 1523540"/>
                <a:gd name="connsiteY5-282" fmla="*/ 647901 h 914032"/>
                <a:gd name="connsiteX6-283" fmla="*/ 875271 w 1523540"/>
                <a:gd name="connsiteY6-284" fmla="*/ 695668 h 914032"/>
                <a:gd name="connsiteX7-285" fmla="*/ 1189170 w 1523540"/>
                <a:gd name="connsiteY7-286" fmla="*/ 914032 h 914032"/>
                <a:gd name="connsiteX8-287" fmla="*/ 1523540 w 1523540"/>
                <a:gd name="connsiteY8-288" fmla="*/ 818498 h 914032"/>
                <a:gd name="connsiteX9-289" fmla="*/ 1189170 w 1523540"/>
                <a:gd name="connsiteY9-290" fmla="*/ 682020 h 914032"/>
                <a:gd name="connsiteX10-291" fmla="*/ 1250585 w 1523540"/>
                <a:gd name="connsiteY10-292" fmla="*/ 450008 h 914032"/>
                <a:gd name="connsiteX11-293" fmla="*/ 984454 w 1523540"/>
                <a:gd name="connsiteY11-294" fmla="*/ 340826 h 914032"/>
                <a:gd name="connsiteX12-295" fmla="*/ 909391 w 1523540"/>
                <a:gd name="connsiteY12-296" fmla="*/ 450008 h 914032"/>
                <a:gd name="connsiteX13-297" fmla="*/ 766089 w 1523540"/>
                <a:gd name="connsiteY13-298" fmla="*/ 388593 h 914032"/>
                <a:gd name="connsiteX14-299" fmla="*/ 800209 w 1523540"/>
                <a:gd name="connsiteY14-300" fmla="*/ 204349 h 914032"/>
                <a:gd name="connsiteX0-301" fmla="*/ 800209 w 1523540"/>
                <a:gd name="connsiteY0-302" fmla="*/ 204349 h 914032"/>
                <a:gd name="connsiteX1-303" fmla="*/ 196266 w 1523540"/>
                <a:gd name="connsiteY1-304" fmla="*/ 12686 h 914032"/>
                <a:gd name="connsiteX2-305" fmla="*/ 147370 w 1523540"/>
                <a:gd name="connsiteY2-306" fmla="*/ 306113 h 914032"/>
                <a:gd name="connsiteX3-307" fmla="*/ 12021 w 1523540"/>
                <a:gd name="connsiteY3-308" fmla="*/ 518188 h 914032"/>
                <a:gd name="connsiteX4-309" fmla="*/ 652279 w 1523540"/>
                <a:gd name="connsiteY4-310" fmla="*/ 757083 h 914032"/>
                <a:gd name="connsiteX5-311" fmla="*/ 697851 w 1523540"/>
                <a:gd name="connsiteY5-312" fmla="*/ 647901 h 914032"/>
                <a:gd name="connsiteX6-313" fmla="*/ 875271 w 1523540"/>
                <a:gd name="connsiteY6-314" fmla="*/ 695668 h 914032"/>
                <a:gd name="connsiteX7-315" fmla="*/ 1189170 w 1523540"/>
                <a:gd name="connsiteY7-316" fmla="*/ 914032 h 914032"/>
                <a:gd name="connsiteX8-317" fmla="*/ 1523540 w 1523540"/>
                <a:gd name="connsiteY8-318" fmla="*/ 818498 h 914032"/>
                <a:gd name="connsiteX9-319" fmla="*/ 1189170 w 1523540"/>
                <a:gd name="connsiteY9-320" fmla="*/ 682020 h 914032"/>
                <a:gd name="connsiteX10-321" fmla="*/ 1250585 w 1523540"/>
                <a:gd name="connsiteY10-322" fmla="*/ 450008 h 914032"/>
                <a:gd name="connsiteX11-323" fmla="*/ 984454 w 1523540"/>
                <a:gd name="connsiteY11-324" fmla="*/ 340826 h 914032"/>
                <a:gd name="connsiteX12-325" fmla="*/ 909391 w 1523540"/>
                <a:gd name="connsiteY12-326" fmla="*/ 450008 h 914032"/>
                <a:gd name="connsiteX13-327" fmla="*/ 766089 w 1523540"/>
                <a:gd name="connsiteY13-328" fmla="*/ 388593 h 914032"/>
                <a:gd name="connsiteX14-329" fmla="*/ 800209 w 1523540"/>
                <a:gd name="connsiteY14-330" fmla="*/ 204349 h 914032"/>
                <a:gd name="connsiteX0-331" fmla="*/ 800209 w 1523540"/>
                <a:gd name="connsiteY0-332" fmla="*/ 204349 h 914032"/>
                <a:gd name="connsiteX1-333" fmla="*/ 196266 w 1523540"/>
                <a:gd name="connsiteY1-334" fmla="*/ 12686 h 914032"/>
                <a:gd name="connsiteX2-335" fmla="*/ 147370 w 1523540"/>
                <a:gd name="connsiteY2-336" fmla="*/ 306113 h 914032"/>
                <a:gd name="connsiteX3-337" fmla="*/ 12021 w 1523540"/>
                <a:gd name="connsiteY3-338" fmla="*/ 518188 h 914032"/>
                <a:gd name="connsiteX4-339" fmla="*/ 636377 w 1523540"/>
                <a:gd name="connsiteY4-340" fmla="*/ 741181 h 914032"/>
                <a:gd name="connsiteX5-341" fmla="*/ 697851 w 1523540"/>
                <a:gd name="connsiteY5-342" fmla="*/ 647901 h 914032"/>
                <a:gd name="connsiteX6-343" fmla="*/ 875271 w 1523540"/>
                <a:gd name="connsiteY6-344" fmla="*/ 695668 h 914032"/>
                <a:gd name="connsiteX7-345" fmla="*/ 1189170 w 1523540"/>
                <a:gd name="connsiteY7-346" fmla="*/ 914032 h 914032"/>
                <a:gd name="connsiteX8-347" fmla="*/ 1523540 w 1523540"/>
                <a:gd name="connsiteY8-348" fmla="*/ 818498 h 914032"/>
                <a:gd name="connsiteX9-349" fmla="*/ 1189170 w 1523540"/>
                <a:gd name="connsiteY9-350" fmla="*/ 682020 h 914032"/>
                <a:gd name="connsiteX10-351" fmla="*/ 1250585 w 1523540"/>
                <a:gd name="connsiteY10-352" fmla="*/ 450008 h 914032"/>
                <a:gd name="connsiteX11-353" fmla="*/ 984454 w 1523540"/>
                <a:gd name="connsiteY11-354" fmla="*/ 340826 h 914032"/>
                <a:gd name="connsiteX12-355" fmla="*/ 909391 w 1523540"/>
                <a:gd name="connsiteY12-356" fmla="*/ 450008 h 914032"/>
                <a:gd name="connsiteX13-357" fmla="*/ 766089 w 1523540"/>
                <a:gd name="connsiteY13-358" fmla="*/ 388593 h 914032"/>
                <a:gd name="connsiteX14-359" fmla="*/ 800209 w 1523540"/>
                <a:gd name="connsiteY14-360" fmla="*/ 204349 h 914032"/>
                <a:gd name="connsiteX0-361" fmla="*/ 800209 w 1523540"/>
                <a:gd name="connsiteY0-362" fmla="*/ 204349 h 914032"/>
                <a:gd name="connsiteX1-363" fmla="*/ 196266 w 1523540"/>
                <a:gd name="connsiteY1-364" fmla="*/ 12686 h 914032"/>
                <a:gd name="connsiteX2-365" fmla="*/ 147370 w 1523540"/>
                <a:gd name="connsiteY2-366" fmla="*/ 306113 h 914032"/>
                <a:gd name="connsiteX3-367" fmla="*/ 12021 w 1523540"/>
                <a:gd name="connsiteY3-368" fmla="*/ 518188 h 914032"/>
                <a:gd name="connsiteX4-369" fmla="*/ 636377 w 1523540"/>
                <a:gd name="connsiteY4-370" fmla="*/ 741181 h 914032"/>
                <a:gd name="connsiteX5-371" fmla="*/ 697851 w 1523540"/>
                <a:gd name="connsiteY5-372" fmla="*/ 647901 h 914032"/>
                <a:gd name="connsiteX6-373" fmla="*/ 875271 w 1523540"/>
                <a:gd name="connsiteY6-374" fmla="*/ 695668 h 914032"/>
                <a:gd name="connsiteX7-375" fmla="*/ 1189170 w 1523540"/>
                <a:gd name="connsiteY7-376" fmla="*/ 914032 h 914032"/>
                <a:gd name="connsiteX8-377" fmla="*/ 1523540 w 1523540"/>
                <a:gd name="connsiteY8-378" fmla="*/ 818498 h 914032"/>
                <a:gd name="connsiteX9-379" fmla="*/ 1189170 w 1523540"/>
                <a:gd name="connsiteY9-380" fmla="*/ 682020 h 914032"/>
                <a:gd name="connsiteX10-381" fmla="*/ 1250585 w 1523540"/>
                <a:gd name="connsiteY10-382" fmla="*/ 450008 h 914032"/>
                <a:gd name="connsiteX11-383" fmla="*/ 984454 w 1523540"/>
                <a:gd name="connsiteY11-384" fmla="*/ 340826 h 914032"/>
                <a:gd name="connsiteX12-385" fmla="*/ 909391 w 1523540"/>
                <a:gd name="connsiteY12-386" fmla="*/ 450008 h 914032"/>
                <a:gd name="connsiteX13-387" fmla="*/ 766089 w 1523540"/>
                <a:gd name="connsiteY13-388" fmla="*/ 388593 h 914032"/>
                <a:gd name="connsiteX14-389" fmla="*/ 800209 w 1523540"/>
                <a:gd name="connsiteY14-390" fmla="*/ 204349 h 914032"/>
                <a:gd name="connsiteX0-391" fmla="*/ 800209 w 1523540"/>
                <a:gd name="connsiteY0-392" fmla="*/ 204349 h 914032"/>
                <a:gd name="connsiteX1-393" fmla="*/ 196266 w 1523540"/>
                <a:gd name="connsiteY1-394" fmla="*/ 12686 h 914032"/>
                <a:gd name="connsiteX2-395" fmla="*/ 147370 w 1523540"/>
                <a:gd name="connsiteY2-396" fmla="*/ 306113 h 914032"/>
                <a:gd name="connsiteX3-397" fmla="*/ 12021 w 1523540"/>
                <a:gd name="connsiteY3-398" fmla="*/ 518188 h 914032"/>
                <a:gd name="connsiteX4-399" fmla="*/ 636377 w 1523540"/>
                <a:gd name="connsiteY4-400" fmla="*/ 741181 h 914032"/>
                <a:gd name="connsiteX5-401" fmla="*/ 697851 w 1523540"/>
                <a:gd name="connsiteY5-402" fmla="*/ 647901 h 914032"/>
                <a:gd name="connsiteX6-403" fmla="*/ 875271 w 1523540"/>
                <a:gd name="connsiteY6-404" fmla="*/ 695668 h 914032"/>
                <a:gd name="connsiteX7-405" fmla="*/ 1189170 w 1523540"/>
                <a:gd name="connsiteY7-406" fmla="*/ 914032 h 914032"/>
                <a:gd name="connsiteX8-407" fmla="*/ 1523540 w 1523540"/>
                <a:gd name="connsiteY8-408" fmla="*/ 818498 h 914032"/>
                <a:gd name="connsiteX9-409" fmla="*/ 1189170 w 1523540"/>
                <a:gd name="connsiteY9-410" fmla="*/ 682020 h 914032"/>
                <a:gd name="connsiteX10-411" fmla="*/ 1250585 w 1523540"/>
                <a:gd name="connsiteY10-412" fmla="*/ 450008 h 914032"/>
                <a:gd name="connsiteX11-413" fmla="*/ 984454 w 1523540"/>
                <a:gd name="connsiteY11-414" fmla="*/ 340826 h 914032"/>
                <a:gd name="connsiteX12-415" fmla="*/ 909391 w 1523540"/>
                <a:gd name="connsiteY12-416" fmla="*/ 450008 h 914032"/>
                <a:gd name="connsiteX13-417" fmla="*/ 766089 w 1523540"/>
                <a:gd name="connsiteY13-418" fmla="*/ 388593 h 914032"/>
                <a:gd name="connsiteX14-419" fmla="*/ 800209 w 1523540"/>
                <a:gd name="connsiteY14-420" fmla="*/ 204349 h 914032"/>
                <a:gd name="connsiteX0-421" fmla="*/ 800209 w 1523540"/>
                <a:gd name="connsiteY0-422" fmla="*/ 204349 h 914032"/>
                <a:gd name="connsiteX1-423" fmla="*/ 196266 w 1523540"/>
                <a:gd name="connsiteY1-424" fmla="*/ 12686 h 914032"/>
                <a:gd name="connsiteX2-425" fmla="*/ 147370 w 1523540"/>
                <a:gd name="connsiteY2-426" fmla="*/ 306113 h 914032"/>
                <a:gd name="connsiteX3-427" fmla="*/ 12021 w 1523540"/>
                <a:gd name="connsiteY3-428" fmla="*/ 518188 h 914032"/>
                <a:gd name="connsiteX4-429" fmla="*/ 636377 w 1523540"/>
                <a:gd name="connsiteY4-430" fmla="*/ 741181 h 914032"/>
                <a:gd name="connsiteX5-431" fmla="*/ 697851 w 1523540"/>
                <a:gd name="connsiteY5-432" fmla="*/ 647901 h 914032"/>
                <a:gd name="connsiteX6-433" fmla="*/ 875271 w 1523540"/>
                <a:gd name="connsiteY6-434" fmla="*/ 695668 h 914032"/>
                <a:gd name="connsiteX7-435" fmla="*/ 1189170 w 1523540"/>
                <a:gd name="connsiteY7-436" fmla="*/ 914032 h 914032"/>
                <a:gd name="connsiteX8-437" fmla="*/ 1523540 w 1523540"/>
                <a:gd name="connsiteY8-438" fmla="*/ 818498 h 914032"/>
                <a:gd name="connsiteX9-439" fmla="*/ 1189170 w 1523540"/>
                <a:gd name="connsiteY9-440" fmla="*/ 682020 h 914032"/>
                <a:gd name="connsiteX10-441" fmla="*/ 1250585 w 1523540"/>
                <a:gd name="connsiteY10-442" fmla="*/ 450008 h 914032"/>
                <a:gd name="connsiteX11-443" fmla="*/ 984454 w 1523540"/>
                <a:gd name="connsiteY11-444" fmla="*/ 340826 h 914032"/>
                <a:gd name="connsiteX12-445" fmla="*/ 909391 w 1523540"/>
                <a:gd name="connsiteY12-446" fmla="*/ 450008 h 914032"/>
                <a:gd name="connsiteX13-447" fmla="*/ 766089 w 1523540"/>
                <a:gd name="connsiteY13-448" fmla="*/ 388593 h 914032"/>
                <a:gd name="connsiteX14-449" fmla="*/ 800209 w 1523540"/>
                <a:gd name="connsiteY14-450" fmla="*/ 204349 h 914032"/>
                <a:gd name="connsiteX0-451" fmla="*/ 800209 w 1523540"/>
                <a:gd name="connsiteY0-452" fmla="*/ 204349 h 914032"/>
                <a:gd name="connsiteX1-453" fmla="*/ 196266 w 1523540"/>
                <a:gd name="connsiteY1-454" fmla="*/ 12686 h 914032"/>
                <a:gd name="connsiteX2-455" fmla="*/ 147370 w 1523540"/>
                <a:gd name="connsiteY2-456" fmla="*/ 306113 h 914032"/>
                <a:gd name="connsiteX3-457" fmla="*/ 12021 w 1523540"/>
                <a:gd name="connsiteY3-458" fmla="*/ 518188 h 914032"/>
                <a:gd name="connsiteX4-459" fmla="*/ 636377 w 1523540"/>
                <a:gd name="connsiteY4-460" fmla="*/ 741181 h 914032"/>
                <a:gd name="connsiteX5-461" fmla="*/ 697851 w 1523540"/>
                <a:gd name="connsiteY5-462" fmla="*/ 647901 h 914032"/>
                <a:gd name="connsiteX6-463" fmla="*/ 875271 w 1523540"/>
                <a:gd name="connsiteY6-464" fmla="*/ 695668 h 914032"/>
                <a:gd name="connsiteX7-465" fmla="*/ 1189170 w 1523540"/>
                <a:gd name="connsiteY7-466" fmla="*/ 914032 h 914032"/>
                <a:gd name="connsiteX8-467" fmla="*/ 1523540 w 1523540"/>
                <a:gd name="connsiteY8-468" fmla="*/ 818498 h 914032"/>
                <a:gd name="connsiteX9-469" fmla="*/ 1189170 w 1523540"/>
                <a:gd name="connsiteY9-470" fmla="*/ 682020 h 914032"/>
                <a:gd name="connsiteX10-471" fmla="*/ 1250585 w 1523540"/>
                <a:gd name="connsiteY10-472" fmla="*/ 450008 h 914032"/>
                <a:gd name="connsiteX11-473" fmla="*/ 984454 w 1523540"/>
                <a:gd name="connsiteY11-474" fmla="*/ 340826 h 914032"/>
                <a:gd name="connsiteX12-475" fmla="*/ 909391 w 1523540"/>
                <a:gd name="connsiteY12-476" fmla="*/ 450008 h 914032"/>
                <a:gd name="connsiteX13-477" fmla="*/ 766089 w 1523540"/>
                <a:gd name="connsiteY13-478" fmla="*/ 388593 h 914032"/>
                <a:gd name="connsiteX14-479" fmla="*/ 800209 w 1523540"/>
                <a:gd name="connsiteY14-480" fmla="*/ 204349 h 914032"/>
                <a:gd name="connsiteX0-481" fmla="*/ 800209 w 1523540"/>
                <a:gd name="connsiteY0-482" fmla="*/ 204349 h 914032"/>
                <a:gd name="connsiteX1-483" fmla="*/ 196266 w 1523540"/>
                <a:gd name="connsiteY1-484" fmla="*/ 12686 h 914032"/>
                <a:gd name="connsiteX2-485" fmla="*/ 147370 w 1523540"/>
                <a:gd name="connsiteY2-486" fmla="*/ 306113 h 914032"/>
                <a:gd name="connsiteX3-487" fmla="*/ 12021 w 1523540"/>
                <a:gd name="connsiteY3-488" fmla="*/ 518188 h 914032"/>
                <a:gd name="connsiteX4-489" fmla="*/ 636377 w 1523540"/>
                <a:gd name="connsiteY4-490" fmla="*/ 741181 h 914032"/>
                <a:gd name="connsiteX5-491" fmla="*/ 697851 w 1523540"/>
                <a:gd name="connsiteY5-492" fmla="*/ 647901 h 914032"/>
                <a:gd name="connsiteX6-493" fmla="*/ 875271 w 1523540"/>
                <a:gd name="connsiteY6-494" fmla="*/ 695668 h 914032"/>
                <a:gd name="connsiteX7-495" fmla="*/ 1189170 w 1523540"/>
                <a:gd name="connsiteY7-496" fmla="*/ 914032 h 914032"/>
                <a:gd name="connsiteX8-497" fmla="*/ 1523540 w 1523540"/>
                <a:gd name="connsiteY8-498" fmla="*/ 818498 h 914032"/>
                <a:gd name="connsiteX9-499" fmla="*/ 1189170 w 1523540"/>
                <a:gd name="connsiteY9-500" fmla="*/ 682020 h 914032"/>
                <a:gd name="connsiteX10-501" fmla="*/ 1250585 w 1523540"/>
                <a:gd name="connsiteY10-502" fmla="*/ 450008 h 914032"/>
                <a:gd name="connsiteX11-503" fmla="*/ 984454 w 1523540"/>
                <a:gd name="connsiteY11-504" fmla="*/ 340826 h 914032"/>
                <a:gd name="connsiteX12-505" fmla="*/ 909391 w 1523540"/>
                <a:gd name="connsiteY12-506" fmla="*/ 450008 h 914032"/>
                <a:gd name="connsiteX13-507" fmla="*/ 766089 w 1523540"/>
                <a:gd name="connsiteY13-508" fmla="*/ 388593 h 914032"/>
                <a:gd name="connsiteX14-509" fmla="*/ 800209 w 1523540"/>
                <a:gd name="connsiteY14-510" fmla="*/ 204349 h 914032"/>
                <a:gd name="connsiteX0-511" fmla="*/ 800209 w 1523540"/>
                <a:gd name="connsiteY0-512" fmla="*/ 204349 h 914032"/>
                <a:gd name="connsiteX1-513" fmla="*/ 196266 w 1523540"/>
                <a:gd name="connsiteY1-514" fmla="*/ 12686 h 914032"/>
                <a:gd name="connsiteX2-515" fmla="*/ 147370 w 1523540"/>
                <a:gd name="connsiteY2-516" fmla="*/ 306113 h 914032"/>
                <a:gd name="connsiteX3-517" fmla="*/ 12021 w 1523540"/>
                <a:gd name="connsiteY3-518" fmla="*/ 518188 h 914032"/>
                <a:gd name="connsiteX4-519" fmla="*/ 636377 w 1523540"/>
                <a:gd name="connsiteY4-520" fmla="*/ 741181 h 914032"/>
                <a:gd name="connsiteX5-521" fmla="*/ 705803 w 1523540"/>
                <a:gd name="connsiteY5-522" fmla="*/ 624047 h 914032"/>
                <a:gd name="connsiteX6-523" fmla="*/ 875271 w 1523540"/>
                <a:gd name="connsiteY6-524" fmla="*/ 695668 h 914032"/>
                <a:gd name="connsiteX7-525" fmla="*/ 1189170 w 1523540"/>
                <a:gd name="connsiteY7-526" fmla="*/ 914032 h 914032"/>
                <a:gd name="connsiteX8-527" fmla="*/ 1523540 w 1523540"/>
                <a:gd name="connsiteY8-528" fmla="*/ 818498 h 914032"/>
                <a:gd name="connsiteX9-529" fmla="*/ 1189170 w 1523540"/>
                <a:gd name="connsiteY9-530" fmla="*/ 682020 h 914032"/>
                <a:gd name="connsiteX10-531" fmla="*/ 1250585 w 1523540"/>
                <a:gd name="connsiteY10-532" fmla="*/ 450008 h 914032"/>
                <a:gd name="connsiteX11-533" fmla="*/ 984454 w 1523540"/>
                <a:gd name="connsiteY11-534" fmla="*/ 340826 h 914032"/>
                <a:gd name="connsiteX12-535" fmla="*/ 909391 w 1523540"/>
                <a:gd name="connsiteY12-536" fmla="*/ 450008 h 914032"/>
                <a:gd name="connsiteX13-537" fmla="*/ 766089 w 1523540"/>
                <a:gd name="connsiteY13-538" fmla="*/ 388593 h 914032"/>
                <a:gd name="connsiteX14-539" fmla="*/ 800209 w 1523540"/>
                <a:gd name="connsiteY14-540" fmla="*/ 204349 h 914032"/>
                <a:gd name="connsiteX0-541" fmla="*/ 800209 w 1523540"/>
                <a:gd name="connsiteY0-542" fmla="*/ 204349 h 914032"/>
                <a:gd name="connsiteX1-543" fmla="*/ 196266 w 1523540"/>
                <a:gd name="connsiteY1-544" fmla="*/ 12686 h 914032"/>
                <a:gd name="connsiteX2-545" fmla="*/ 147370 w 1523540"/>
                <a:gd name="connsiteY2-546" fmla="*/ 306113 h 914032"/>
                <a:gd name="connsiteX3-547" fmla="*/ 12021 w 1523540"/>
                <a:gd name="connsiteY3-548" fmla="*/ 518188 h 914032"/>
                <a:gd name="connsiteX4-549" fmla="*/ 636377 w 1523540"/>
                <a:gd name="connsiteY4-550" fmla="*/ 741181 h 914032"/>
                <a:gd name="connsiteX5-551" fmla="*/ 705803 w 1523540"/>
                <a:gd name="connsiteY5-552" fmla="*/ 624047 h 914032"/>
                <a:gd name="connsiteX6-553" fmla="*/ 875271 w 1523540"/>
                <a:gd name="connsiteY6-554" fmla="*/ 695668 h 914032"/>
                <a:gd name="connsiteX7-555" fmla="*/ 1189170 w 1523540"/>
                <a:gd name="connsiteY7-556" fmla="*/ 914032 h 914032"/>
                <a:gd name="connsiteX8-557" fmla="*/ 1523540 w 1523540"/>
                <a:gd name="connsiteY8-558" fmla="*/ 818498 h 914032"/>
                <a:gd name="connsiteX9-559" fmla="*/ 1189170 w 1523540"/>
                <a:gd name="connsiteY9-560" fmla="*/ 682020 h 914032"/>
                <a:gd name="connsiteX10-561" fmla="*/ 1250585 w 1523540"/>
                <a:gd name="connsiteY10-562" fmla="*/ 450008 h 914032"/>
                <a:gd name="connsiteX11-563" fmla="*/ 984454 w 1523540"/>
                <a:gd name="connsiteY11-564" fmla="*/ 340826 h 914032"/>
                <a:gd name="connsiteX12-565" fmla="*/ 909391 w 1523540"/>
                <a:gd name="connsiteY12-566" fmla="*/ 450008 h 914032"/>
                <a:gd name="connsiteX13-567" fmla="*/ 766089 w 1523540"/>
                <a:gd name="connsiteY13-568" fmla="*/ 388593 h 914032"/>
                <a:gd name="connsiteX14-569" fmla="*/ 800209 w 1523540"/>
                <a:gd name="connsiteY14-570" fmla="*/ 204349 h 914032"/>
                <a:gd name="connsiteX0-571" fmla="*/ 800209 w 1523540"/>
                <a:gd name="connsiteY0-572" fmla="*/ 204349 h 914032"/>
                <a:gd name="connsiteX1-573" fmla="*/ 196266 w 1523540"/>
                <a:gd name="connsiteY1-574" fmla="*/ 12686 h 914032"/>
                <a:gd name="connsiteX2-575" fmla="*/ 147370 w 1523540"/>
                <a:gd name="connsiteY2-576" fmla="*/ 306113 h 914032"/>
                <a:gd name="connsiteX3-577" fmla="*/ 12021 w 1523540"/>
                <a:gd name="connsiteY3-578" fmla="*/ 518188 h 914032"/>
                <a:gd name="connsiteX4-579" fmla="*/ 636377 w 1523540"/>
                <a:gd name="connsiteY4-580" fmla="*/ 741181 h 914032"/>
                <a:gd name="connsiteX5-581" fmla="*/ 705803 w 1523540"/>
                <a:gd name="connsiteY5-582" fmla="*/ 624047 h 914032"/>
                <a:gd name="connsiteX6-583" fmla="*/ 859369 w 1523540"/>
                <a:gd name="connsiteY6-584" fmla="*/ 679765 h 914032"/>
                <a:gd name="connsiteX7-585" fmla="*/ 1189170 w 1523540"/>
                <a:gd name="connsiteY7-586" fmla="*/ 914032 h 914032"/>
                <a:gd name="connsiteX8-587" fmla="*/ 1523540 w 1523540"/>
                <a:gd name="connsiteY8-588" fmla="*/ 818498 h 914032"/>
                <a:gd name="connsiteX9-589" fmla="*/ 1189170 w 1523540"/>
                <a:gd name="connsiteY9-590" fmla="*/ 682020 h 914032"/>
                <a:gd name="connsiteX10-591" fmla="*/ 1250585 w 1523540"/>
                <a:gd name="connsiteY10-592" fmla="*/ 450008 h 914032"/>
                <a:gd name="connsiteX11-593" fmla="*/ 984454 w 1523540"/>
                <a:gd name="connsiteY11-594" fmla="*/ 340826 h 914032"/>
                <a:gd name="connsiteX12-595" fmla="*/ 909391 w 1523540"/>
                <a:gd name="connsiteY12-596" fmla="*/ 450008 h 914032"/>
                <a:gd name="connsiteX13-597" fmla="*/ 766089 w 1523540"/>
                <a:gd name="connsiteY13-598" fmla="*/ 388593 h 914032"/>
                <a:gd name="connsiteX14-599" fmla="*/ 800209 w 1523540"/>
                <a:gd name="connsiteY14-600" fmla="*/ 204349 h 914032"/>
                <a:gd name="connsiteX0-601" fmla="*/ 800209 w 1523540"/>
                <a:gd name="connsiteY0-602" fmla="*/ 204349 h 914032"/>
                <a:gd name="connsiteX1-603" fmla="*/ 196266 w 1523540"/>
                <a:gd name="connsiteY1-604" fmla="*/ 12686 h 914032"/>
                <a:gd name="connsiteX2-605" fmla="*/ 147370 w 1523540"/>
                <a:gd name="connsiteY2-606" fmla="*/ 306113 h 914032"/>
                <a:gd name="connsiteX3-607" fmla="*/ 12021 w 1523540"/>
                <a:gd name="connsiteY3-608" fmla="*/ 518188 h 914032"/>
                <a:gd name="connsiteX4-609" fmla="*/ 636377 w 1523540"/>
                <a:gd name="connsiteY4-610" fmla="*/ 741181 h 914032"/>
                <a:gd name="connsiteX5-611" fmla="*/ 705803 w 1523540"/>
                <a:gd name="connsiteY5-612" fmla="*/ 624047 h 914032"/>
                <a:gd name="connsiteX6-613" fmla="*/ 859369 w 1523540"/>
                <a:gd name="connsiteY6-614" fmla="*/ 679765 h 914032"/>
                <a:gd name="connsiteX7-615" fmla="*/ 1189170 w 1523540"/>
                <a:gd name="connsiteY7-616" fmla="*/ 914032 h 914032"/>
                <a:gd name="connsiteX8-617" fmla="*/ 1523540 w 1523540"/>
                <a:gd name="connsiteY8-618" fmla="*/ 818498 h 914032"/>
                <a:gd name="connsiteX9-619" fmla="*/ 1189170 w 1523540"/>
                <a:gd name="connsiteY9-620" fmla="*/ 682020 h 914032"/>
                <a:gd name="connsiteX10-621" fmla="*/ 1250585 w 1523540"/>
                <a:gd name="connsiteY10-622" fmla="*/ 450008 h 914032"/>
                <a:gd name="connsiteX11-623" fmla="*/ 984454 w 1523540"/>
                <a:gd name="connsiteY11-624" fmla="*/ 340826 h 914032"/>
                <a:gd name="connsiteX12-625" fmla="*/ 909391 w 1523540"/>
                <a:gd name="connsiteY12-626" fmla="*/ 450008 h 914032"/>
                <a:gd name="connsiteX13-627" fmla="*/ 766089 w 1523540"/>
                <a:gd name="connsiteY13-628" fmla="*/ 388593 h 914032"/>
                <a:gd name="connsiteX14-629" fmla="*/ 800209 w 1523540"/>
                <a:gd name="connsiteY14-630" fmla="*/ 204349 h 914032"/>
                <a:gd name="connsiteX0-631" fmla="*/ 800209 w 1523540"/>
                <a:gd name="connsiteY0-632" fmla="*/ 204349 h 914032"/>
                <a:gd name="connsiteX1-633" fmla="*/ 196266 w 1523540"/>
                <a:gd name="connsiteY1-634" fmla="*/ 12686 h 914032"/>
                <a:gd name="connsiteX2-635" fmla="*/ 147370 w 1523540"/>
                <a:gd name="connsiteY2-636" fmla="*/ 306113 h 914032"/>
                <a:gd name="connsiteX3-637" fmla="*/ 12021 w 1523540"/>
                <a:gd name="connsiteY3-638" fmla="*/ 518188 h 914032"/>
                <a:gd name="connsiteX4-639" fmla="*/ 636377 w 1523540"/>
                <a:gd name="connsiteY4-640" fmla="*/ 741181 h 914032"/>
                <a:gd name="connsiteX5-641" fmla="*/ 705803 w 1523540"/>
                <a:gd name="connsiteY5-642" fmla="*/ 624047 h 914032"/>
                <a:gd name="connsiteX6-643" fmla="*/ 859369 w 1523540"/>
                <a:gd name="connsiteY6-644" fmla="*/ 679765 h 914032"/>
                <a:gd name="connsiteX7-645" fmla="*/ 1189170 w 1523540"/>
                <a:gd name="connsiteY7-646" fmla="*/ 914032 h 914032"/>
                <a:gd name="connsiteX8-647" fmla="*/ 1523540 w 1523540"/>
                <a:gd name="connsiteY8-648" fmla="*/ 818498 h 914032"/>
                <a:gd name="connsiteX9-649" fmla="*/ 1189170 w 1523540"/>
                <a:gd name="connsiteY9-650" fmla="*/ 682020 h 914032"/>
                <a:gd name="connsiteX10-651" fmla="*/ 1250585 w 1523540"/>
                <a:gd name="connsiteY10-652" fmla="*/ 450008 h 914032"/>
                <a:gd name="connsiteX11-653" fmla="*/ 984454 w 1523540"/>
                <a:gd name="connsiteY11-654" fmla="*/ 340826 h 914032"/>
                <a:gd name="connsiteX12-655" fmla="*/ 909391 w 1523540"/>
                <a:gd name="connsiteY12-656" fmla="*/ 450008 h 914032"/>
                <a:gd name="connsiteX13-657" fmla="*/ 766089 w 1523540"/>
                <a:gd name="connsiteY13-658" fmla="*/ 388593 h 914032"/>
                <a:gd name="connsiteX14-659" fmla="*/ 800209 w 1523540"/>
                <a:gd name="connsiteY14-660" fmla="*/ 204349 h 914032"/>
                <a:gd name="connsiteX0-661" fmla="*/ 800209 w 1523540"/>
                <a:gd name="connsiteY0-662" fmla="*/ 204349 h 982628"/>
                <a:gd name="connsiteX1-663" fmla="*/ 196266 w 1523540"/>
                <a:gd name="connsiteY1-664" fmla="*/ 12686 h 982628"/>
                <a:gd name="connsiteX2-665" fmla="*/ 147370 w 1523540"/>
                <a:gd name="connsiteY2-666" fmla="*/ 306113 h 982628"/>
                <a:gd name="connsiteX3-667" fmla="*/ 12021 w 1523540"/>
                <a:gd name="connsiteY3-668" fmla="*/ 518188 h 982628"/>
                <a:gd name="connsiteX4-669" fmla="*/ 636377 w 1523540"/>
                <a:gd name="connsiteY4-670" fmla="*/ 741181 h 982628"/>
                <a:gd name="connsiteX5-671" fmla="*/ 705803 w 1523540"/>
                <a:gd name="connsiteY5-672" fmla="*/ 624047 h 982628"/>
                <a:gd name="connsiteX6-673" fmla="*/ 859369 w 1523540"/>
                <a:gd name="connsiteY6-674" fmla="*/ 679765 h 982628"/>
                <a:gd name="connsiteX7-675" fmla="*/ 1189170 w 1523540"/>
                <a:gd name="connsiteY7-676" fmla="*/ 914032 h 982628"/>
                <a:gd name="connsiteX8-677" fmla="*/ 1523540 w 1523540"/>
                <a:gd name="connsiteY8-678" fmla="*/ 818498 h 982628"/>
                <a:gd name="connsiteX9-679" fmla="*/ 1189170 w 1523540"/>
                <a:gd name="connsiteY9-680" fmla="*/ 682020 h 982628"/>
                <a:gd name="connsiteX10-681" fmla="*/ 1250585 w 1523540"/>
                <a:gd name="connsiteY10-682" fmla="*/ 450008 h 982628"/>
                <a:gd name="connsiteX11-683" fmla="*/ 984454 w 1523540"/>
                <a:gd name="connsiteY11-684" fmla="*/ 340826 h 982628"/>
                <a:gd name="connsiteX12-685" fmla="*/ 909391 w 1523540"/>
                <a:gd name="connsiteY12-686" fmla="*/ 450008 h 982628"/>
                <a:gd name="connsiteX13-687" fmla="*/ 766089 w 1523540"/>
                <a:gd name="connsiteY13-688" fmla="*/ 388593 h 982628"/>
                <a:gd name="connsiteX14-689" fmla="*/ 800209 w 1523540"/>
                <a:gd name="connsiteY14-690" fmla="*/ 204349 h 982628"/>
                <a:gd name="connsiteX0-691" fmla="*/ 800209 w 1554538"/>
                <a:gd name="connsiteY0-692" fmla="*/ 204349 h 982009"/>
                <a:gd name="connsiteX1-693" fmla="*/ 196266 w 1554538"/>
                <a:gd name="connsiteY1-694" fmla="*/ 12686 h 982009"/>
                <a:gd name="connsiteX2-695" fmla="*/ 147370 w 1554538"/>
                <a:gd name="connsiteY2-696" fmla="*/ 306113 h 982009"/>
                <a:gd name="connsiteX3-697" fmla="*/ 12021 w 1554538"/>
                <a:gd name="connsiteY3-698" fmla="*/ 518188 h 982009"/>
                <a:gd name="connsiteX4-699" fmla="*/ 636377 w 1554538"/>
                <a:gd name="connsiteY4-700" fmla="*/ 741181 h 982009"/>
                <a:gd name="connsiteX5-701" fmla="*/ 705803 w 1554538"/>
                <a:gd name="connsiteY5-702" fmla="*/ 624047 h 982009"/>
                <a:gd name="connsiteX6-703" fmla="*/ 859369 w 1554538"/>
                <a:gd name="connsiteY6-704" fmla="*/ 679765 h 982009"/>
                <a:gd name="connsiteX7-705" fmla="*/ 1189170 w 1554538"/>
                <a:gd name="connsiteY7-706" fmla="*/ 914032 h 982009"/>
                <a:gd name="connsiteX8-707" fmla="*/ 1523540 w 1554538"/>
                <a:gd name="connsiteY8-708" fmla="*/ 818498 h 982009"/>
                <a:gd name="connsiteX9-709" fmla="*/ 1189170 w 1554538"/>
                <a:gd name="connsiteY9-710" fmla="*/ 682020 h 982009"/>
                <a:gd name="connsiteX10-711" fmla="*/ 1250585 w 1554538"/>
                <a:gd name="connsiteY10-712" fmla="*/ 450008 h 982009"/>
                <a:gd name="connsiteX11-713" fmla="*/ 984454 w 1554538"/>
                <a:gd name="connsiteY11-714" fmla="*/ 340826 h 982009"/>
                <a:gd name="connsiteX12-715" fmla="*/ 909391 w 1554538"/>
                <a:gd name="connsiteY12-716" fmla="*/ 450008 h 982009"/>
                <a:gd name="connsiteX13-717" fmla="*/ 766089 w 1554538"/>
                <a:gd name="connsiteY13-718" fmla="*/ 388593 h 982009"/>
                <a:gd name="connsiteX14-719" fmla="*/ 800209 w 1554538"/>
                <a:gd name="connsiteY14-720" fmla="*/ 204349 h 982009"/>
                <a:gd name="connsiteX0-721" fmla="*/ 800209 w 1554538"/>
                <a:gd name="connsiteY0-722" fmla="*/ 204349 h 982009"/>
                <a:gd name="connsiteX1-723" fmla="*/ 196266 w 1554538"/>
                <a:gd name="connsiteY1-724" fmla="*/ 12686 h 982009"/>
                <a:gd name="connsiteX2-725" fmla="*/ 147370 w 1554538"/>
                <a:gd name="connsiteY2-726" fmla="*/ 306113 h 982009"/>
                <a:gd name="connsiteX3-727" fmla="*/ 12021 w 1554538"/>
                <a:gd name="connsiteY3-728" fmla="*/ 518188 h 982009"/>
                <a:gd name="connsiteX4-729" fmla="*/ 636377 w 1554538"/>
                <a:gd name="connsiteY4-730" fmla="*/ 741181 h 982009"/>
                <a:gd name="connsiteX5-731" fmla="*/ 705803 w 1554538"/>
                <a:gd name="connsiteY5-732" fmla="*/ 624047 h 982009"/>
                <a:gd name="connsiteX6-733" fmla="*/ 859369 w 1554538"/>
                <a:gd name="connsiteY6-734" fmla="*/ 679765 h 982009"/>
                <a:gd name="connsiteX7-735" fmla="*/ 1189170 w 1554538"/>
                <a:gd name="connsiteY7-736" fmla="*/ 914032 h 982009"/>
                <a:gd name="connsiteX8-737" fmla="*/ 1523540 w 1554538"/>
                <a:gd name="connsiteY8-738" fmla="*/ 818498 h 982009"/>
                <a:gd name="connsiteX9-739" fmla="*/ 1189170 w 1554538"/>
                <a:gd name="connsiteY9-740" fmla="*/ 682020 h 982009"/>
                <a:gd name="connsiteX10-741" fmla="*/ 1250585 w 1554538"/>
                <a:gd name="connsiteY10-742" fmla="*/ 450008 h 982009"/>
                <a:gd name="connsiteX11-743" fmla="*/ 984454 w 1554538"/>
                <a:gd name="connsiteY11-744" fmla="*/ 340826 h 982009"/>
                <a:gd name="connsiteX12-745" fmla="*/ 909391 w 1554538"/>
                <a:gd name="connsiteY12-746" fmla="*/ 450008 h 982009"/>
                <a:gd name="connsiteX13-747" fmla="*/ 766089 w 1554538"/>
                <a:gd name="connsiteY13-748" fmla="*/ 388593 h 982009"/>
                <a:gd name="connsiteX14-749" fmla="*/ 800209 w 1554538"/>
                <a:gd name="connsiteY14-750" fmla="*/ 204349 h 982009"/>
                <a:gd name="connsiteX0-751" fmla="*/ 800209 w 1554538"/>
                <a:gd name="connsiteY0-752" fmla="*/ 204349 h 982009"/>
                <a:gd name="connsiteX1-753" fmla="*/ 196266 w 1554538"/>
                <a:gd name="connsiteY1-754" fmla="*/ 12686 h 982009"/>
                <a:gd name="connsiteX2-755" fmla="*/ 147370 w 1554538"/>
                <a:gd name="connsiteY2-756" fmla="*/ 306113 h 982009"/>
                <a:gd name="connsiteX3-757" fmla="*/ 12021 w 1554538"/>
                <a:gd name="connsiteY3-758" fmla="*/ 518188 h 982009"/>
                <a:gd name="connsiteX4-759" fmla="*/ 636377 w 1554538"/>
                <a:gd name="connsiteY4-760" fmla="*/ 741181 h 982009"/>
                <a:gd name="connsiteX5-761" fmla="*/ 705803 w 1554538"/>
                <a:gd name="connsiteY5-762" fmla="*/ 624047 h 982009"/>
                <a:gd name="connsiteX6-763" fmla="*/ 859369 w 1554538"/>
                <a:gd name="connsiteY6-764" fmla="*/ 679765 h 982009"/>
                <a:gd name="connsiteX7-765" fmla="*/ 1189170 w 1554538"/>
                <a:gd name="connsiteY7-766" fmla="*/ 914032 h 982009"/>
                <a:gd name="connsiteX8-767" fmla="*/ 1523540 w 1554538"/>
                <a:gd name="connsiteY8-768" fmla="*/ 818498 h 982009"/>
                <a:gd name="connsiteX9-769" fmla="*/ 1173267 w 1554538"/>
                <a:gd name="connsiteY9-770" fmla="*/ 634312 h 982009"/>
                <a:gd name="connsiteX10-771" fmla="*/ 1250585 w 1554538"/>
                <a:gd name="connsiteY10-772" fmla="*/ 450008 h 982009"/>
                <a:gd name="connsiteX11-773" fmla="*/ 984454 w 1554538"/>
                <a:gd name="connsiteY11-774" fmla="*/ 340826 h 982009"/>
                <a:gd name="connsiteX12-775" fmla="*/ 909391 w 1554538"/>
                <a:gd name="connsiteY12-776" fmla="*/ 450008 h 982009"/>
                <a:gd name="connsiteX13-777" fmla="*/ 766089 w 1554538"/>
                <a:gd name="connsiteY13-778" fmla="*/ 388593 h 982009"/>
                <a:gd name="connsiteX14-779" fmla="*/ 800209 w 1554538"/>
                <a:gd name="connsiteY14-780" fmla="*/ 204349 h 982009"/>
                <a:gd name="connsiteX0-781" fmla="*/ 800209 w 1554538"/>
                <a:gd name="connsiteY0-782" fmla="*/ 204349 h 982009"/>
                <a:gd name="connsiteX1-783" fmla="*/ 196266 w 1554538"/>
                <a:gd name="connsiteY1-784" fmla="*/ 12686 h 982009"/>
                <a:gd name="connsiteX2-785" fmla="*/ 147370 w 1554538"/>
                <a:gd name="connsiteY2-786" fmla="*/ 306113 h 982009"/>
                <a:gd name="connsiteX3-787" fmla="*/ 12021 w 1554538"/>
                <a:gd name="connsiteY3-788" fmla="*/ 518188 h 982009"/>
                <a:gd name="connsiteX4-789" fmla="*/ 636377 w 1554538"/>
                <a:gd name="connsiteY4-790" fmla="*/ 741181 h 982009"/>
                <a:gd name="connsiteX5-791" fmla="*/ 705803 w 1554538"/>
                <a:gd name="connsiteY5-792" fmla="*/ 624047 h 982009"/>
                <a:gd name="connsiteX6-793" fmla="*/ 859369 w 1554538"/>
                <a:gd name="connsiteY6-794" fmla="*/ 679765 h 982009"/>
                <a:gd name="connsiteX7-795" fmla="*/ 1189170 w 1554538"/>
                <a:gd name="connsiteY7-796" fmla="*/ 914032 h 982009"/>
                <a:gd name="connsiteX8-797" fmla="*/ 1523540 w 1554538"/>
                <a:gd name="connsiteY8-798" fmla="*/ 818498 h 982009"/>
                <a:gd name="connsiteX9-799" fmla="*/ 1173267 w 1554538"/>
                <a:gd name="connsiteY9-800" fmla="*/ 634312 h 982009"/>
                <a:gd name="connsiteX10-801" fmla="*/ 1250585 w 1554538"/>
                <a:gd name="connsiteY10-802" fmla="*/ 450008 h 982009"/>
                <a:gd name="connsiteX11-803" fmla="*/ 984454 w 1554538"/>
                <a:gd name="connsiteY11-804" fmla="*/ 340826 h 982009"/>
                <a:gd name="connsiteX12-805" fmla="*/ 909391 w 1554538"/>
                <a:gd name="connsiteY12-806" fmla="*/ 450008 h 982009"/>
                <a:gd name="connsiteX13-807" fmla="*/ 766089 w 1554538"/>
                <a:gd name="connsiteY13-808" fmla="*/ 388593 h 982009"/>
                <a:gd name="connsiteX14-809" fmla="*/ 800209 w 1554538"/>
                <a:gd name="connsiteY14-810" fmla="*/ 204349 h 982009"/>
                <a:gd name="connsiteX0-811" fmla="*/ 800209 w 1542543"/>
                <a:gd name="connsiteY0-812" fmla="*/ 204349 h 976908"/>
                <a:gd name="connsiteX1-813" fmla="*/ 196266 w 1542543"/>
                <a:gd name="connsiteY1-814" fmla="*/ 12686 h 976908"/>
                <a:gd name="connsiteX2-815" fmla="*/ 147370 w 1542543"/>
                <a:gd name="connsiteY2-816" fmla="*/ 306113 h 976908"/>
                <a:gd name="connsiteX3-817" fmla="*/ 12021 w 1542543"/>
                <a:gd name="connsiteY3-818" fmla="*/ 518188 h 976908"/>
                <a:gd name="connsiteX4-819" fmla="*/ 636377 w 1542543"/>
                <a:gd name="connsiteY4-820" fmla="*/ 741181 h 976908"/>
                <a:gd name="connsiteX5-821" fmla="*/ 705803 w 1542543"/>
                <a:gd name="connsiteY5-822" fmla="*/ 624047 h 976908"/>
                <a:gd name="connsiteX6-823" fmla="*/ 859369 w 1542543"/>
                <a:gd name="connsiteY6-824" fmla="*/ 679765 h 976908"/>
                <a:gd name="connsiteX7-825" fmla="*/ 1189170 w 1542543"/>
                <a:gd name="connsiteY7-826" fmla="*/ 914032 h 976908"/>
                <a:gd name="connsiteX8-827" fmla="*/ 1507637 w 1542543"/>
                <a:gd name="connsiteY8-828" fmla="*/ 786693 h 976908"/>
                <a:gd name="connsiteX9-829" fmla="*/ 1173267 w 1542543"/>
                <a:gd name="connsiteY9-830" fmla="*/ 634312 h 976908"/>
                <a:gd name="connsiteX10-831" fmla="*/ 1250585 w 1542543"/>
                <a:gd name="connsiteY10-832" fmla="*/ 450008 h 976908"/>
                <a:gd name="connsiteX11-833" fmla="*/ 984454 w 1542543"/>
                <a:gd name="connsiteY11-834" fmla="*/ 340826 h 976908"/>
                <a:gd name="connsiteX12-835" fmla="*/ 909391 w 1542543"/>
                <a:gd name="connsiteY12-836" fmla="*/ 450008 h 976908"/>
                <a:gd name="connsiteX13-837" fmla="*/ 766089 w 1542543"/>
                <a:gd name="connsiteY13-838" fmla="*/ 388593 h 976908"/>
                <a:gd name="connsiteX14-839" fmla="*/ 800209 w 1542543"/>
                <a:gd name="connsiteY14-840" fmla="*/ 204349 h 976908"/>
                <a:gd name="connsiteX0-841" fmla="*/ 800209 w 1542543"/>
                <a:gd name="connsiteY0-842" fmla="*/ 204349 h 976908"/>
                <a:gd name="connsiteX1-843" fmla="*/ 196266 w 1542543"/>
                <a:gd name="connsiteY1-844" fmla="*/ 12686 h 976908"/>
                <a:gd name="connsiteX2-845" fmla="*/ 147370 w 1542543"/>
                <a:gd name="connsiteY2-846" fmla="*/ 306113 h 976908"/>
                <a:gd name="connsiteX3-847" fmla="*/ 12021 w 1542543"/>
                <a:gd name="connsiteY3-848" fmla="*/ 518188 h 976908"/>
                <a:gd name="connsiteX4-849" fmla="*/ 636377 w 1542543"/>
                <a:gd name="connsiteY4-850" fmla="*/ 741181 h 976908"/>
                <a:gd name="connsiteX5-851" fmla="*/ 705803 w 1542543"/>
                <a:gd name="connsiteY5-852" fmla="*/ 624047 h 976908"/>
                <a:gd name="connsiteX6-853" fmla="*/ 859369 w 1542543"/>
                <a:gd name="connsiteY6-854" fmla="*/ 679765 h 976908"/>
                <a:gd name="connsiteX7-855" fmla="*/ 1189170 w 1542543"/>
                <a:gd name="connsiteY7-856" fmla="*/ 914032 h 976908"/>
                <a:gd name="connsiteX8-857" fmla="*/ 1507637 w 1542543"/>
                <a:gd name="connsiteY8-858" fmla="*/ 786693 h 976908"/>
                <a:gd name="connsiteX9-859" fmla="*/ 1173267 w 1542543"/>
                <a:gd name="connsiteY9-860" fmla="*/ 634312 h 976908"/>
                <a:gd name="connsiteX10-861" fmla="*/ 1250585 w 1542543"/>
                <a:gd name="connsiteY10-862" fmla="*/ 450008 h 976908"/>
                <a:gd name="connsiteX11-863" fmla="*/ 984454 w 1542543"/>
                <a:gd name="connsiteY11-864" fmla="*/ 340826 h 976908"/>
                <a:gd name="connsiteX12-865" fmla="*/ 909391 w 1542543"/>
                <a:gd name="connsiteY12-866" fmla="*/ 450008 h 976908"/>
                <a:gd name="connsiteX13-867" fmla="*/ 766089 w 1542543"/>
                <a:gd name="connsiteY13-868" fmla="*/ 388593 h 976908"/>
                <a:gd name="connsiteX14-869" fmla="*/ 800209 w 1542543"/>
                <a:gd name="connsiteY14-870" fmla="*/ 204349 h 976908"/>
                <a:gd name="connsiteX0-871" fmla="*/ 800209 w 1522966"/>
                <a:gd name="connsiteY0-872" fmla="*/ 204349 h 975249"/>
                <a:gd name="connsiteX1-873" fmla="*/ 196266 w 1522966"/>
                <a:gd name="connsiteY1-874" fmla="*/ 12686 h 975249"/>
                <a:gd name="connsiteX2-875" fmla="*/ 147370 w 1522966"/>
                <a:gd name="connsiteY2-876" fmla="*/ 306113 h 975249"/>
                <a:gd name="connsiteX3-877" fmla="*/ 12021 w 1522966"/>
                <a:gd name="connsiteY3-878" fmla="*/ 518188 h 975249"/>
                <a:gd name="connsiteX4-879" fmla="*/ 636377 w 1522966"/>
                <a:gd name="connsiteY4-880" fmla="*/ 741181 h 975249"/>
                <a:gd name="connsiteX5-881" fmla="*/ 705803 w 1522966"/>
                <a:gd name="connsiteY5-882" fmla="*/ 624047 h 975249"/>
                <a:gd name="connsiteX6-883" fmla="*/ 859369 w 1522966"/>
                <a:gd name="connsiteY6-884" fmla="*/ 679765 h 975249"/>
                <a:gd name="connsiteX7-885" fmla="*/ 1189170 w 1522966"/>
                <a:gd name="connsiteY7-886" fmla="*/ 914032 h 975249"/>
                <a:gd name="connsiteX8-887" fmla="*/ 1507637 w 1522966"/>
                <a:gd name="connsiteY8-888" fmla="*/ 786693 h 975249"/>
                <a:gd name="connsiteX9-889" fmla="*/ 1173267 w 1522966"/>
                <a:gd name="connsiteY9-890" fmla="*/ 634312 h 975249"/>
                <a:gd name="connsiteX10-891" fmla="*/ 1250585 w 1522966"/>
                <a:gd name="connsiteY10-892" fmla="*/ 450008 h 975249"/>
                <a:gd name="connsiteX11-893" fmla="*/ 984454 w 1522966"/>
                <a:gd name="connsiteY11-894" fmla="*/ 340826 h 975249"/>
                <a:gd name="connsiteX12-895" fmla="*/ 909391 w 1522966"/>
                <a:gd name="connsiteY12-896" fmla="*/ 450008 h 975249"/>
                <a:gd name="connsiteX13-897" fmla="*/ 766089 w 1522966"/>
                <a:gd name="connsiteY13-898" fmla="*/ 388593 h 975249"/>
                <a:gd name="connsiteX14-899" fmla="*/ 800209 w 1522966"/>
                <a:gd name="connsiteY14-900" fmla="*/ 204349 h 975249"/>
                <a:gd name="connsiteX0-901" fmla="*/ 800209 w 1538655"/>
                <a:gd name="connsiteY0-902" fmla="*/ 204349 h 976321"/>
                <a:gd name="connsiteX1-903" fmla="*/ 196266 w 1538655"/>
                <a:gd name="connsiteY1-904" fmla="*/ 12686 h 976321"/>
                <a:gd name="connsiteX2-905" fmla="*/ 147370 w 1538655"/>
                <a:gd name="connsiteY2-906" fmla="*/ 306113 h 976321"/>
                <a:gd name="connsiteX3-907" fmla="*/ 12021 w 1538655"/>
                <a:gd name="connsiteY3-908" fmla="*/ 518188 h 976321"/>
                <a:gd name="connsiteX4-909" fmla="*/ 636377 w 1538655"/>
                <a:gd name="connsiteY4-910" fmla="*/ 741181 h 976321"/>
                <a:gd name="connsiteX5-911" fmla="*/ 705803 w 1538655"/>
                <a:gd name="connsiteY5-912" fmla="*/ 624047 h 976321"/>
                <a:gd name="connsiteX6-913" fmla="*/ 859369 w 1538655"/>
                <a:gd name="connsiteY6-914" fmla="*/ 679765 h 976321"/>
                <a:gd name="connsiteX7-915" fmla="*/ 1189170 w 1538655"/>
                <a:gd name="connsiteY7-916" fmla="*/ 914032 h 976321"/>
                <a:gd name="connsiteX8-917" fmla="*/ 1507637 w 1538655"/>
                <a:gd name="connsiteY8-918" fmla="*/ 786693 h 976321"/>
                <a:gd name="connsiteX9-919" fmla="*/ 1173267 w 1538655"/>
                <a:gd name="connsiteY9-920" fmla="*/ 634312 h 976321"/>
                <a:gd name="connsiteX10-921" fmla="*/ 1250585 w 1538655"/>
                <a:gd name="connsiteY10-922" fmla="*/ 450008 h 976321"/>
                <a:gd name="connsiteX11-923" fmla="*/ 984454 w 1538655"/>
                <a:gd name="connsiteY11-924" fmla="*/ 340826 h 976321"/>
                <a:gd name="connsiteX12-925" fmla="*/ 909391 w 1538655"/>
                <a:gd name="connsiteY12-926" fmla="*/ 450008 h 976321"/>
                <a:gd name="connsiteX13-927" fmla="*/ 766089 w 1538655"/>
                <a:gd name="connsiteY13-928" fmla="*/ 388593 h 976321"/>
                <a:gd name="connsiteX14-929" fmla="*/ 800209 w 1538655"/>
                <a:gd name="connsiteY14-930" fmla="*/ 204349 h 976321"/>
                <a:gd name="connsiteX0-931" fmla="*/ 800209 w 1556774"/>
                <a:gd name="connsiteY0-932" fmla="*/ 204349 h 981339"/>
                <a:gd name="connsiteX1-933" fmla="*/ 196266 w 1556774"/>
                <a:gd name="connsiteY1-934" fmla="*/ 12686 h 981339"/>
                <a:gd name="connsiteX2-935" fmla="*/ 147370 w 1556774"/>
                <a:gd name="connsiteY2-936" fmla="*/ 306113 h 981339"/>
                <a:gd name="connsiteX3-937" fmla="*/ 12021 w 1556774"/>
                <a:gd name="connsiteY3-938" fmla="*/ 518188 h 981339"/>
                <a:gd name="connsiteX4-939" fmla="*/ 636377 w 1556774"/>
                <a:gd name="connsiteY4-940" fmla="*/ 741181 h 981339"/>
                <a:gd name="connsiteX5-941" fmla="*/ 705803 w 1556774"/>
                <a:gd name="connsiteY5-942" fmla="*/ 624047 h 981339"/>
                <a:gd name="connsiteX6-943" fmla="*/ 859369 w 1556774"/>
                <a:gd name="connsiteY6-944" fmla="*/ 679765 h 981339"/>
                <a:gd name="connsiteX7-945" fmla="*/ 1189170 w 1556774"/>
                <a:gd name="connsiteY7-946" fmla="*/ 914032 h 981339"/>
                <a:gd name="connsiteX8-947" fmla="*/ 1507637 w 1556774"/>
                <a:gd name="connsiteY8-948" fmla="*/ 786693 h 981339"/>
                <a:gd name="connsiteX9-949" fmla="*/ 1173267 w 1556774"/>
                <a:gd name="connsiteY9-950" fmla="*/ 634312 h 981339"/>
                <a:gd name="connsiteX10-951" fmla="*/ 1250585 w 1556774"/>
                <a:gd name="connsiteY10-952" fmla="*/ 450008 h 981339"/>
                <a:gd name="connsiteX11-953" fmla="*/ 984454 w 1556774"/>
                <a:gd name="connsiteY11-954" fmla="*/ 340826 h 981339"/>
                <a:gd name="connsiteX12-955" fmla="*/ 909391 w 1556774"/>
                <a:gd name="connsiteY12-956" fmla="*/ 450008 h 981339"/>
                <a:gd name="connsiteX13-957" fmla="*/ 766089 w 1556774"/>
                <a:gd name="connsiteY13-958" fmla="*/ 388593 h 981339"/>
                <a:gd name="connsiteX14-959" fmla="*/ 800209 w 1556774"/>
                <a:gd name="connsiteY14-960" fmla="*/ 204349 h 981339"/>
                <a:gd name="connsiteX0-961" fmla="*/ 800209 w 1556774"/>
                <a:gd name="connsiteY0-962" fmla="*/ 204349 h 981339"/>
                <a:gd name="connsiteX1-963" fmla="*/ 196266 w 1556774"/>
                <a:gd name="connsiteY1-964" fmla="*/ 12686 h 981339"/>
                <a:gd name="connsiteX2-965" fmla="*/ 147370 w 1556774"/>
                <a:gd name="connsiteY2-966" fmla="*/ 306113 h 981339"/>
                <a:gd name="connsiteX3-967" fmla="*/ 12021 w 1556774"/>
                <a:gd name="connsiteY3-968" fmla="*/ 518188 h 981339"/>
                <a:gd name="connsiteX4-969" fmla="*/ 636377 w 1556774"/>
                <a:gd name="connsiteY4-970" fmla="*/ 741181 h 981339"/>
                <a:gd name="connsiteX5-971" fmla="*/ 705803 w 1556774"/>
                <a:gd name="connsiteY5-972" fmla="*/ 624047 h 981339"/>
                <a:gd name="connsiteX6-973" fmla="*/ 859369 w 1556774"/>
                <a:gd name="connsiteY6-974" fmla="*/ 679765 h 981339"/>
                <a:gd name="connsiteX7-975" fmla="*/ 1189170 w 1556774"/>
                <a:gd name="connsiteY7-976" fmla="*/ 914032 h 981339"/>
                <a:gd name="connsiteX8-977" fmla="*/ 1507637 w 1556774"/>
                <a:gd name="connsiteY8-978" fmla="*/ 786693 h 981339"/>
                <a:gd name="connsiteX9-979" fmla="*/ 1173267 w 1556774"/>
                <a:gd name="connsiteY9-980" fmla="*/ 634312 h 981339"/>
                <a:gd name="connsiteX10-981" fmla="*/ 1250585 w 1556774"/>
                <a:gd name="connsiteY10-982" fmla="*/ 450008 h 981339"/>
                <a:gd name="connsiteX11-983" fmla="*/ 984454 w 1556774"/>
                <a:gd name="connsiteY11-984" fmla="*/ 340826 h 981339"/>
                <a:gd name="connsiteX12-985" fmla="*/ 909391 w 1556774"/>
                <a:gd name="connsiteY12-986" fmla="*/ 450008 h 981339"/>
                <a:gd name="connsiteX13-987" fmla="*/ 766089 w 1556774"/>
                <a:gd name="connsiteY13-988" fmla="*/ 388593 h 981339"/>
                <a:gd name="connsiteX14-989" fmla="*/ 800209 w 1556774"/>
                <a:gd name="connsiteY14-990" fmla="*/ 204349 h 981339"/>
                <a:gd name="connsiteX0-991" fmla="*/ 800209 w 1556774"/>
                <a:gd name="connsiteY0-992" fmla="*/ 204349 h 981339"/>
                <a:gd name="connsiteX1-993" fmla="*/ 196266 w 1556774"/>
                <a:gd name="connsiteY1-994" fmla="*/ 12686 h 981339"/>
                <a:gd name="connsiteX2-995" fmla="*/ 147370 w 1556774"/>
                <a:gd name="connsiteY2-996" fmla="*/ 306113 h 981339"/>
                <a:gd name="connsiteX3-997" fmla="*/ 12021 w 1556774"/>
                <a:gd name="connsiteY3-998" fmla="*/ 518188 h 981339"/>
                <a:gd name="connsiteX4-999" fmla="*/ 636377 w 1556774"/>
                <a:gd name="connsiteY4-1000" fmla="*/ 741181 h 981339"/>
                <a:gd name="connsiteX5-1001" fmla="*/ 705803 w 1556774"/>
                <a:gd name="connsiteY5-1002" fmla="*/ 624047 h 981339"/>
                <a:gd name="connsiteX6-1003" fmla="*/ 859369 w 1556774"/>
                <a:gd name="connsiteY6-1004" fmla="*/ 679765 h 981339"/>
                <a:gd name="connsiteX7-1005" fmla="*/ 1189170 w 1556774"/>
                <a:gd name="connsiteY7-1006" fmla="*/ 914032 h 981339"/>
                <a:gd name="connsiteX8-1007" fmla="*/ 1507637 w 1556774"/>
                <a:gd name="connsiteY8-1008" fmla="*/ 786693 h 981339"/>
                <a:gd name="connsiteX9-1009" fmla="*/ 1173267 w 1556774"/>
                <a:gd name="connsiteY9-1010" fmla="*/ 634312 h 981339"/>
                <a:gd name="connsiteX10-1011" fmla="*/ 1250585 w 1556774"/>
                <a:gd name="connsiteY10-1012" fmla="*/ 450008 h 981339"/>
                <a:gd name="connsiteX11-1013" fmla="*/ 984454 w 1556774"/>
                <a:gd name="connsiteY11-1014" fmla="*/ 340826 h 981339"/>
                <a:gd name="connsiteX12-1015" fmla="*/ 909391 w 1556774"/>
                <a:gd name="connsiteY12-1016" fmla="*/ 450008 h 981339"/>
                <a:gd name="connsiteX13-1017" fmla="*/ 766089 w 1556774"/>
                <a:gd name="connsiteY13-1018" fmla="*/ 388593 h 981339"/>
                <a:gd name="connsiteX14-1019" fmla="*/ 800209 w 1556774"/>
                <a:gd name="connsiteY14-1020" fmla="*/ 204349 h 981339"/>
                <a:gd name="connsiteX0-1021" fmla="*/ 800209 w 1556774"/>
                <a:gd name="connsiteY0-1022" fmla="*/ 204349 h 981339"/>
                <a:gd name="connsiteX1-1023" fmla="*/ 196266 w 1556774"/>
                <a:gd name="connsiteY1-1024" fmla="*/ 12686 h 981339"/>
                <a:gd name="connsiteX2-1025" fmla="*/ 147370 w 1556774"/>
                <a:gd name="connsiteY2-1026" fmla="*/ 306113 h 981339"/>
                <a:gd name="connsiteX3-1027" fmla="*/ 12021 w 1556774"/>
                <a:gd name="connsiteY3-1028" fmla="*/ 518188 h 981339"/>
                <a:gd name="connsiteX4-1029" fmla="*/ 636377 w 1556774"/>
                <a:gd name="connsiteY4-1030" fmla="*/ 741181 h 981339"/>
                <a:gd name="connsiteX5-1031" fmla="*/ 705803 w 1556774"/>
                <a:gd name="connsiteY5-1032" fmla="*/ 624047 h 981339"/>
                <a:gd name="connsiteX6-1033" fmla="*/ 859369 w 1556774"/>
                <a:gd name="connsiteY6-1034" fmla="*/ 679765 h 981339"/>
                <a:gd name="connsiteX7-1035" fmla="*/ 1189170 w 1556774"/>
                <a:gd name="connsiteY7-1036" fmla="*/ 914032 h 981339"/>
                <a:gd name="connsiteX8-1037" fmla="*/ 1507637 w 1556774"/>
                <a:gd name="connsiteY8-1038" fmla="*/ 786693 h 981339"/>
                <a:gd name="connsiteX9-1039" fmla="*/ 1173267 w 1556774"/>
                <a:gd name="connsiteY9-1040" fmla="*/ 634312 h 981339"/>
                <a:gd name="connsiteX10-1041" fmla="*/ 1250585 w 1556774"/>
                <a:gd name="connsiteY10-1042" fmla="*/ 450008 h 981339"/>
                <a:gd name="connsiteX11-1043" fmla="*/ 984454 w 1556774"/>
                <a:gd name="connsiteY11-1044" fmla="*/ 340826 h 981339"/>
                <a:gd name="connsiteX12-1045" fmla="*/ 909391 w 1556774"/>
                <a:gd name="connsiteY12-1046" fmla="*/ 450008 h 981339"/>
                <a:gd name="connsiteX13-1047" fmla="*/ 766089 w 1556774"/>
                <a:gd name="connsiteY13-1048" fmla="*/ 388593 h 981339"/>
                <a:gd name="connsiteX14-1049" fmla="*/ 800209 w 1556774"/>
                <a:gd name="connsiteY14-1050" fmla="*/ 204349 h 981339"/>
                <a:gd name="connsiteX0-1051" fmla="*/ 800209 w 1556774"/>
                <a:gd name="connsiteY0-1052" fmla="*/ 204349 h 981339"/>
                <a:gd name="connsiteX1-1053" fmla="*/ 196266 w 1556774"/>
                <a:gd name="connsiteY1-1054" fmla="*/ 12686 h 981339"/>
                <a:gd name="connsiteX2-1055" fmla="*/ 147370 w 1556774"/>
                <a:gd name="connsiteY2-1056" fmla="*/ 306113 h 981339"/>
                <a:gd name="connsiteX3-1057" fmla="*/ 12021 w 1556774"/>
                <a:gd name="connsiteY3-1058" fmla="*/ 518188 h 981339"/>
                <a:gd name="connsiteX4-1059" fmla="*/ 636377 w 1556774"/>
                <a:gd name="connsiteY4-1060" fmla="*/ 741181 h 981339"/>
                <a:gd name="connsiteX5-1061" fmla="*/ 705803 w 1556774"/>
                <a:gd name="connsiteY5-1062" fmla="*/ 624047 h 981339"/>
                <a:gd name="connsiteX6-1063" fmla="*/ 859369 w 1556774"/>
                <a:gd name="connsiteY6-1064" fmla="*/ 679765 h 981339"/>
                <a:gd name="connsiteX7-1065" fmla="*/ 1189170 w 1556774"/>
                <a:gd name="connsiteY7-1066" fmla="*/ 914032 h 981339"/>
                <a:gd name="connsiteX8-1067" fmla="*/ 1507637 w 1556774"/>
                <a:gd name="connsiteY8-1068" fmla="*/ 786693 h 981339"/>
                <a:gd name="connsiteX9-1069" fmla="*/ 1173267 w 1556774"/>
                <a:gd name="connsiteY9-1070" fmla="*/ 634312 h 981339"/>
                <a:gd name="connsiteX10-1071" fmla="*/ 1250585 w 1556774"/>
                <a:gd name="connsiteY10-1072" fmla="*/ 450008 h 981339"/>
                <a:gd name="connsiteX11-1073" fmla="*/ 964576 w 1556774"/>
                <a:gd name="connsiteY11-1074" fmla="*/ 344802 h 981339"/>
                <a:gd name="connsiteX12-1075" fmla="*/ 909391 w 1556774"/>
                <a:gd name="connsiteY12-1076" fmla="*/ 450008 h 981339"/>
                <a:gd name="connsiteX13-1077" fmla="*/ 766089 w 1556774"/>
                <a:gd name="connsiteY13-1078" fmla="*/ 388593 h 981339"/>
                <a:gd name="connsiteX14-1079" fmla="*/ 800209 w 1556774"/>
                <a:gd name="connsiteY14-1080" fmla="*/ 204349 h 981339"/>
                <a:gd name="connsiteX0-1081" fmla="*/ 800209 w 1556774"/>
                <a:gd name="connsiteY0-1082" fmla="*/ 204349 h 981339"/>
                <a:gd name="connsiteX1-1083" fmla="*/ 196266 w 1556774"/>
                <a:gd name="connsiteY1-1084" fmla="*/ 12686 h 981339"/>
                <a:gd name="connsiteX2-1085" fmla="*/ 147370 w 1556774"/>
                <a:gd name="connsiteY2-1086" fmla="*/ 306113 h 981339"/>
                <a:gd name="connsiteX3-1087" fmla="*/ 12021 w 1556774"/>
                <a:gd name="connsiteY3-1088" fmla="*/ 518188 h 981339"/>
                <a:gd name="connsiteX4-1089" fmla="*/ 636377 w 1556774"/>
                <a:gd name="connsiteY4-1090" fmla="*/ 741181 h 981339"/>
                <a:gd name="connsiteX5-1091" fmla="*/ 705803 w 1556774"/>
                <a:gd name="connsiteY5-1092" fmla="*/ 624047 h 981339"/>
                <a:gd name="connsiteX6-1093" fmla="*/ 859369 w 1556774"/>
                <a:gd name="connsiteY6-1094" fmla="*/ 679765 h 981339"/>
                <a:gd name="connsiteX7-1095" fmla="*/ 1189170 w 1556774"/>
                <a:gd name="connsiteY7-1096" fmla="*/ 914032 h 981339"/>
                <a:gd name="connsiteX8-1097" fmla="*/ 1507637 w 1556774"/>
                <a:gd name="connsiteY8-1098" fmla="*/ 786693 h 981339"/>
                <a:gd name="connsiteX9-1099" fmla="*/ 1173267 w 1556774"/>
                <a:gd name="connsiteY9-1100" fmla="*/ 634312 h 981339"/>
                <a:gd name="connsiteX10-1101" fmla="*/ 1250585 w 1556774"/>
                <a:gd name="connsiteY10-1102" fmla="*/ 450008 h 981339"/>
                <a:gd name="connsiteX11-1103" fmla="*/ 964576 w 1556774"/>
                <a:gd name="connsiteY11-1104" fmla="*/ 344802 h 981339"/>
                <a:gd name="connsiteX12-1105" fmla="*/ 909391 w 1556774"/>
                <a:gd name="connsiteY12-1106" fmla="*/ 450008 h 981339"/>
                <a:gd name="connsiteX13-1107" fmla="*/ 766089 w 1556774"/>
                <a:gd name="connsiteY13-1108" fmla="*/ 388593 h 981339"/>
                <a:gd name="connsiteX14-1109" fmla="*/ 800209 w 1556774"/>
                <a:gd name="connsiteY14-1110" fmla="*/ 204349 h 981339"/>
                <a:gd name="connsiteX0-1111" fmla="*/ 800209 w 1556774"/>
                <a:gd name="connsiteY0-1112" fmla="*/ 204349 h 981339"/>
                <a:gd name="connsiteX1-1113" fmla="*/ 196266 w 1556774"/>
                <a:gd name="connsiteY1-1114" fmla="*/ 12686 h 981339"/>
                <a:gd name="connsiteX2-1115" fmla="*/ 147370 w 1556774"/>
                <a:gd name="connsiteY2-1116" fmla="*/ 306113 h 981339"/>
                <a:gd name="connsiteX3-1117" fmla="*/ 12021 w 1556774"/>
                <a:gd name="connsiteY3-1118" fmla="*/ 518188 h 981339"/>
                <a:gd name="connsiteX4-1119" fmla="*/ 636377 w 1556774"/>
                <a:gd name="connsiteY4-1120" fmla="*/ 741181 h 981339"/>
                <a:gd name="connsiteX5-1121" fmla="*/ 705803 w 1556774"/>
                <a:gd name="connsiteY5-1122" fmla="*/ 624047 h 981339"/>
                <a:gd name="connsiteX6-1123" fmla="*/ 859369 w 1556774"/>
                <a:gd name="connsiteY6-1124" fmla="*/ 679765 h 981339"/>
                <a:gd name="connsiteX7-1125" fmla="*/ 1189170 w 1556774"/>
                <a:gd name="connsiteY7-1126" fmla="*/ 914032 h 981339"/>
                <a:gd name="connsiteX8-1127" fmla="*/ 1507637 w 1556774"/>
                <a:gd name="connsiteY8-1128" fmla="*/ 786693 h 981339"/>
                <a:gd name="connsiteX9-1129" fmla="*/ 1173267 w 1556774"/>
                <a:gd name="connsiteY9-1130" fmla="*/ 634312 h 981339"/>
                <a:gd name="connsiteX10-1131" fmla="*/ 1250585 w 1556774"/>
                <a:gd name="connsiteY10-1132" fmla="*/ 450008 h 981339"/>
                <a:gd name="connsiteX11-1133" fmla="*/ 964576 w 1556774"/>
                <a:gd name="connsiteY11-1134" fmla="*/ 344802 h 981339"/>
                <a:gd name="connsiteX12-1135" fmla="*/ 909391 w 1556774"/>
                <a:gd name="connsiteY12-1136" fmla="*/ 450008 h 981339"/>
                <a:gd name="connsiteX13-1137" fmla="*/ 766089 w 1556774"/>
                <a:gd name="connsiteY13-1138" fmla="*/ 388593 h 981339"/>
                <a:gd name="connsiteX14-1139" fmla="*/ 800209 w 1556774"/>
                <a:gd name="connsiteY14-1140" fmla="*/ 204349 h 981339"/>
                <a:gd name="connsiteX0-1141" fmla="*/ 800209 w 1556774"/>
                <a:gd name="connsiteY0-1142" fmla="*/ 204349 h 981339"/>
                <a:gd name="connsiteX1-1143" fmla="*/ 196266 w 1556774"/>
                <a:gd name="connsiteY1-1144" fmla="*/ 12686 h 981339"/>
                <a:gd name="connsiteX2-1145" fmla="*/ 147370 w 1556774"/>
                <a:gd name="connsiteY2-1146" fmla="*/ 306113 h 981339"/>
                <a:gd name="connsiteX3-1147" fmla="*/ 12021 w 1556774"/>
                <a:gd name="connsiteY3-1148" fmla="*/ 518188 h 981339"/>
                <a:gd name="connsiteX4-1149" fmla="*/ 636377 w 1556774"/>
                <a:gd name="connsiteY4-1150" fmla="*/ 741181 h 981339"/>
                <a:gd name="connsiteX5-1151" fmla="*/ 705803 w 1556774"/>
                <a:gd name="connsiteY5-1152" fmla="*/ 624047 h 981339"/>
                <a:gd name="connsiteX6-1153" fmla="*/ 859369 w 1556774"/>
                <a:gd name="connsiteY6-1154" fmla="*/ 679765 h 981339"/>
                <a:gd name="connsiteX7-1155" fmla="*/ 1189170 w 1556774"/>
                <a:gd name="connsiteY7-1156" fmla="*/ 914032 h 981339"/>
                <a:gd name="connsiteX8-1157" fmla="*/ 1507637 w 1556774"/>
                <a:gd name="connsiteY8-1158" fmla="*/ 786693 h 981339"/>
                <a:gd name="connsiteX9-1159" fmla="*/ 1173267 w 1556774"/>
                <a:gd name="connsiteY9-1160" fmla="*/ 634312 h 981339"/>
                <a:gd name="connsiteX10-1161" fmla="*/ 1250585 w 1556774"/>
                <a:gd name="connsiteY10-1162" fmla="*/ 450008 h 981339"/>
                <a:gd name="connsiteX11-1163" fmla="*/ 964576 w 1556774"/>
                <a:gd name="connsiteY11-1164" fmla="*/ 344802 h 981339"/>
                <a:gd name="connsiteX12-1165" fmla="*/ 909391 w 1556774"/>
                <a:gd name="connsiteY12-1166" fmla="*/ 450008 h 981339"/>
                <a:gd name="connsiteX13-1167" fmla="*/ 766089 w 1556774"/>
                <a:gd name="connsiteY13-1168" fmla="*/ 388593 h 981339"/>
                <a:gd name="connsiteX14-1169" fmla="*/ 800209 w 1556774"/>
                <a:gd name="connsiteY14-1170" fmla="*/ 204349 h 981339"/>
                <a:gd name="connsiteX0-1171" fmla="*/ 800209 w 1556774"/>
                <a:gd name="connsiteY0-1172" fmla="*/ 204349 h 981339"/>
                <a:gd name="connsiteX1-1173" fmla="*/ 196266 w 1556774"/>
                <a:gd name="connsiteY1-1174" fmla="*/ 12686 h 981339"/>
                <a:gd name="connsiteX2-1175" fmla="*/ 147370 w 1556774"/>
                <a:gd name="connsiteY2-1176" fmla="*/ 306113 h 981339"/>
                <a:gd name="connsiteX3-1177" fmla="*/ 12021 w 1556774"/>
                <a:gd name="connsiteY3-1178" fmla="*/ 518188 h 981339"/>
                <a:gd name="connsiteX4-1179" fmla="*/ 636377 w 1556774"/>
                <a:gd name="connsiteY4-1180" fmla="*/ 741181 h 981339"/>
                <a:gd name="connsiteX5-1181" fmla="*/ 705803 w 1556774"/>
                <a:gd name="connsiteY5-1182" fmla="*/ 624047 h 981339"/>
                <a:gd name="connsiteX6-1183" fmla="*/ 859369 w 1556774"/>
                <a:gd name="connsiteY6-1184" fmla="*/ 679765 h 981339"/>
                <a:gd name="connsiteX7-1185" fmla="*/ 1189170 w 1556774"/>
                <a:gd name="connsiteY7-1186" fmla="*/ 914032 h 981339"/>
                <a:gd name="connsiteX8-1187" fmla="*/ 1507637 w 1556774"/>
                <a:gd name="connsiteY8-1188" fmla="*/ 786693 h 981339"/>
                <a:gd name="connsiteX9-1189" fmla="*/ 1173267 w 1556774"/>
                <a:gd name="connsiteY9-1190" fmla="*/ 634312 h 981339"/>
                <a:gd name="connsiteX10-1191" fmla="*/ 1250585 w 1556774"/>
                <a:gd name="connsiteY10-1192" fmla="*/ 438081 h 981339"/>
                <a:gd name="connsiteX11-1193" fmla="*/ 964576 w 1556774"/>
                <a:gd name="connsiteY11-1194" fmla="*/ 344802 h 981339"/>
                <a:gd name="connsiteX12-1195" fmla="*/ 909391 w 1556774"/>
                <a:gd name="connsiteY12-1196" fmla="*/ 450008 h 981339"/>
                <a:gd name="connsiteX13-1197" fmla="*/ 766089 w 1556774"/>
                <a:gd name="connsiteY13-1198" fmla="*/ 388593 h 981339"/>
                <a:gd name="connsiteX14-1199" fmla="*/ 800209 w 1556774"/>
                <a:gd name="connsiteY14-1200" fmla="*/ 204349 h 981339"/>
                <a:gd name="connsiteX0-1201" fmla="*/ 800209 w 1556774"/>
                <a:gd name="connsiteY0-1202" fmla="*/ 204349 h 981339"/>
                <a:gd name="connsiteX1-1203" fmla="*/ 196266 w 1556774"/>
                <a:gd name="connsiteY1-1204" fmla="*/ 12686 h 981339"/>
                <a:gd name="connsiteX2-1205" fmla="*/ 147370 w 1556774"/>
                <a:gd name="connsiteY2-1206" fmla="*/ 306113 h 981339"/>
                <a:gd name="connsiteX3-1207" fmla="*/ 12021 w 1556774"/>
                <a:gd name="connsiteY3-1208" fmla="*/ 518188 h 981339"/>
                <a:gd name="connsiteX4-1209" fmla="*/ 636377 w 1556774"/>
                <a:gd name="connsiteY4-1210" fmla="*/ 741181 h 981339"/>
                <a:gd name="connsiteX5-1211" fmla="*/ 705803 w 1556774"/>
                <a:gd name="connsiteY5-1212" fmla="*/ 624047 h 981339"/>
                <a:gd name="connsiteX6-1213" fmla="*/ 859369 w 1556774"/>
                <a:gd name="connsiteY6-1214" fmla="*/ 679765 h 981339"/>
                <a:gd name="connsiteX7-1215" fmla="*/ 1189170 w 1556774"/>
                <a:gd name="connsiteY7-1216" fmla="*/ 914032 h 981339"/>
                <a:gd name="connsiteX8-1217" fmla="*/ 1507637 w 1556774"/>
                <a:gd name="connsiteY8-1218" fmla="*/ 786693 h 981339"/>
                <a:gd name="connsiteX9-1219" fmla="*/ 1173267 w 1556774"/>
                <a:gd name="connsiteY9-1220" fmla="*/ 634312 h 981339"/>
                <a:gd name="connsiteX10-1221" fmla="*/ 1250585 w 1556774"/>
                <a:gd name="connsiteY10-1222" fmla="*/ 438081 h 981339"/>
                <a:gd name="connsiteX11-1223" fmla="*/ 964576 w 1556774"/>
                <a:gd name="connsiteY11-1224" fmla="*/ 344802 h 981339"/>
                <a:gd name="connsiteX12-1225" fmla="*/ 909391 w 1556774"/>
                <a:gd name="connsiteY12-1226" fmla="*/ 450008 h 981339"/>
                <a:gd name="connsiteX13-1227" fmla="*/ 766089 w 1556774"/>
                <a:gd name="connsiteY13-1228" fmla="*/ 388593 h 981339"/>
                <a:gd name="connsiteX14-1229" fmla="*/ 800209 w 1556774"/>
                <a:gd name="connsiteY14-1230" fmla="*/ 204349 h 981339"/>
                <a:gd name="connsiteX0-1231" fmla="*/ 800209 w 1556774"/>
                <a:gd name="connsiteY0-1232" fmla="*/ 204349 h 981339"/>
                <a:gd name="connsiteX1-1233" fmla="*/ 196266 w 1556774"/>
                <a:gd name="connsiteY1-1234" fmla="*/ 12686 h 981339"/>
                <a:gd name="connsiteX2-1235" fmla="*/ 147370 w 1556774"/>
                <a:gd name="connsiteY2-1236" fmla="*/ 306113 h 981339"/>
                <a:gd name="connsiteX3-1237" fmla="*/ 12021 w 1556774"/>
                <a:gd name="connsiteY3-1238" fmla="*/ 518188 h 981339"/>
                <a:gd name="connsiteX4-1239" fmla="*/ 636377 w 1556774"/>
                <a:gd name="connsiteY4-1240" fmla="*/ 741181 h 981339"/>
                <a:gd name="connsiteX5-1241" fmla="*/ 705803 w 1556774"/>
                <a:gd name="connsiteY5-1242" fmla="*/ 624047 h 981339"/>
                <a:gd name="connsiteX6-1243" fmla="*/ 859369 w 1556774"/>
                <a:gd name="connsiteY6-1244" fmla="*/ 679765 h 981339"/>
                <a:gd name="connsiteX7-1245" fmla="*/ 1189170 w 1556774"/>
                <a:gd name="connsiteY7-1246" fmla="*/ 914032 h 981339"/>
                <a:gd name="connsiteX8-1247" fmla="*/ 1507637 w 1556774"/>
                <a:gd name="connsiteY8-1248" fmla="*/ 786693 h 981339"/>
                <a:gd name="connsiteX9-1249" fmla="*/ 1173267 w 1556774"/>
                <a:gd name="connsiteY9-1250" fmla="*/ 634312 h 981339"/>
                <a:gd name="connsiteX10-1251" fmla="*/ 1250585 w 1556774"/>
                <a:gd name="connsiteY10-1252" fmla="*/ 438081 h 981339"/>
                <a:gd name="connsiteX11-1253" fmla="*/ 964576 w 1556774"/>
                <a:gd name="connsiteY11-1254" fmla="*/ 344802 h 981339"/>
                <a:gd name="connsiteX12-1255" fmla="*/ 909391 w 1556774"/>
                <a:gd name="connsiteY12-1256" fmla="*/ 450008 h 981339"/>
                <a:gd name="connsiteX13-1257" fmla="*/ 766089 w 1556774"/>
                <a:gd name="connsiteY13-1258" fmla="*/ 388593 h 981339"/>
                <a:gd name="connsiteX14-1259" fmla="*/ 800209 w 1556774"/>
                <a:gd name="connsiteY14-1260" fmla="*/ 204349 h 981339"/>
                <a:gd name="connsiteX0-1261" fmla="*/ 800209 w 1527868"/>
                <a:gd name="connsiteY0-1262" fmla="*/ 204349 h 975126"/>
                <a:gd name="connsiteX1-1263" fmla="*/ 196266 w 1527868"/>
                <a:gd name="connsiteY1-1264" fmla="*/ 12686 h 975126"/>
                <a:gd name="connsiteX2-1265" fmla="*/ 147370 w 1527868"/>
                <a:gd name="connsiteY2-1266" fmla="*/ 306113 h 975126"/>
                <a:gd name="connsiteX3-1267" fmla="*/ 12021 w 1527868"/>
                <a:gd name="connsiteY3-1268" fmla="*/ 518188 h 975126"/>
                <a:gd name="connsiteX4-1269" fmla="*/ 636377 w 1527868"/>
                <a:gd name="connsiteY4-1270" fmla="*/ 741181 h 975126"/>
                <a:gd name="connsiteX5-1271" fmla="*/ 705803 w 1527868"/>
                <a:gd name="connsiteY5-1272" fmla="*/ 624047 h 975126"/>
                <a:gd name="connsiteX6-1273" fmla="*/ 859369 w 1527868"/>
                <a:gd name="connsiteY6-1274" fmla="*/ 679765 h 975126"/>
                <a:gd name="connsiteX7-1275" fmla="*/ 1189170 w 1527868"/>
                <a:gd name="connsiteY7-1276" fmla="*/ 914032 h 975126"/>
                <a:gd name="connsiteX8-1277" fmla="*/ 1467881 w 1527868"/>
                <a:gd name="connsiteY8-1278" fmla="*/ 742961 h 975126"/>
                <a:gd name="connsiteX9-1279" fmla="*/ 1173267 w 1527868"/>
                <a:gd name="connsiteY9-1280" fmla="*/ 634312 h 975126"/>
                <a:gd name="connsiteX10-1281" fmla="*/ 1250585 w 1527868"/>
                <a:gd name="connsiteY10-1282" fmla="*/ 438081 h 975126"/>
                <a:gd name="connsiteX11-1283" fmla="*/ 964576 w 1527868"/>
                <a:gd name="connsiteY11-1284" fmla="*/ 344802 h 975126"/>
                <a:gd name="connsiteX12-1285" fmla="*/ 909391 w 1527868"/>
                <a:gd name="connsiteY12-1286" fmla="*/ 450008 h 975126"/>
                <a:gd name="connsiteX13-1287" fmla="*/ 766089 w 1527868"/>
                <a:gd name="connsiteY13-1288" fmla="*/ 388593 h 975126"/>
                <a:gd name="connsiteX14-1289" fmla="*/ 800209 w 1527868"/>
                <a:gd name="connsiteY14-1290" fmla="*/ 204349 h 975126"/>
                <a:gd name="connsiteX0-1291" fmla="*/ 800209 w 1527868"/>
                <a:gd name="connsiteY0-1292" fmla="*/ 204349 h 975126"/>
                <a:gd name="connsiteX1-1293" fmla="*/ 196266 w 1527868"/>
                <a:gd name="connsiteY1-1294" fmla="*/ 12686 h 975126"/>
                <a:gd name="connsiteX2-1295" fmla="*/ 147370 w 1527868"/>
                <a:gd name="connsiteY2-1296" fmla="*/ 306113 h 975126"/>
                <a:gd name="connsiteX3-1297" fmla="*/ 12021 w 1527868"/>
                <a:gd name="connsiteY3-1298" fmla="*/ 518188 h 975126"/>
                <a:gd name="connsiteX4-1299" fmla="*/ 636377 w 1527868"/>
                <a:gd name="connsiteY4-1300" fmla="*/ 741181 h 975126"/>
                <a:gd name="connsiteX5-1301" fmla="*/ 705803 w 1527868"/>
                <a:gd name="connsiteY5-1302" fmla="*/ 624047 h 975126"/>
                <a:gd name="connsiteX6-1303" fmla="*/ 859369 w 1527868"/>
                <a:gd name="connsiteY6-1304" fmla="*/ 679765 h 975126"/>
                <a:gd name="connsiteX7-1305" fmla="*/ 1189170 w 1527868"/>
                <a:gd name="connsiteY7-1306" fmla="*/ 914032 h 975126"/>
                <a:gd name="connsiteX8-1307" fmla="*/ 1467881 w 1527868"/>
                <a:gd name="connsiteY8-1308" fmla="*/ 742961 h 975126"/>
                <a:gd name="connsiteX9-1309" fmla="*/ 1173267 w 1527868"/>
                <a:gd name="connsiteY9-1310" fmla="*/ 634312 h 975126"/>
                <a:gd name="connsiteX10-1311" fmla="*/ 1250585 w 1527868"/>
                <a:gd name="connsiteY10-1312" fmla="*/ 438081 h 975126"/>
                <a:gd name="connsiteX11-1313" fmla="*/ 964576 w 1527868"/>
                <a:gd name="connsiteY11-1314" fmla="*/ 344802 h 975126"/>
                <a:gd name="connsiteX12-1315" fmla="*/ 909391 w 1527868"/>
                <a:gd name="connsiteY12-1316" fmla="*/ 450008 h 975126"/>
                <a:gd name="connsiteX13-1317" fmla="*/ 766089 w 1527868"/>
                <a:gd name="connsiteY13-1318" fmla="*/ 388593 h 975126"/>
                <a:gd name="connsiteX14-1319" fmla="*/ 800209 w 1527868"/>
                <a:gd name="connsiteY14-1320" fmla="*/ 204349 h 975126"/>
                <a:gd name="connsiteX0-1321" fmla="*/ 800209 w 1499884"/>
                <a:gd name="connsiteY0-1322" fmla="*/ 204349 h 986483"/>
                <a:gd name="connsiteX1-1323" fmla="*/ 196266 w 1499884"/>
                <a:gd name="connsiteY1-1324" fmla="*/ 12686 h 986483"/>
                <a:gd name="connsiteX2-1325" fmla="*/ 147370 w 1499884"/>
                <a:gd name="connsiteY2-1326" fmla="*/ 306113 h 986483"/>
                <a:gd name="connsiteX3-1327" fmla="*/ 12021 w 1499884"/>
                <a:gd name="connsiteY3-1328" fmla="*/ 518188 h 986483"/>
                <a:gd name="connsiteX4-1329" fmla="*/ 636377 w 1499884"/>
                <a:gd name="connsiteY4-1330" fmla="*/ 741181 h 986483"/>
                <a:gd name="connsiteX5-1331" fmla="*/ 705803 w 1499884"/>
                <a:gd name="connsiteY5-1332" fmla="*/ 624047 h 986483"/>
                <a:gd name="connsiteX6-1333" fmla="*/ 859369 w 1499884"/>
                <a:gd name="connsiteY6-1334" fmla="*/ 679765 h 986483"/>
                <a:gd name="connsiteX7-1335" fmla="*/ 1189170 w 1499884"/>
                <a:gd name="connsiteY7-1336" fmla="*/ 914032 h 986483"/>
                <a:gd name="connsiteX8-1337" fmla="*/ 1467881 w 1499884"/>
                <a:gd name="connsiteY8-1338" fmla="*/ 742961 h 986483"/>
                <a:gd name="connsiteX9-1339" fmla="*/ 1173267 w 1499884"/>
                <a:gd name="connsiteY9-1340" fmla="*/ 634312 h 986483"/>
                <a:gd name="connsiteX10-1341" fmla="*/ 1250585 w 1499884"/>
                <a:gd name="connsiteY10-1342" fmla="*/ 438081 h 986483"/>
                <a:gd name="connsiteX11-1343" fmla="*/ 964576 w 1499884"/>
                <a:gd name="connsiteY11-1344" fmla="*/ 344802 h 986483"/>
                <a:gd name="connsiteX12-1345" fmla="*/ 909391 w 1499884"/>
                <a:gd name="connsiteY12-1346" fmla="*/ 450008 h 986483"/>
                <a:gd name="connsiteX13-1347" fmla="*/ 766089 w 1499884"/>
                <a:gd name="connsiteY13-1348" fmla="*/ 388593 h 986483"/>
                <a:gd name="connsiteX14-1349" fmla="*/ 800209 w 1499884"/>
                <a:gd name="connsiteY14-1350" fmla="*/ 204349 h 986483"/>
                <a:gd name="connsiteX0-1351" fmla="*/ 800209 w 1505435"/>
                <a:gd name="connsiteY0-1352" fmla="*/ 204349 h 1015754"/>
                <a:gd name="connsiteX1-1353" fmla="*/ 196266 w 1505435"/>
                <a:gd name="connsiteY1-1354" fmla="*/ 12686 h 1015754"/>
                <a:gd name="connsiteX2-1355" fmla="*/ 147370 w 1505435"/>
                <a:gd name="connsiteY2-1356" fmla="*/ 306113 h 1015754"/>
                <a:gd name="connsiteX3-1357" fmla="*/ 12021 w 1505435"/>
                <a:gd name="connsiteY3-1358" fmla="*/ 518188 h 1015754"/>
                <a:gd name="connsiteX4-1359" fmla="*/ 636377 w 1505435"/>
                <a:gd name="connsiteY4-1360" fmla="*/ 741181 h 1015754"/>
                <a:gd name="connsiteX5-1361" fmla="*/ 705803 w 1505435"/>
                <a:gd name="connsiteY5-1362" fmla="*/ 624047 h 1015754"/>
                <a:gd name="connsiteX6-1363" fmla="*/ 859369 w 1505435"/>
                <a:gd name="connsiteY6-1364" fmla="*/ 679765 h 1015754"/>
                <a:gd name="connsiteX7-1365" fmla="*/ 1189170 w 1505435"/>
                <a:gd name="connsiteY7-1366" fmla="*/ 914032 h 1015754"/>
                <a:gd name="connsiteX8-1367" fmla="*/ 1467881 w 1505435"/>
                <a:gd name="connsiteY8-1368" fmla="*/ 742961 h 1015754"/>
                <a:gd name="connsiteX9-1369" fmla="*/ 1173267 w 1505435"/>
                <a:gd name="connsiteY9-1370" fmla="*/ 634312 h 1015754"/>
                <a:gd name="connsiteX10-1371" fmla="*/ 1250585 w 1505435"/>
                <a:gd name="connsiteY10-1372" fmla="*/ 438081 h 1015754"/>
                <a:gd name="connsiteX11-1373" fmla="*/ 964576 w 1505435"/>
                <a:gd name="connsiteY11-1374" fmla="*/ 344802 h 1015754"/>
                <a:gd name="connsiteX12-1375" fmla="*/ 909391 w 1505435"/>
                <a:gd name="connsiteY12-1376" fmla="*/ 450008 h 1015754"/>
                <a:gd name="connsiteX13-1377" fmla="*/ 766089 w 1505435"/>
                <a:gd name="connsiteY13-1378" fmla="*/ 388593 h 1015754"/>
                <a:gd name="connsiteX14-1379" fmla="*/ 800209 w 1505435"/>
                <a:gd name="connsiteY14-1380" fmla="*/ 204349 h 101575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/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-1" fmla="*/ 812042 w 1535373"/>
                <a:gd name="connsiteY0-2" fmla="*/ 191663 h 901346"/>
                <a:gd name="connsiteX1-3" fmla="*/ 208099 w 1535373"/>
                <a:gd name="connsiteY1-4" fmla="*/ 0 h 901346"/>
                <a:gd name="connsiteX2-5" fmla="*/ 143301 w 1535373"/>
                <a:gd name="connsiteY2-6" fmla="*/ 273549 h 901346"/>
                <a:gd name="connsiteX3-7" fmla="*/ 0 w 1535373"/>
                <a:gd name="connsiteY3-8" fmla="*/ 457794 h 901346"/>
                <a:gd name="connsiteX4-9" fmla="*/ 600501 w 1535373"/>
                <a:gd name="connsiteY4-10" fmla="*/ 744397 h 901346"/>
                <a:gd name="connsiteX5-11" fmla="*/ 709684 w 1535373"/>
                <a:gd name="connsiteY5-12" fmla="*/ 635215 h 901346"/>
                <a:gd name="connsiteX6-13" fmla="*/ 887104 w 1535373"/>
                <a:gd name="connsiteY6-14" fmla="*/ 682982 h 901346"/>
                <a:gd name="connsiteX7-15" fmla="*/ 1201003 w 1535373"/>
                <a:gd name="connsiteY7-16" fmla="*/ 901346 h 901346"/>
                <a:gd name="connsiteX8-17" fmla="*/ 1535373 w 1535373"/>
                <a:gd name="connsiteY8-18" fmla="*/ 805812 h 901346"/>
                <a:gd name="connsiteX9-19" fmla="*/ 1201003 w 1535373"/>
                <a:gd name="connsiteY9-20" fmla="*/ 669334 h 901346"/>
                <a:gd name="connsiteX10-21" fmla="*/ 1262418 w 1535373"/>
                <a:gd name="connsiteY10-22" fmla="*/ 437322 h 901346"/>
                <a:gd name="connsiteX11-23" fmla="*/ 996287 w 1535373"/>
                <a:gd name="connsiteY11-24" fmla="*/ 328140 h 901346"/>
                <a:gd name="connsiteX12-25" fmla="*/ 921224 w 1535373"/>
                <a:gd name="connsiteY12-26" fmla="*/ 437322 h 901346"/>
                <a:gd name="connsiteX13-27" fmla="*/ 777922 w 1535373"/>
                <a:gd name="connsiteY13-28" fmla="*/ 375907 h 901346"/>
                <a:gd name="connsiteX14-29" fmla="*/ 812042 w 1535373"/>
                <a:gd name="connsiteY14-30" fmla="*/ 191663 h 901346"/>
                <a:gd name="connsiteX0-31" fmla="*/ 812042 w 1535373"/>
                <a:gd name="connsiteY0-32" fmla="*/ 204349 h 914032"/>
                <a:gd name="connsiteX1-33" fmla="*/ 208099 w 1535373"/>
                <a:gd name="connsiteY1-34" fmla="*/ 12686 h 914032"/>
                <a:gd name="connsiteX2-35" fmla="*/ 143301 w 1535373"/>
                <a:gd name="connsiteY2-36" fmla="*/ 286235 h 914032"/>
                <a:gd name="connsiteX3-37" fmla="*/ 0 w 1535373"/>
                <a:gd name="connsiteY3-38" fmla="*/ 470480 h 914032"/>
                <a:gd name="connsiteX4-39" fmla="*/ 600501 w 1535373"/>
                <a:gd name="connsiteY4-40" fmla="*/ 757083 h 914032"/>
                <a:gd name="connsiteX5-41" fmla="*/ 709684 w 1535373"/>
                <a:gd name="connsiteY5-42" fmla="*/ 647901 h 914032"/>
                <a:gd name="connsiteX6-43" fmla="*/ 887104 w 1535373"/>
                <a:gd name="connsiteY6-44" fmla="*/ 695668 h 914032"/>
                <a:gd name="connsiteX7-45" fmla="*/ 1201003 w 1535373"/>
                <a:gd name="connsiteY7-46" fmla="*/ 914032 h 914032"/>
                <a:gd name="connsiteX8-47" fmla="*/ 1535373 w 1535373"/>
                <a:gd name="connsiteY8-48" fmla="*/ 818498 h 914032"/>
                <a:gd name="connsiteX9-49" fmla="*/ 1201003 w 1535373"/>
                <a:gd name="connsiteY9-50" fmla="*/ 682020 h 914032"/>
                <a:gd name="connsiteX10-51" fmla="*/ 1262418 w 1535373"/>
                <a:gd name="connsiteY10-52" fmla="*/ 450008 h 914032"/>
                <a:gd name="connsiteX11-53" fmla="*/ 996287 w 1535373"/>
                <a:gd name="connsiteY11-54" fmla="*/ 340826 h 914032"/>
                <a:gd name="connsiteX12-55" fmla="*/ 921224 w 1535373"/>
                <a:gd name="connsiteY12-56" fmla="*/ 450008 h 914032"/>
                <a:gd name="connsiteX13-57" fmla="*/ 777922 w 1535373"/>
                <a:gd name="connsiteY13-58" fmla="*/ 388593 h 914032"/>
                <a:gd name="connsiteX14-59" fmla="*/ 812042 w 1535373"/>
                <a:gd name="connsiteY14-60" fmla="*/ 204349 h 914032"/>
                <a:gd name="connsiteX0-61" fmla="*/ 812042 w 1535373"/>
                <a:gd name="connsiteY0-62" fmla="*/ 204349 h 914032"/>
                <a:gd name="connsiteX1-63" fmla="*/ 208099 w 1535373"/>
                <a:gd name="connsiteY1-64" fmla="*/ 12686 h 914032"/>
                <a:gd name="connsiteX2-65" fmla="*/ 143301 w 1535373"/>
                <a:gd name="connsiteY2-66" fmla="*/ 286235 h 914032"/>
                <a:gd name="connsiteX3-67" fmla="*/ 0 w 1535373"/>
                <a:gd name="connsiteY3-68" fmla="*/ 470480 h 914032"/>
                <a:gd name="connsiteX4-69" fmla="*/ 600501 w 1535373"/>
                <a:gd name="connsiteY4-70" fmla="*/ 757083 h 914032"/>
                <a:gd name="connsiteX5-71" fmla="*/ 709684 w 1535373"/>
                <a:gd name="connsiteY5-72" fmla="*/ 647901 h 914032"/>
                <a:gd name="connsiteX6-73" fmla="*/ 887104 w 1535373"/>
                <a:gd name="connsiteY6-74" fmla="*/ 695668 h 914032"/>
                <a:gd name="connsiteX7-75" fmla="*/ 1201003 w 1535373"/>
                <a:gd name="connsiteY7-76" fmla="*/ 914032 h 914032"/>
                <a:gd name="connsiteX8-77" fmla="*/ 1535373 w 1535373"/>
                <a:gd name="connsiteY8-78" fmla="*/ 818498 h 914032"/>
                <a:gd name="connsiteX9-79" fmla="*/ 1201003 w 1535373"/>
                <a:gd name="connsiteY9-80" fmla="*/ 682020 h 914032"/>
                <a:gd name="connsiteX10-81" fmla="*/ 1262418 w 1535373"/>
                <a:gd name="connsiteY10-82" fmla="*/ 450008 h 914032"/>
                <a:gd name="connsiteX11-83" fmla="*/ 996287 w 1535373"/>
                <a:gd name="connsiteY11-84" fmla="*/ 340826 h 914032"/>
                <a:gd name="connsiteX12-85" fmla="*/ 921224 w 1535373"/>
                <a:gd name="connsiteY12-86" fmla="*/ 450008 h 914032"/>
                <a:gd name="connsiteX13-87" fmla="*/ 777922 w 1535373"/>
                <a:gd name="connsiteY13-88" fmla="*/ 388593 h 914032"/>
                <a:gd name="connsiteX14-89" fmla="*/ 812042 w 1535373"/>
                <a:gd name="connsiteY14-90" fmla="*/ 204349 h 914032"/>
                <a:gd name="connsiteX0-91" fmla="*/ 812042 w 1535373"/>
                <a:gd name="connsiteY0-92" fmla="*/ 204349 h 914032"/>
                <a:gd name="connsiteX1-93" fmla="*/ 208099 w 1535373"/>
                <a:gd name="connsiteY1-94" fmla="*/ 12686 h 914032"/>
                <a:gd name="connsiteX2-95" fmla="*/ 159203 w 1535373"/>
                <a:gd name="connsiteY2-96" fmla="*/ 306113 h 914032"/>
                <a:gd name="connsiteX3-97" fmla="*/ 0 w 1535373"/>
                <a:gd name="connsiteY3-98" fmla="*/ 470480 h 914032"/>
                <a:gd name="connsiteX4-99" fmla="*/ 600501 w 1535373"/>
                <a:gd name="connsiteY4-100" fmla="*/ 757083 h 914032"/>
                <a:gd name="connsiteX5-101" fmla="*/ 709684 w 1535373"/>
                <a:gd name="connsiteY5-102" fmla="*/ 647901 h 914032"/>
                <a:gd name="connsiteX6-103" fmla="*/ 887104 w 1535373"/>
                <a:gd name="connsiteY6-104" fmla="*/ 695668 h 914032"/>
                <a:gd name="connsiteX7-105" fmla="*/ 1201003 w 1535373"/>
                <a:gd name="connsiteY7-106" fmla="*/ 914032 h 914032"/>
                <a:gd name="connsiteX8-107" fmla="*/ 1535373 w 1535373"/>
                <a:gd name="connsiteY8-108" fmla="*/ 818498 h 914032"/>
                <a:gd name="connsiteX9-109" fmla="*/ 1201003 w 1535373"/>
                <a:gd name="connsiteY9-110" fmla="*/ 682020 h 914032"/>
                <a:gd name="connsiteX10-111" fmla="*/ 1262418 w 1535373"/>
                <a:gd name="connsiteY10-112" fmla="*/ 450008 h 914032"/>
                <a:gd name="connsiteX11-113" fmla="*/ 996287 w 1535373"/>
                <a:gd name="connsiteY11-114" fmla="*/ 340826 h 914032"/>
                <a:gd name="connsiteX12-115" fmla="*/ 921224 w 1535373"/>
                <a:gd name="connsiteY12-116" fmla="*/ 450008 h 914032"/>
                <a:gd name="connsiteX13-117" fmla="*/ 777922 w 1535373"/>
                <a:gd name="connsiteY13-118" fmla="*/ 388593 h 914032"/>
                <a:gd name="connsiteX14-119" fmla="*/ 812042 w 1535373"/>
                <a:gd name="connsiteY14-120" fmla="*/ 204349 h 914032"/>
                <a:gd name="connsiteX0-121" fmla="*/ 788188 w 1511519"/>
                <a:gd name="connsiteY0-122" fmla="*/ 204349 h 914032"/>
                <a:gd name="connsiteX1-123" fmla="*/ 184245 w 1511519"/>
                <a:gd name="connsiteY1-124" fmla="*/ 12686 h 914032"/>
                <a:gd name="connsiteX2-125" fmla="*/ 135349 w 1511519"/>
                <a:gd name="connsiteY2-126" fmla="*/ 306113 h 914032"/>
                <a:gd name="connsiteX3-127" fmla="*/ 0 w 1511519"/>
                <a:gd name="connsiteY3-128" fmla="*/ 518188 h 914032"/>
                <a:gd name="connsiteX4-129" fmla="*/ 576647 w 1511519"/>
                <a:gd name="connsiteY4-130" fmla="*/ 757083 h 914032"/>
                <a:gd name="connsiteX5-131" fmla="*/ 685830 w 1511519"/>
                <a:gd name="connsiteY5-132" fmla="*/ 647901 h 914032"/>
                <a:gd name="connsiteX6-133" fmla="*/ 863250 w 1511519"/>
                <a:gd name="connsiteY6-134" fmla="*/ 695668 h 914032"/>
                <a:gd name="connsiteX7-135" fmla="*/ 1177149 w 1511519"/>
                <a:gd name="connsiteY7-136" fmla="*/ 914032 h 914032"/>
                <a:gd name="connsiteX8-137" fmla="*/ 1511519 w 1511519"/>
                <a:gd name="connsiteY8-138" fmla="*/ 818498 h 914032"/>
                <a:gd name="connsiteX9-139" fmla="*/ 1177149 w 1511519"/>
                <a:gd name="connsiteY9-140" fmla="*/ 682020 h 914032"/>
                <a:gd name="connsiteX10-141" fmla="*/ 1238564 w 1511519"/>
                <a:gd name="connsiteY10-142" fmla="*/ 450008 h 914032"/>
                <a:gd name="connsiteX11-143" fmla="*/ 972433 w 1511519"/>
                <a:gd name="connsiteY11-144" fmla="*/ 340826 h 914032"/>
                <a:gd name="connsiteX12-145" fmla="*/ 897370 w 1511519"/>
                <a:gd name="connsiteY12-146" fmla="*/ 450008 h 914032"/>
                <a:gd name="connsiteX13-147" fmla="*/ 754068 w 1511519"/>
                <a:gd name="connsiteY13-148" fmla="*/ 388593 h 914032"/>
                <a:gd name="connsiteX14-149" fmla="*/ 788188 w 1511519"/>
                <a:gd name="connsiteY14-150" fmla="*/ 204349 h 914032"/>
                <a:gd name="connsiteX0-151" fmla="*/ 802902 w 1526233"/>
                <a:gd name="connsiteY0-152" fmla="*/ 204349 h 914032"/>
                <a:gd name="connsiteX1-153" fmla="*/ 198959 w 1526233"/>
                <a:gd name="connsiteY1-154" fmla="*/ 12686 h 914032"/>
                <a:gd name="connsiteX2-155" fmla="*/ 150063 w 1526233"/>
                <a:gd name="connsiteY2-156" fmla="*/ 306113 h 914032"/>
                <a:gd name="connsiteX3-157" fmla="*/ 14714 w 1526233"/>
                <a:gd name="connsiteY3-158" fmla="*/ 518188 h 914032"/>
                <a:gd name="connsiteX4-159" fmla="*/ 591361 w 1526233"/>
                <a:gd name="connsiteY4-160" fmla="*/ 757083 h 914032"/>
                <a:gd name="connsiteX5-161" fmla="*/ 700544 w 1526233"/>
                <a:gd name="connsiteY5-162" fmla="*/ 647901 h 914032"/>
                <a:gd name="connsiteX6-163" fmla="*/ 877964 w 1526233"/>
                <a:gd name="connsiteY6-164" fmla="*/ 695668 h 914032"/>
                <a:gd name="connsiteX7-165" fmla="*/ 1191863 w 1526233"/>
                <a:gd name="connsiteY7-166" fmla="*/ 914032 h 914032"/>
                <a:gd name="connsiteX8-167" fmla="*/ 1526233 w 1526233"/>
                <a:gd name="connsiteY8-168" fmla="*/ 818498 h 914032"/>
                <a:gd name="connsiteX9-169" fmla="*/ 1191863 w 1526233"/>
                <a:gd name="connsiteY9-170" fmla="*/ 682020 h 914032"/>
                <a:gd name="connsiteX10-171" fmla="*/ 1253278 w 1526233"/>
                <a:gd name="connsiteY10-172" fmla="*/ 450008 h 914032"/>
                <a:gd name="connsiteX11-173" fmla="*/ 987147 w 1526233"/>
                <a:gd name="connsiteY11-174" fmla="*/ 340826 h 914032"/>
                <a:gd name="connsiteX12-175" fmla="*/ 912084 w 1526233"/>
                <a:gd name="connsiteY12-176" fmla="*/ 450008 h 914032"/>
                <a:gd name="connsiteX13-177" fmla="*/ 768782 w 1526233"/>
                <a:gd name="connsiteY13-178" fmla="*/ 388593 h 914032"/>
                <a:gd name="connsiteX14-179" fmla="*/ 802902 w 1526233"/>
                <a:gd name="connsiteY14-180" fmla="*/ 204349 h 914032"/>
                <a:gd name="connsiteX0-181" fmla="*/ 802902 w 1526233"/>
                <a:gd name="connsiteY0-182" fmla="*/ 204349 h 914032"/>
                <a:gd name="connsiteX1-183" fmla="*/ 198959 w 1526233"/>
                <a:gd name="connsiteY1-184" fmla="*/ 12686 h 914032"/>
                <a:gd name="connsiteX2-185" fmla="*/ 150063 w 1526233"/>
                <a:gd name="connsiteY2-186" fmla="*/ 306113 h 914032"/>
                <a:gd name="connsiteX3-187" fmla="*/ 14714 w 1526233"/>
                <a:gd name="connsiteY3-188" fmla="*/ 518188 h 914032"/>
                <a:gd name="connsiteX4-189" fmla="*/ 591361 w 1526233"/>
                <a:gd name="connsiteY4-190" fmla="*/ 757083 h 914032"/>
                <a:gd name="connsiteX5-191" fmla="*/ 700544 w 1526233"/>
                <a:gd name="connsiteY5-192" fmla="*/ 647901 h 914032"/>
                <a:gd name="connsiteX6-193" fmla="*/ 877964 w 1526233"/>
                <a:gd name="connsiteY6-194" fmla="*/ 695668 h 914032"/>
                <a:gd name="connsiteX7-195" fmla="*/ 1191863 w 1526233"/>
                <a:gd name="connsiteY7-196" fmla="*/ 914032 h 914032"/>
                <a:gd name="connsiteX8-197" fmla="*/ 1526233 w 1526233"/>
                <a:gd name="connsiteY8-198" fmla="*/ 818498 h 914032"/>
                <a:gd name="connsiteX9-199" fmla="*/ 1191863 w 1526233"/>
                <a:gd name="connsiteY9-200" fmla="*/ 682020 h 914032"/>
                <a:gd name="connsiteX10-201" fmla="*/ 1253278 w 1526233"/>
                <a:gd name="connsiteY10-202" fmla="*/ 450008 h 914032"/>
                <a:gd name="connsiteX11-203" fmla="*/ 987147 w 1526233"/>
                <a:gd name="connsiteY11-204" fmla="*/ 340826 h 914032"/>
                <a:gd name="connsiteX12-205" fmla="*/ 912084 w 1526233"/>
                <a:gd name="connsiteY12-206" fmla="*/ 450008 h 914032"/>
                <a:gd name="connsiteX13-207" fmla="*/ 768782 w 1526233"/>
                <a:gd name="connsiteY13-208" fmla="*/ 388593 h 914032"/>
                <a:gd name="connsiteX14-209" fmla="*/ 802902 w 1526233"/>
                <a:gd name="connsiteY14-210" fmla="*/ 204349 h 914032"/>
                <a:gd name="connsiteX0-211" fmla="*/ 800209 w 1523540"/>
                <a:gd name="connsiteY0-212" fmla="*/ 204349 h 914032"/>
                <a:gd name="connsiteX1-213" fmla="*/ 196266 w 1523540"/>
                <a:gd name="connsiteY1-214" fmla="*/ 12686 h 914032"/>
                <a:gd name="connsiteX2-215" fmla="*/ 147370 w 1523540"/>
                <a:gd name="connsiteY2-216" fmla="*/ 306113 h 914032"/>
                <a:gd name="connsiteX3-217" fmla="*/ 12021 w 1523540"/>
                <a:gd name="connsiteY3-218" fmla="*/ 518188 h 914032"/>
                <a:gd name="connsiteX4-219" fmla="*/ 588668 w 1523540"/>
                <a:gd name="connsiteY4-220" fmla="*/ 757083 h 914032"/>
                <a:gd name="connsiteX5-221" fmla="*/ 697851 w 1523540"/>
                <a:gd name="connsiteY5-222" fmla="*/ 647901 h 914032"/>
                <a:gd name="connsiteX6-223" fmla="*/ 875271 w 1523540"/>
                <a:gd name="connsiteY6-224" fmla="*/ 695668 h 914032"/>
                <a:gd name="connsiteX7-225" fmla="*/ 1189170 w 1523540"/>
                <a:gd name="connsiteY7-226" fmla="*/ 914032 h 914032"/>
                <a:gd name="connsiteX8-227" fmla="*/ 1523540 w 1523540"/>
                <a:gd name="connsiteY8-228" fmla="*/ 818498 h 914032"/>
                <a:gd name="connsiteX9-229" fmla="*/ 1189170 w 1523540"/>
                <a:gd name="connsiteY9-230" fmla="*/ 682020 h 914032"/>
                <a:gd name="connsiteX10-231" fmla="*/ 1250585 w 1523540"/>
                <a:gd name="connsiteY10-232" fmla="*/ 450008 h 914032"/>
                <a:gd name="connsiteX11-233" fmla="*/ 984454 w 1523540"/>
                <a:gd name="connsiteY11-234" fmla="*/ 340826 h 914032"/>
                <a:gd name="connsiteX12-235" fmla="*/ 909391 w 1523540"/>
                <a:gd name="connsiteY12-236" fmla="*/ 450008 h 914032"/>
                <a:gd name="connsiteX13-237" fmla="*/ 766089 w 1523540"/>
                <a:gd name="connsiteY13-238" fmla="*/ 388593 h 914032"/>
                <a:gd name="connsiteX14-239" fmla="*/ 800209 w 1523540"/>
                <a:gd name="connsiteY14-240" fmla="*/ 204349 h 914032"/>
                <a:gd name="connsiteX0-241" fmla="*/ 800209 w 1523540"/>
                <a:gd name="connsiteY0-242" fmla="*/ 204349 h 914032"/>
                <a:gd name="connsiteX1-243" fmla="*/ 196266 w 1523540"/>
                <a:gd name="connsiteY1-244" fmla="*/ 12686 h 914032"/>
                <a:gd name="connsiteX2-245" fmla="*/ 147370 w 1523540"/>
                <a:gd name="connsiteY2-246" fmla="*/ 306113 h 914032"/>
                <a:gd name="connsiteX3-247" fmla="*/ 12021 w 1523540"/>
                <a:gd name="connsiteY3-248" fmla="*/ 518188 h 914032"/>
                <a:gd name="connsiteX4-249" fmla="*/ 652279 w 1523540"/>
                <a:gd name="connsiteY4-250" fmla="*/ 757083 h 914032"/>
                <a:gd name="connsiteX5-251" fmla="*/ 697851 w 1523540"/>
                <a:gd name="connsiteY5-252" fmla="*/ 647901 h 914032"/>
                <a:gd name="connsiteX6-253" fmla="*/ 875271 w 1523540"/>
                <a:gd name="connsiteY6-254" fmla="*/ 695668 h 914032"/>
                <a:gd name="connsiteX7-255" fmla="*/ 1189170 w 1523540"/>
                <a:gd name="connsiteY7-256" fmla="*/ 914032 h 914032"/>
                <a:gd name="connsiteX8-257" fmla="*/ 1523540 w 1523540"/>
                <a:gd name="connsiteY8-258" fmla="*/ 818498 h 914032"/>
                <a:gd name="connsiteX9-259" fmla="*/ 1189170 w 1523540"/>
                <a:gd name="connsiteY9-260" fmla="*/ 682020 h 914032"/>
                <a:gd name="connsiteX10-261" fmla="*/ 1250585 w 1523540"/>
                <a:gd name="connsiteY10-262" fmla="*/ 450008 h 914032"/>
                <a:gd name="connsiteX11-263" fmla="*/ 984454 w 1523540"/>
                <a:gd name="connsiteY11-264" fmla="*/ 340826 h 914032"/>
                <a:gd name="connsiteX12-265" fmla="*/ 909391 w 1523540"/>
                <a:gd name="connsiteY12-266" fmla="*/ 450008 h 914032"/>
                <a:gd name="connsiteX13-267" fmla="*/ 766089 w 1523540"/>
                <a:gd name="connsiteY13-268" fmla="*/ 388593 h 914032"/>
                <a:gd name="connsiteX14-269" fmla="*/ 800209 w 1523540"/>
                <a:gd name="connsiteY14-270" fmla="*/ 204349 h 914032"/>
                <a:gd name="connsiteX0-271" fmla="*/ 800209 w 1523540"/>
                <a:gd name="connsiteY0-272" fmla="*/ 204349 h 914032"/>
                <a:gd name="connsiteX1-273" fmla="*/ 196266 w 1523540"/>
                <a:gd name="connsiteY1-274" fmla="*/ 12686 h 914032"/>
                <a:gd name="connsiteX2-275" fmla="*/ 147370 w 1523540"/>
                <a:gd name="connsiteY2-276" fmla="*/ 306113 h 914032"/>
                <a:gd name="connsiteX3-277" fmla="*/ 12021 w 1523540"/>
                <a:gd name="connsiteY3-278" fmla="*/ 518188 h 914032"/>
                <a:gd name="connsiteX4-279" fmla="*/ 652279 w 1523540"/>
                <a:gd name="connsiteY4-280" fmla="*/ 757083 h 914032"/>
                <a:gd name="connsiteX5-281" fmla="*/ 697851 w 1523540"/>
                <a:gd name="connsiteY5-282" fmla="*/ 647901 h 914032"/>
                <a:gd name="connsiteX6-283" fmla="*/ 875271 w 1523540"/>
                <a:gd name="connsiteY6-284" fmla="*/ 695668 h 914032"/>
                <a:gd name="connsiteX7-285" fmla="*/ 1189170 w 1523540"/>
                <a:gd name="connsiteY7-286" fmla="*/ 914032 h 914032"/>
                <a:gd name="connsiteX8-287" fmla="*/ 1523540 w 1523540"/>
                <a:gd name="connsiteY8-288" fmla="*/ 818498 h 914032"/>
                <a:gd name="connsiteX9-289" fmla="*/ 1189170 w 1523540"/>
                <a:gd name="connsiteY9-290" fmla="*/ 682020 h 914032"/>
                <a:gd name="connsiteX10-291" fmla="*/ 1250585 w 1523540"/>
                <a:gd name="connsiteY10-292" fmla="*/ 450008 h 914032"/>
                <a:gd name="connsiteX11-293" fmla="*/ 984454 w 1523540"/>
                <a:gd name="connsiteY11-294" fmla="*/ 340826 h 914032"/>
                <a:gd name="connsiteX12-295" fmla="*/ 909391 w 1523540"/>
                <a:gd name="connsiteY12-296" fmla="*/ 450008 h 914032"/>
                <a:gd name="connsiteX13-297" fmla="*/ 766089 w 1523540"/>
                <a:gd name="connsiteY13-298" fmla="*/ 388593 h 914032"/>
                <a:gd name="connsiteX14-299" fmla="*/ 800209 w 1523540"/>
                <a:gd name="connsiteY14-300" fmla="*/ 204349 h 914032"/>
                <a:gd name="connsiteX0-301" fmla="*/ 800209 w 1523540"/>
                <a:gd name="connsiteY0-302" fmla="*/ 204349 h 914032"/>
                <a:gd name="connsiteX1-303" fmla="*/ 196266 w 1523540"/>
                <a:gd name="connsiteY1-304" fmla="*/ 12686 h 914032"/>
                <a:gd name="connsiteX2-305" fmla="*/ 147370 w 1523540"/>
                <a:gd name="connsiteY2-306" fmla="*/ 306113 h 914032"/>
                <a:gd name="connsiteX3-307" fmla="*/ 12021 w 1523540"/>
                <a:gd name="connsiteY3-308" fmla="*/ 518188 h 914032"/>
                <a:gd name="connsiteX4-309" fmla="*/ 652279 w 1523540"/>
                <a:gd name="connsiteY4-310" fmla="*/ 757083 h 914032"/>
                <a:gd name="connsiteX5-311" fmla="*/ 697851 w 1523540"/>
                <a:gd name="connsiteY5-312" fmla="*/ 647901 h 914032"/>
                <a:gd name="connsiteX6-313" fmla="*/ 875271 w 1523540"/>
                <a:gd name="connsiteY6-314" fmla="*/ 695668 h 914032"/>
                <a:gd name="connsiteX7-315" fmla="*/ 1189170 w 1523540"/>
                <a:gd name="connsiteY7-316" fmla="*/ 914032 h 914032"/>
                <a:gd name="connsiteX8-317" fmla="*/ 1523540 w 1523540"/>
                <a:gd name="connsiteY8-318" fmla="*/ 818498 h 914032"/>
                <a:gd name="connsiteX9-319" fmla="*/ 1189170 w 1523540"/>
                <a:gd name="connsiteY9-320" fmla="*/ 682020 h 914032"/>
                <a:gd name="connsiteX10-321" fmla="*/ 1250585 w 1523540"/>
                <a:gd name="connsiteY10-322" fmla="*/ 450008 h 914032"/>
                <a:gd name="connsiteX11-323" fmla="*/ 984454 w 1523540"/>
                <a:gd name="connsiteY11-324" fmla="*/ 340826 h 914032"/>
                <a:gd name="connsiteX12-325" fmla="*/ 909391 w 1523540"/>
                <a:gd name="connsiteY12-326" fmla="*/ 450008 h 914032"/>
                <a:gd name="connsiteX13-327" fmla="*/ 766089 w 1523540"/>
                <a:gd name="connsiteY13-328" fmla="*/ 388593 h 914032"/>
                <a:gd name="connsiteX14-329" fmla="*/ 800209 w 1523540"/>
                <a:gd name="connsiteY14-330" fmla="*/ 204349 h 914032"/>
                <a:gd name="connsiteX0-331" fmla="*/ 800209 w 1523540"/>
                <a:gd name="connsiteY0-332" fmla="*/ 204349 h 914032"/>
                <a:gd name="connsiteX1-333" fmla="*/ 196266 w 1523540"/>
                <a:gd name="connsiteY1-334" fmla="*/ 12686 h 914032"/>
                <a:gd name="connsiteX2-335" fmla="*/ 147370 w 1523540"/>
                <a:gd name="connsiteY2-336" fmla="*/ 306113 h 914032"/>
                <a:gd name="connsiteX3-337" fmla="*/ 12021 w 1523540"/>
                <a:gd name="connsiteY3-338" fmla="*/ 518188 h 914032"/>
                <a:gd name="connsiteX4-339" fmla="*/ 636377 w 1523540"/>
                <a:gd name="connsiteY4-340" fmla="*/ 741181 h 914032"/>
                <a:gd name="connsiteX5-341" fmla="*/ 697851 w 1523540"/>
                <a:gd name="connsiteY5-342" fmla="*/ 647901 h 914032"/>
                <a:gd name="connsiteX6-343" fmla="*/ 875271 w 1523540"/>
                <a:gd name="connsiteY6-344" fmla="*/ 695668 h 914032"/>
                <a:gd name="connsiteX7-345" fmla="*/ 1189170 w 1523540"/>
                <a:gd name="connsiteY7-346" fmla="*/ 914032 h 914032"/>
                <a:gd name="connsiteX8-347" fmla="*/ 1523540 w 1523540"/>
                <a:gd name="connsiteY8-348" fmla="*/ 818498 h 914032"/>
                <a:gd name="connsiteX9-349" fmla="*/ 1189170 w 1523540"/>
                <a:gd name="connsiteY9-350" fmla="*/ 682020 h 914032"/>
                <a:gd name="connsiteX10-351" fmla="*/ 1250585 w 1523540"/>
                <a:gd name="connsiteY10-352" fmla="*/ 450008 h 914032"/>
                <a:gd name="connsiteX11-353" fmla="*/ 984454 w 1523540"/>
                <a:gd name="connsiteY11-354" fmla="*/ 340826 h 914032"/>
                <a:gd name="connsiteX12-355" fmla="*/ 909391 w 1523540"/>
                <a:gd name="connsiteY12-356" fmla="*/ 450008 h 914032"/>
                <a:gd name="connsiteX13-357" fmla="*/ 766089 w 1523540"/>
                <a:gd name="connsiteY13-358" fmla="*/ 388593 h 914032"/>
                <a:gd name="connsiteX14-359" fmla="*/ 800209 w 1523540"/>
                <a:gd name="connsiteY14-360" fmla="*/ 204349 h 914032"/>
                <a:gd name="connsiteX0-361" fmla="*/ 800209 w 1523540"/>
                <a:gd name="connsiteY0-362" fmla="*/ 204349 h 914032"/>
                <a:gd name="connsiteX1-363" fmla="*/ 196266 w 1523540"/>
                <a:gd name="connsiteY1-364" fmla="*/ 12686 h 914032"/>
                <a:gd name="connsiteX2-365" fmla="*/ 147370 w 1523540"/>
                <a:gd name="connsiteY2-366" fmla="*/ 306113 h 914032"/>
                <a:gd name="connsiteX3-367" fmla="*/ 12021 w 1523540"/>
                <a:gd name="connsiteY3-368" fmla="*/ 518188 h 914032"/>
                <a:gd name="connsiteX4-369" fmla="*/ 636377 w 1523540"/>
                <a:gd name="connsiteY4-370" fmla="*/ 741181 h 914032"/>
                <a:gd name="connsiteX5-371" fmla="*/ 697851 w 1523540"/>
                <a:gd name="connsiteY5-372" fmla="*/ 647901 h 914032"/>
                <a:gd name="connsiteX6-373" fmla="*/ 875271 w 1523540"/>
                <a:gd name="connsiteY6-374" fmla="*/ 695668 h 914032"/>
                <a:gd name="connsiteX7-375" fmla="*/ 1189170 w 1523540"/>
                <a:gd name="connsiteY7-376" fmla="*/ 914032 h 914032"/>
                <a:gd name="connsiteX8-377" fmla="*/ 1523540 w 1523540"/>
                <a:gd name="connsiteY8-378" fmla="*/ 818498 h 914032"/>
                <a:gd name="connsiteX9-379" fmla="*/ 1189170 w 1523540"/>
                <a:gd name="connsiteY9-380" fmla="*/ 682020 h 914032"/>
                <a:gd name="connsiteX10-381" fmla="*/ 1250585 w 1523540"/>
                <a:gd name="connsiteY10-382" fmla="*/ 450008 h 914032"/>
                <a:gd name="connsiteX11-383" fmla="*/ 984454 w 1523540"/>
                <a:gd name="connsiteY11-384" fmla="*/ 340826 h 914032"/>
                <a:gd name="connsiteX12-385" fmla="*/ 909391 w 1523540"/>
                <a:gd name="connsiteY12-386" fmla="*/ 450008 h 914032"/>
                <a:gd name="connsiteX13-387" fmla="*/ 766089 w 1523540"/>
                <a:gd name="connsiteY13-388" fmla="*/ 388593 h 914032"/>
                <a:gd name="connsiteX14-389" fmla="*/ 800209 w 1523540"/>
                <a:gd name="connsiteY14-390" fmla="*/ 204349 h 914032"/>
                <a:gd name="connsiteX0-391" fmla="*/ 800209 w 1523540"/>
                <a:gd name="connsiteY0-392" fmla="*/ 204349 h 914032"/>
                <a:gd name="connsiteX1-393" fmla="*/ 196266 w 1523540"/>
                <a:gd name="connsiteY1-394" fmla="*/ 12686 h 914032"/>
                <a:gd name="connsiteX2-395" fmla="*/ 147370 w 1523540"/>
                <a:gd name="connsiteY2-396" fmla="*/ 306113 h 914032"/>
                <a:gd name="connsiteX3-397" fmla="*/ 12021 w 1523540"/>
                <a:gd name="connsiteY3-398" fmla="*/ 518188 h 914032"/>
                <a:gd name="connsiteX4-399" fmla="*/ 636377 w 1523540"/>
                <a:gd name="connsiteY4-400" fmla="*/ 741181 h 914032"/>
                <a:gd name="connsiteX5-401" fmla="*/ 697851 w 1523540"/>
                <a:gd name="connsiteY5-402" fmla="*/ 647901 h 914032"/>
                <a:gd name="connsiteX6-403" fmla="*/ 875271 w 1523540"/>
                <a:gd name="connsiteY6-404" fmla="*/ 695668 h 914032"/>
                <a:gd name="connsiteX7-405" fmla="*/ 1189170 w 1523540"/>
                <a:gd name="connsiteY7-406" fmla="*/ 914032 h 914032"/>
                <a:gd name="connsiteX8-407" fmla="*/ 1523540 w 1523540"/>
                <a:gd name="connsiteY8-408" fmla="*/ 818498 h 914032"/>
                <a:gd name="connsiteX9-409" fmla="*/ 1189170 w 1523540"/>
                <a:gd name="connsiteY9-410" fmla="*/ 682020 h 914032"/>
                <a:gd name="connsiteX10-411" fmla="*/ 1250585 w 1523540"/>
                <a:gd name="connsiteY10-412" fmla="*/ 450008 h 914032"/>
                <a:gd name="connsiteX11-413" fmla="*/ 984454 w 1523540"/>
                <a:gd name="connsiteY11-414" fmla="*/ 340826 h 914032"/>
                <a:gd name="connsiteX12-415" fmla="*/ 909391 w 1523540"/>
                <a:gd name="connsiteY12-416" fmla="*/ 450008 h 914032"/>
                <a:gd name="connsiteX13-417" fmla="*/ 766089 w 1523540"/>
                <a:gd name="connsiteY13-418" fmla="*/ 388593 h 914032"/>
                <a:gd name="connsiteX14-419" fmla="*/ 800209 w 1523540"/>
                <a:gd name="connsiteY14-420" fmla="*/ 204349 h 914032"/>
                <a:gd name="connsiteX0-421" fmla="*/ 800209 w 1523540"/>
                <a:gd name="connsiteY0-422" fmla="*/ 204349 h 914032"/>
                <a:gd name="connsiteX1-423" fmla="*/ 196266 w 1523540"/>
                <a:gd name="connsiteY1-424" fmla="*/ 12686 h 914032"/>
                <a:gd name="connsiteX2-425" fmla="*/ 147370 w 1523540"/>
                <a:gd name="connsiteY2-426" fmla="*/ 306113 h 914032"/>
                <a:gd name="connsiteX3-427" fmla="*/ 12021 w 1523540"/>
                <a:gd name="connsiteY3-428" fmla="*/ 518188 h 914032"/>
                <a:gd name="connsiteX4-429" fmla="*/ 636377 w 1523540"/>
                <a:gd name="connsiteY4-430" fmla="*/ 741181 h 914032"/>
                <a:gd name="connsiteX5-431" fmla="*/ 697851 w 1523540"/>
                <a:gd name="connsiteY5-432" fmla="*/ 647901 h 914032"/>
                <a:gd name="connsiteX6-433" fmla="*/ 875271 w 1523540"/>
                <a:gd name="connsiteY6-434" fmla="*/ 695668 h 914032"/>
                <a:gd name="connsiteX7-435" fmla="*/ 1189170 w 1523540"/>
                <a:gd name="connsiteY7-436" fmla="*/ 914032 h 914032"/>
                <a:gd name="connsiteX8-437" fmla="*/ 1523540 w 1523540"/>
                <a:gd name="connsiteY8-438" fmla="*/ 818498 h 914032"/>
                <a:gd name="connsiteX9-439" fmla="*/ 1189170 w 1523540"/>
                <a:gd name="connsiteY9-440" fmla="*/ 682020 h 914032"/>
                <a:gd name="connsiteX10-441" fmla="*/ 1250585 w 1523540"/>
                <a:gd name="connsiteY10-442" fmla="*/ 450008 h 914032"/>
                <a:gd name="connsiteX11-443" fmla="*/ 984454 w 1523540"/>
                <a:gd name="connsiteY11-444" fmla="*/ 340826 h 914032"/>
                <a:gd name="connsiteX12-445" fmla="*/ 909391 w 1523540"/>
                <a:gd name="connsiteY12-446" fmla="*/ 450008 h 914032"/>
                <a:gd name="connsiteX13-447" fmla="*/ 766089 w 1523540"/>
                <a:gd name="connsiteY13-448" fmla="*/ 388593 h 914032"/>
                <a:gd name="connsiteX14-449" fmla="*/ 800209 w 1523540"/>
                <a:gd name="connsiteY14-450" fmla="*/ 204349 h 914032"/>
                <a:gd name="connsiteX0-451" fmla="*/ 800209 w 1523540"/>
                <a:gd name="connsiteY0-452" fmla="*/ 204349 h 914032"/>
                <a:gd name="connsiteX1-453" fmla="*/ 196266 w 1523540"/>
                <a:gd name="connsiteY1-454" fmla="*/ 12686 h 914032"/>
                <a:gd name="connsiteX2-455" fmla="*/ 147370 w 1523540"/>
                <a:gd name="connsiteY2-456" fmla="*/ 306113 h 914032"/>
                <a:gd name="connsiteX3-457" fmla="*/ 12021 w 1523540"/>
                <a:gd name="connsiteY3-458" fmla="*/ 518188 h 914032"/>
                <a:gd name="connsiteX4-459" fmla="*/ 636377 w 1523540"/>
                <a:gd name="connsiteY4-460" fmla="*/ 741181 h 914032"/>
                <a:gd name="connsiteX5-461" fmla="*/ 697851 w 1523540"/>
                <a:gd name="connsiteY5-462" fmla="*/ 647901 h 914032"/>
                <a:gd name="connsiteX6-463" fmla="*/ 875271 w 1523540"/>
                <a:gd name="connsiteY6-464" fmla="*/ 695668 h 914032"/>
                <a:gd name="connsiteX7-465" fmla="*/ 1189170 w 1523540"/>
                <a:gd name="connsiteY7-466" fmla="*/ 914032 h 914032"/>
                <a:gd name="connsiteX8-467" fmla="*/ 1523540 w 1523540"/>
                <a:gd name="connsiteY8-468" fmla="*/ 818498 h 914032"/>
                <a:gd name="connsiteX9-469" fmla="*/ 1189170 w 1523540"/>
                <a:gd name="connsiteY9-470" fmla="*/ 682020 h 914032"/>
                <a:gd name="connsiteX10-471" fmla="*/ 1250585 w 1523540"/>
                <a:gd name="connsiteY10-472" fmla="*/ 450008 h 914032"/>
                <a:gd name="connsiteX11-473" fmla="*/ 984454 w 1523540"/>
                <a:gd name="connsiteY11-474" fmla="*/ 340826 h 914032"/>
                <a:gd name="connsiteX12-475" fmla="*/ 909391 w 1523540"/>
                <a:gd name="connsiteY12-476" fmla="*/ 450008 h 914032"/>
                <a:gd name="connsiteX13-477" fmla="*/ 766089 w 1523540"/>
                <a:gd name="connsiteY13-478" fmla="*/ 388593 h 914032"/>
                <a:gd name="connsiteX14-479" fmla="*/ 800209 w 1523540"/>
                <a:gd name="connsiteY14-480" fmla="*/ 204349 h 914032"/>
                <a:gd name="connsiteX0-481" fmla="*/ 800209 w 1523540"/>
                <a:gd name="connsiteY0-482" fmla="*/ 204349 h 914032"/>
                <a:gd name="connsiteX1-483" fmla="*/ 196266 w 1523540"/>
                <a:gd name="connsiteY1-484" fmla="*/ 12686 h 914032"/>
                <a:gd name="connsiteX2-485" fmla="*/ 147370 w 1523540"/>
                <a:gd name="connsiteY2-486" fmla="*/ 306113 h 914032"/>
                <a:gd name="connsiteX3-487" fmla="*/ 12021 w 1523540"/>
                <a:gd name="connsiteY3-488" fmla="*/ 518188 h 914032"/>
                <a:gd name="connsiteX4-489" fmla="*/ 636377 w 1523540"/>
                <a:gd name="connsiteY4-490" fmla="*/ 741181 h 914032"/>
                <a:gd name="connsiteX5-491" fmla="*/ 697851 w 1523540"/>
                <a:gd name="connsiteY5-492" fmla="*/ 647901 h 914032"/>
                <a:gd name="connsiteX6-493" fmla="*/ 875271 w 1523540"/>
                <a:gd name="connsiteY6-494" fmla="*/ 695668 h 914032"/>
                <a:gd name="connsiteX7-495" fmla="*/ 1189170 w 1523540"/>
                <a:gd name="connsiteY7-496" fmla="*/ 914032 h 914032"/>
                <a:gd name="connsiteX8-497" fmla="*/ 1523540 w 1523540"/>
                <a:gd name="connsiteY8-498" fmla="*/ 818498 h 914032"/>
                <a:gd name="connsiteX9-499" fmla="*/ 1189170 w 1523540"/>
                <a:gd name="connsiteY9-500" fmla="*/ 682020 h 914032"/>
                <a:gd name="connsiteX10-501" fmla="*/ 1250585 w 1523540"/>
                <a:gd name="connsiteY10-502" fmla="*/ 450008 h 914032"/>
                <a:gd name="connsiteX11-503" fmla="*/ 984454 w 1523540"/>
                <a:gd name="connsiteY11-504" fmla="*/ 340826 h 914032"/>
                <a:gd name="connsiteX12-505" fmla="*/ 909391 w 1523540"/>
                <a:gd name="connsiteY12-506" fmla="*/ 450008 h 914032"/>
                <a:gd name="connsiteX13-507" fmla="*/ 766089 w 1523540"/>
                <a:gd name="connsiteY13-508" fmla="*/ 388593 h 914032"/>
                <a:gd name="connsiteX14-509" fmla="*/ 800209 w 1523540"/>
                <a:gd name="connsiteY14-510" fmla="*/ 204349 h 914032"/>
                <a:gd name="connsiteX0-511" fmla="*/ 800209 w 1523540"/>
                <a:gd name="connsiteY0-512" fmla="*/ 204349 h 914032"/>
                <a:gd name="connsiteX1-513" fmla="*/ 196266 w 1523540"/>
                <a:gd name="connsiteY1-514" fmla="*/ 12686 h 914032"/>
                <a:gd name="connsiteX2-515" fmla="*/ 147370 w 1523540"/>
                <a:gd name="connsiteY2-516" fmla="*/ 306113 h 914032"/>
                <a:gd name="connsiteX3-517" fmla="*/ 12021 w 1523540"/>
                <a:gd name="connsiteY3-518" fmla="*/ 518188 h 914032"/>
                <a:gd name="connsiteX4-519" fmla="*/ 636377 w 1523540"/>
                <a:gd name="connsiteY4-520" fmla="*/ 741181 h 914032"/>
                <a:gd name="connsiteX5-521" fmla="*/ 705803 w 1523540"/>
                <a:gd name="connsiteY5-522" fmla="*/ 624047 h 914032"/>
                <a:gd name="connsiteX6-523" fmla="*/ 875271 w 1523540"/>
                <a:gd name="connsiteY6-524" fmla="*/ 695668 h 914032"/>
                <a:gd name="connsiteX7-525" fmla="*/ 1189170 w 1523540"/>
                <a:gd name="connsiteY7-526" fmla="*/ 914032 h 914032"/>
                <a:gd name="connsiteX8-527" fmla="*/ 1523540 w 1523540"/>
                <a:gd name="connsiteY8-528" fmla="*/ 818498 h 914032"/>
                <a:gd name="connsiteX9-529" fmla="*/ 1189170 w 1523540"/>
                <a:gd name="connsiteY9-530" fmla="*/ 682020 h 914032"/>
                <a:gd name="connsiteX10-531" fmla="*/ 1250585 w 1523540"/>
                <a:gd name="connsiteY10-532" fmla="*/ 450008 h 914032"/>
                <a:gd name="connsiteX11-533" fmla="*/ 984454 w 1523540"/>
                <a:gd name="connsiteY11-534" fmla="*/ 340826 h 914032"/>
                <a:gd name="connsiteX12-535" fmla="*/ 909391 w 1523540"/>
                <a:gd name="connsiteY12-536" fmla="*/ 450008 h 914032"/>
                <a:gd name="connsiteX13-537" fmla="*/ 766089 w 1523540"/>
                <a:gd name="connsiteY13-538" fmla="*/ 388593 h 914032"/>
                <a:gd name="connsiteX14-539" fmla="*/ 800209 w 1523540"/>
                <a:gd name="connsiteY14-540" fmla="*/ 204349 h 914032"/>
                <a:gd name="connsiteX0-541" fmla="*/ 800209 w 1523540"/>
                <a:gd name="connsiteY0-542" fmla="*/ 204349 h 914032"/>
                <a:gd name="connsiteX1-543" fmla="*/ 196266 w 1523540"/>
                <a:gd name="connsiteY1-544" fmla="*/ 12686 h 914032"/>
                <a:gd name="connsiteX2-545" fmla="*/ 147370 w 1523540"/>
                <a:gd name="connsiteY2-546" fmla="*/ 306113 h 914032"/>
                <a:gd name="connsiteX3-547" fmla="*/ 12021 w 1523540"/>
                <a:gd name="connsiteY3-548" fmla="*/ 518188 h 914032"/>
                <a:gd name="connsiteX4-549" fmla="*/ 636377 w 1523540"/>
                <a:gd name="connsiteY4-550" fmla="*/ 741181 h 914032"/>
                <a:gd name="connsiteX5-551" fmla="*/ 705803 w 1523540"/>
                <a:gd name="connsiteY5-552" fmla="*/ 624047 h 914032"/>
                <a:gd name="connsiteX6-553" fmla="*/ 875271 w 1523540"/>
                <a:gd name="connsiteY6-554" fmla="*/ 695668 h 914032"/>
                <a:gd name="connsiteX7-555" fmla="*/ 1189170 w 1523540"/>
                <a:gd name="connsiteY7-556" fmla="*/ 914032 h 914032"/>
                <a:gd name="connsiteX8-557" fmla="*/ 1523540 w 1523540"/>
                <a:gd name="connsiteY8-558" fmla="*/ 818498 h 914032"/>
                <a:gd name="connsiteX9-559" fmla="*/ 1189170 w 1523540"/>
                <a:gd name="connsiteY9-560" fmla="*/ 682020 h 914032"/>
                <a:gd name="connsiteX10-561" fmla="*/ 1250585 w 1523540"/>
                <a:gd name="connsiteY10-562" fmla="*/ 450008 h 914032"/>
                <a:gd name="connsiteX11-563" fmla="*/ 984454 w 1523540"/>
                <a:gd name="connsiteY11-564" fmla="*/ 340826 h 914032"/>
                <a:gd name="connsiteX12-565" fmla="*/ 909391 w 1523540"/>
                <a:gd name="connsiteY12-566" fmla="*/ 450008 h 914032"/>
                <a:gd name="connsiteX13-567" fmla="*/ 766089 w 1523540"/>
                <a:gd name="connsiteY13-568" fmla="*/ 388593 h 914032"/>
                <a:gd name="connsiteX14-569" fmla="*/ 800209 w 1523540"/>
                <a:gd name="connsiteY14-570" fmla="*/ 204349 h 914032"/>
                <a:gd name="connsiteX0-571" fmla="*/ 800209 w 1523540"/>
                <a:gd name="connsiteY0-572" fmla="*/ 204349 h 914032"/>
                <a:gd name="connsiteX1-573" fmla="*/ 196266 w 1523540"/>
                <a:gd name="connsiteY1-574" fmla="*/ 12686 h 914032"/>
                <a:gd name="connsiteX2-575" fmla="*/ 147370 w 1523540"/>
                <a:gd name="connsiteY2-576" fmla="*/ 306113 h 914032"/>
                <a:gd name="connsiteX3-577" fmla="*/ 12021 w 1523540"/>
                <a:gd name="connsiteY3-578" fmla="*/ 518188 h 914032"/>
                <a:gd name="connsiteX4-579" fmla="*/ 636377 w 1523540"/>
                <a:gd name="connsiteY4-580" fmla="*/ 741181 h 914032"/>
                <a:gd name="connsiteX5-581" fmla="*/ 705803 w 1523540"/>
                <a:gd name="connsiteY5-582" fmla="*/ 624047 h 914032"/>
                <a:gd name="connsiteX6-583" fmla="*/ 859369 w 1523540"/>
                <a:gd name="connsiteY6-584" fmla="*/ 679765 h 914032"/>
                <a:gd name="connsiteX7-585" fmla="*/ 1189170 w 1523540"/>
                <a:gd name="connsiteY7-586" fmla="*/ 914032 h 914032"/>
                <a:gd name="connsiteX8-587" fmla="*/ 1523540 w 1523540"/>
                <a:gd name="connsiteY8-588" fmla="*/ 818498 h 914032"/>
                <a:gd name="connsiteX9-589" fmla="*/ 1189170 w 1523540"/>
                <a:gd name="connsiteY9-590" fmla="*/ 682020 h 914032"/>
                <a:gd name="connsiteX10-591" fmla="*/ 1250585 w 1523540"/>
                <a:gd name="connsiteY10-592" fmla="*/ 450008 h 914032"/>
                <a:gd name="connsiteX11-593" fmla="*/ 984454 w 1523540"/>
                <a:gd name="connsiteY11-594" fmla="*/ 340826 h 914032"/>
                <a:gd name="connsiteX12-595" fmla="*/ 909391 w 1523540"/>
                <a:gd name="connsiteY12-596" fmla="*/ 450008 h 914032"/>
                <a:gd name="connsiteX13-597" fmla="*/ 766089 w 1523540"/>
                <a:gd name="connsiteY13-598" fmla="*/ 388593 h 914032"/>
                <a:gd name="connsiteX14-599" fmla="*/ 800209 w 1523540"/>
                <a:gd name="connsiteY14-600" fmla="*/ 204349 h 914032"/>
                <a:gd name="connsiteX0-601" fmla="*/ 800209 w 1523540"/>
                <a:gd name="connsiteY0-602" fmla="*/ 204349 h 914032"/>
                <a:gd name="connsiteX1-603" fmla="*/ 196266 w 1523540"/>
                <a:gd name="connsiteY1-604" fmla="*/ 12686 h 914032"/>
                <a:gd name="connsiteX2-605" fmla="*/ 147370 w 1523540"/>
                <a:gd name="connsiteY2-606" fmla="*/ 306113 h 914032"/>
                <a:gd name="connsiteX3-607" fmla="*/ 12021 w 1523540"/>
                <a:gd name="connsiteY3-608" fmla="*/ 518188 h 914032"/>
                <a:gd name="connsiteX4-609" fmla="*/ 636377 w 1523540"/>
                <a:gd name="connsiteY4-610" fmla="*/ 741181 h 914032"/>
                <a:gd name="connsiteX5-611" fmla="*/ 705803 w 1523540"/>
                <a:gd name="connsiteY5-612" fmla="*/ 624047 h 914032"/>
                <a:gd name="connsiteX6-613" fmla="*/ 859369 w 1523540"/>
                <a:gd name="connsiteY6-614" fmla="*/ 679765 h 914032"/>
                <a:gd name="connsiteX7-615" fmla="*/ 1189170 w 1523540"/>
                <a:gd name="connsiteY7-616" fmla="*/ 914032 h 914032"/>
                <a:gd name="connsiteX8-617" fmla="*/ 1523540 w 1523540"/>
                <a:gd name="connsiteY8-618" fmla="*/ 818498 h 914032"/>
                <a:gd name="connsiteX9-619" fmla="*/ 1189170 w 1523540"/>
                <a:gd name="connsiteY9-620" fmla="*/ 682020 h 914032"/>
                <a:gd name="connsiteX10-621" fmla="*/ 1250585 w 1523540"/>
                <a:gd name="connsiteY10-622" fmla="*/ 450008 h 914032"/>
                <a:gd name="connsiteX11-623" fmla="*/ 984454 w 1523540"/>
                <a:gd name="connsiteY11-624" fmla="*/ 340826 h 914032"/>
                <a:gd name="connsiteX12-625" fmla="*/ 909391 w 1523540"/>
                <a:gd name="connsiteY12-626" fmla="*/ 450008 h 914032"/>
                <a:gd name="connsiteX13-627" fmla="*/ 766089 w 1523540"/>
                <a:gd name="connsiteY13-628" fmla="*/ 388593 h 914032"/>
                <a:gd name="connsiteX14-629" fmla="*/ 800209 w 1523540"/>
                <a:gd name="connsiteY14-630" fmla="*/ 204349 h 914032"/>
                <a:gd name="connsiteX0-631" fmla="*/ 800209 w 1523540"/>
                <a:gd name="connsiteY0-632" fmla="*/ 204349 h 914032"/>
                <a:gd name="connsiteX1-633" fmla="*/ 196266 w 1523540"/>
                <a:gd name="connsiteY1-634" fmla="*/ 12686 h 914032"/>
                <a:gd name="connsiteX2-635" fmla="*/ 147370 w 1523540"/>
                <a:gd name="connsiteY2-636" fmla="*/ 306113 h 914032"/>
                <a:gd name="connsiteX3-637" fmla="*/ 12021 w 1523540"/>
                <a:gd name="connsiteY3-638" fmla="*/ 518188 h 914032"/>
                <a:gd name="connsiteX4-639" fmla="*/ 636377 w 1523540"/>
                <a:gd name="connsiteY4-640" fmla="*/ 741181 h 914032"/>
                <a:gd name="connsiteX5-641" fmla="*/ 705803 w 1523540"/>
                <a:gd name="connsiteY5-642" fmla="*/ 624047 h 914032"/>
                <a:gd name="connsiteX6-643" fmla="*/ 859369 w 1523540"/>
                <a:gd name="connsiteY6-644" fmla="*/ 679765 h 914032"/>
                <a:gd name="connsiteX7-645" fmla="*/ 1189170 w 1523540"/>
                <a:gd name="connsiteY7-646" fmla="*/ 914032 h 914032"/>
                <a:gd name="connsiteX8-647" fmla="*/ 1523540 w 1523540"/>
                <a:gd name="connsiteY8-648" fmla="*/ 818498 h 914032"/>
                <a:gd name="connsiteX9-649" fmla="*/ 1189170 w 1523540"/>
                <a:gd name="connsiteY9-650" fmla="*/ 682020 h 914032"/>
                <a:gd name="connsiteX10-651" fmla="*/ 1250585 w 1523540"/>
                <a:gd name="connsiteY10-652" fmla="*/ 450008 h 914032"/>
                <a:gd name="connsiteX11-653" fmla="*/ 984454 w 1523540"/>
                <a:gd name="connsiteY11-654" fmla="*/ 340826 h 914032"/>
                <a:gd name="connsiteX12-655" fmla="*/ 909391 w 1523540"/>
                <a:gd name="connsiteY12-656" fmla="*/ 450008 h 914032"/>
                <a:gd name="connsiteX13-657" fmla="*/ 766089 w 1523540"/>
                <a:gd name="connsiteY13-658" fmla="*/ 388593 h 914032"/>
                <a:gd name="connsiteX14-659" fmla="*/ 800209 w 1523540"/>
                <a:gd name="connsiteY14-660" fmla="*/ 204349 h 914032"/>
                <a:gd name="connsiteX0-661" fmla="*/ 800209 w 1523540"/>
                <a:gd name="connsiteY0-662" fmla="*/ 204349 h 982628"/>
                <a:gd name="connsiteX1-663" fmla="*/ 196266 w 1523540"/>
                <a:gd name="connsiteY1-664" fmla="*/ 12686 h 982628"/>
                <a:gd name="connsiteX2-665" fmla="*/ 147370 w 1523540"/>
                <a:gd name="connsiteY2-666" fmla="*/ 306113 h 982628"/>
                <a:gd name="connsiteX3-667" fmla="*/ 12021 w 1523540"/>
                <a:gd name="connsiteY3-668" fmla="*/ 518188 h 982628"/>
                <a:gd name="connsiteX4-669" fmla="*/ 636377 w 1523540"/>
                <a:gd name="connsiteY4-670" fmla="*/ 741181 h 982628"/>
                <a:gd name="connsiteX5-671" fmla="*/ 705803 w 1523540"/>
                <a:gd name="connsiteY5-672" fmla="*/ 624047 h 982628"/>
                <a:gd name="connsiteX6-673" fmla="*/ 859369 w 1523540"/>
                <a:gd name="connsiteY6-674" fmla="*/ 679765 h 982628"/>
                <a:gd name="connsiteX7-675" fmla="*/ 1189170 w 1523540"/>
                <a:gd name="connsiteY7-676" fmla="*/ 914032 h 982628"/>
                <a:gd name="connsiteX8-677" fmla="*/ 1523540 w 1523540"/>
                <a:gd name="connsiteY8-678" fmla="*/ 818498 h 982628"/>
                <a:gd name="connsiteX9-679" fmla="*/ 1189170 w 1523540"/>
                <a:gd name="connsiteY9-680" fmla="*/ 682020 h 982628"/>
                <a:gd name="connsiteX10-681" fmla="*/ 1250585 w 1523540"/>
                <a:gd name="connsiteY10-682" fmla="*/ 450008 h 982628"/>
                <a:gd name="connsiteX11-683" fmla="*/ 984454 w 1523540"/>
                <a:gd name="connsiteY11-684" fmla="*/ 340826 h 982628"/>
                <a:gd name="connsiteX12-685" fmla="*/ 909391 w 1523540"/>
                <a:gd name="connsiteY12-686" fmla="*/ 450008 h 982628"/>
                <a:gd name="connsiteX13-687" fmla="*/ 766089 w 1523540"/>
                <a:gd name="connsiteY13-688" fmla="*/ 388593 h 982628"/>
                <a:gd name="connsiteX14-689" fmla="*/ 800209 w 1523540"/>
                <a:gd name="connsiteY14-690" fmla="*/ 204349 h 982628"/>
                <a:gd name="connsiteX0-691" fmla="*/ 800209 w 1554538"/>
                <a:gd name="connsiteY0-692" fmla="*/ 204349 h 982009"/>
                <a:gd name="connsiteX1-693" fmla="*/ 196266 w 1554538"/>
                <a:gd name="connsiteY1-694" fmla="*/ 12686 h 982009"/>
                <a:gd name="connsiteX2-695" fmla="*/ 147370 w 1554538"/>
                <a:gd name="connsiteY2-696" fmla="*/ 306113 h 982009"/>
                <a:gd name="connsiteX3-697" fmla="*/ 12021 w 1554538"/>
                <a:gd name="connsiteY3-698" fmla="*/ 518188 h 982009"/>
                <a:gd name="connsiteX4-699" fmla="*/ 636377 w 1554538"/>
                <a:gd name="connsiteY4-700" fmla="*/ 741181 h 982009"/>
                <a:gd name="connsiteX5-701" fmla="*/ 705803 w 1554538"/>
                <a:gd name="connsiteY5-702" fmla="*/ 624047 h 982009"/>
                <a:gd name="connsiteX6-703" fmla="*/ 859369 w 1554538"/>
                <a:gd name="connsiteY6-704" fmla="*/ 679765 h 982009"/>
                <a:gd name="connsiteX7-705" fmla="*/ 1189170 w 1554538"/>
                <a:gd name="connsiteY7-706" fmla="*/ 914032 h 982009"/>
                <a:gd name="connsiteX8-707" fmla="*/ 1523540 w 1554538"/>
                <a:gd name="connsiteY8-708" fmla="*/ 818498 h 982009"/>
                <a:gd name="connsiteX9-709" fmla="*/ 1189170 w 1554538"/>
                <a:gd name="connsiteY9-710" fmla="*/ 682020 h 982009"/>
                <a:gd name="connsiteX10-711" fmla="*/ 1250585 w 1554538"/>
                <a:gd name="connsiteY10-712" fmla="*/ 450008 h 982009"/>
                <a:gd name="connsiteX11-713" fmla="*/ 984454 w 1554538"/>
                <a:gd name="connsiteY11-714" fmla="*/ 340826 h 982009"/>
                <a:gd name="connsiteX12-715" fmla="*/ 909391 w 1554538"/>
                <a:gd name="connsiteY12-716" fmla="*/ 450008 h 982009"/>
                <a:gd name="connsiteX13-717" fmla="*/ 766089 w 1554538"/>
                <a:gd name="connsiteY13-718" fmla="*/ 388593 h 982009"/>
                <a:gd name="connsiteX14-719" fmla="*/ 800209 w 1554538"/>
                <a:gd name="connsiteY14-720" fmla="*/ 204349 h 982009"/>
                <a:gd name="connsiteX0-721" fmla="*/ 800209 w 1554538"/>
                <a:gd name="connsiteY0-722" fmla="*/ 204349 h 982009"/>
                <a:gd name="connsiteX1-723" fmla="*/ 196266 w 1554538"/>
                <a:gd name="connsiteY1-724" fmla="*/ 12686 h 982009"/>
                <a:gd name="connsiteX2-725" fmla="*/ 147370 w 1554538"/>
                <a:gd name="connsiteY2-726" fmla="*/ 306113 h 982009"/>
                <a:gd name="connsiteX3-727" fmla="*/ 12021 w 1554538"/>
                <a:gd name="connsiteY3-728" fmla="*/ 518188 h 982009"/>
                <a:gd name="connsiteX4-729" fmla="*/ 636377 w 1554538"/>
                <a:gd name="connsiteY4-730" fmla="*/ 741181 h 982009"/>
                <a:gd name="connsiteX5-731" fmla="*/ 705803 w 1554538"/>
                <a:gd name="connsiteY5-732" fmla="*/ 624047 h 982009"/>
                <a:gd name="connsiteX6-733" fmla="*/ 859369 w 1554538"/>
                <a:gd name="connsiteY6-734" fmla="*/ 679765 h 982009"/>
                <a:gd name="connsiteX7-735" fmla="*/ 1189170 w 1554538"/>
                <a:gd name="connsiteY7-736" fmla="*/ 914032 h 982009"/>
                <a:gd name="connsiteX8-737" fmla="*/ 1523540 w 1554538"/>
                <a:gd name="connsiteY8-738" fmla="*/ 818498 h 982009"/>
                <a:gd name="connsiteX9-739" fmla="*/ 1189170 w 1554538"/>
                <a:gd name="connsiteY9-740" fmla="*/ 682020 h 982009"/>
                <a:gd name="connsiteX10-741" fmla="*/ 1250585 w 1554538"/>
                <a:gd name="connsiteY10-742" fmla="*/ 450008 h 982009"/>
                <a:gd name="connsiteX11-743" fmla="*/ 984454 w 1554538"/>
                <a:gd name="connsiteY11-744" fmla="*/ 340826 h 982009"/>
                <a:gd name="connsiteX12-745" fmla="*/ 909391 w 1554538"/>
                <a:gd name="connsiteY12-746" fmla="*/ 450008 h 982009"/>
                <a:gd name="connsiteX13-747" fmla="*/ 766089 w 1554538"/>
                <a:gd name="connsiteY13-748" fmla="*/ 388593 h 982009"/>
                <a:gd name="connsiteX14-749" fmla="*/ 800209 w 1554538"/>
                <a:gd name="connsiteY14-750" fmla="*/ 204349 h 982009"/>
                <a:gd name="connsiteX0-751" fmla="*/ 800209 w 1554538"/>
                <a:gd name="connsiteY0-752" fmla="*/ 204349 h 982009"/>
                <a:gd name="connsiteX1-753" fmla="*/ 196266 w 1554538"/>
                <a:gd name="connsiteY1-754" fmla="*/ 12686 h 982009"/>
                <a:gd name="connsiteX2-755" fmla="*/ 147370 w 1554538"/>
                <a:gd name="connsiteY2-756" fmla="*/ 306113 h 982009"/>
                <a:gd name="connsiteX3-757" fmla="*/ 12021 w 1554538"/>
                <a:gd name="connsiteY3-758" fmla="*/ 518188 h 982009"/>
                <a:gd name="connsiteX4-759" fmla="*/ 636377 w 1554538"/>
                <a:gd name="connsiteY4-760" fmla="*/ 741181 h 982009"/>
                <a:gd name="connsiteX5-761" fmla="*/ 705803 w 1554538"/>
                <a:gd name="connsiteY5-762" fmla="*/ 624047 h 982009"/>
                <a:gd name="connsiteX6-763" fmla="*/ 859369 w 1554538"/>
                <a:gd name="connsiteY6-764" fmla="*/ 679765 h 982009"/>
                <a:gd name="connsiteX7-765" fmla="*/ 1189170 w 1554538"/>
                <a:gd name="connsiteY7-766" fmla="*/ 914032 h 982009"/>
                <a:gd name="connsiteX8-767" fmla="*/ 1523540 w 1554538"/>
                <a:gd name="connsiteY8-768" fmla="*/ 818498 h 982009"/>
                <a:gd name="connsiteX9-769" fmla="*/ 1173267 w 1554538"/>
                <a:gd name="connsiteY9-770" fmla="*/ 634312 h 982009"/>
                <a:gd name="connsiteX10-771" fmla="*/ 1250585 w 1554538"/>
                <a:gd name="connsiteY10-772" fmla="*/ 450008 h 982009"/>
                <a:gd name="connsiteX11-773" fmla="*/ 984454 w 1554538"/>
                <a:gd name="connsiteY11-774" fmla="*/ 340826 h 982009"/>
                <a:gd name="connsiteX12-775" fmla="*/ 909391 w 1554538"/>
                <a:gd name="connsiteY12-776" fmla="*/ 450008 h 982009"/>
                <a:gd name="connsiteX13-777" fmla="*/ 766089 w 1554538"/>
                <a:gd name="connsiteY13-778" fmla="*/ 388593 h 982009"/>
                <a:gd name="connsiteX14-779" fmla="*/ 800209 w 1554538"/>
                <a:gd name="connsiteY14-780" fmla="*/ 204349 h 982009"/>
                <a:gd name="connsiteX0-781" fmla="*/ 800209 w 1554538"/>
                <a:gd name="connsiteY0-782" fmla="*/ 204349 h 982009"/>
                <a:gd name="connsiteX1-783" fmla="*/ 196266 w 1554538"/>
                <a:gd name="connsiteY1-784" fmla="*/ 12686 h 982009"/>
                <a:gd name="connsiteX2-785" fmla="*/ 147370 w 1554538"/>
                <a:gd name="connsiteY2-786" fmla="*/ 306113 h 982009"/>
                <a:gd name="connsiteX3-787" fmla="*/ 12021 w 1554538"/>
                <a:gd name="connsiteY3-788" fmla="*/ 518188 h 982009"/>
                <a:gd name="connsiteX4-789" fmla="*/ 636377 w 1554538"/>
                <a:gd name="connsiteY4-790" fmla="*/ 741181 h 982009"/>
                <a:gd name="connsiteX5-791" fmla="*/ 705803 w 1554538"/>
                <a:gd name="connsiteY5-792" fmla="*/ 624047 h 982009"/>
                <a:gd name="connsiteX6-793" fmla="*/ 859369 w 1554538"/>
                <a:gd name="connsiteY6-794" fmla="*/ 679765 h 982009"/>
                <a:gd name="connsiteX7-795" fmla="*/ 1189170 w 1554538"/>
                <a:gd name="connsiteY7-796" fmla="*/ 914032 h 982009"/>
                <a:gd name="connsiteX8-797" fmla="*/ 1523540 w 1554538"/>
                <a:gd name="connsiteY8-798" fmla="*/ 818498 h 982009"/>
                <a:gd name="connsiteX9-799" fmla="*/ 1173267 w 1554538"/>
                <a:gd name="connsiteY9-800" fmla="*/ 634312 h 982009"/>
                <a:gd name="connsiteX10-801" fmla="*/ 1250585 w 1554538"/>
                <a:gd name="connsiteY10-802" fmla="*/ 450008 h 982009"/>
                <a:gd name="connsiteX11-803" fmla="*/ 984454 w 1554538"/>
                <a:gd name="connsiteY11-804" fmla="*/ 340826 h 982009"/>
                <a:gd name="connsiteX12-805" fmla="*/ 909391 w 1554538"/>
                <a:gd name="connsiteY12-806" fmla="*/ 450008 h 982009"/>
                <a:gd name="connsiteX13-807" fmla="*/ 766089 w 1554538"/>
                <a:gd name="connsiteY13-808" fmla="*/ 388593 h 982009"/>
                <a:gd name="connsiteX14-809" fmla="*/ 800209 w 1554538"/>
                <a:gd name="connsiteY14-810" fmla="*/ 204349 h 982009"/>
                <a:gd name="connsiteX0-811" fmla="*/ 800209 w 1542543"/>
                <a:gd name="connsiteY0-812" fmla="*/ 204349 h 976908"/>
                <a:gd name="connsiteX1-813" fmla="*/ 196266 w 1542543"/>
                <a:gd name="connsiteY1-814" fmla="*/ 12686 h 976908"/>
                <a:gd name="connsiteX2-815" fmla="*/ 147370 w 1542543"/>
                <a:gd name="connsiteY2-816" fmla="*/ 306113 h 976908"/>
                <a:gd name="connsiteX3-817" fmla="*/ 12021 w 1542543"/>
                <a:gd name="connsiteY3-818" fmla="*/ 518188 h 976908"/>
                <a:gd name="connsiteX4-819" fmla="*/ 636377 w 1542543"/>
                <a:gd name="connsiteY4-820" fmla="*/ 741181 h 976908"/>
                <a:gd name="connsiteX5-821" fmla="*/ 705803 w 1542543"/>
                <a:gd name="connsiteY5-822" fmla="*/ 624047 h 976908"/>
                <a:gd name="connsiteX6-823" fmla="*/ 859369 w 1542543"/>
                <a:gd name="connsiteY6-824" fmla="*/ 679765 h 976908"/>
                <a:gd name="connsiteX7-825" fmla="*/ 1189170 w 1542543"/>
                <a:gd name="connsiteY7-826" fmla="*/ 914032 h 976908"/>
                <a:gd name="connsiteX8-827" fmla="*/ 1507637 w 1542543"/>
                <a:gd name="connsiteY8-828" fmla="*/ 786693 h 976908"/>
                <a:gd name="connsiteX9-829" fmla="*/ 1173267 w 1542543"/>
                <a:gd name="connsiteY9-830" fmla="*/ 634312 h 976908"/>
                <a:gd name="connsiteX10-831" fmla="*/ 1250585 w 1542543"/>
                <a:gd name="connsiteY10-832" fmla="*/ 450008 h 976908"/>
                <a:gd name="connsiteX11-833" fmla="*/ 984454 w 1542543"/>
                <a:gd name="connsiteY11-834" fmla="*/ 340826 h 976908"/>
                <a:gd name="connsiteX12-835" fmla="*/ 909391 w 1542543"/>
                <a:gd name="connsiteY12-836" fmla="*/ 450008 h 976908"/>
                <a:gd name="connsiteX13-837" fmla="*/ 766089 w 1542543"/>
                <a:gd name="connsiteY13-838" fmla="*/ 388593 h 976908"/>
                <a:gd name="connsiteX14-839" fmla="*/ 800209 w 1542543"/>
                <a:gd name="connsiteY14-840" fmla="*/ 204349 h 976908"/>
                <a:gd name="connsiteX0-841" fmla="*/ 800209 w 1542543"/>
                <a:gd name="connsiteY0-842" fmla="*/ 204349 h 976908"/>
                <a:gd name="connsiteX1-843" fmla="*/ 196266 w 1542543"/>
                <a:gd name="connsiteY1-844" fmla="*/ 12686 h 976908"/>
                <a:gd name="connsiteX2-845" fmla="*/ 147370 w 1542543"/>
                <a:gd name="connsiteY2-846" fmla="*/ 306113 h 976908"/>
                <a:gd name="connsiteX3-847" fmla="*/ 12021 w 1542543"/>
                <a:gd name="connsiteY3-848" fmla="*/ 518188 h 976908"/>
                <a:gd name="connsiteX4-849" fmla="*/ 636377 w 1542543"/>
                <a:gd name="connsiteY4-850" fmla="*/ 741181 h 976908"/>
                <a:gd name="connsiteX5-851" fmla="*/ 705803 w 1542543"/>
                <a:gd name="connsiteY5-852" fmla="*/ 624047 h 976908"/>
                <a:gd name="connsiteX6-853" fmla="*/ 859369 w 1542543"/>
                <a:gd name="connsiteY6-854" fmla="*/ 679765 h 976908"/>
                <a:gd name="connsiteX7-855" fmla="*/ 1189170 w 1542543"/>
                <a:gd name="connsiteY7-856" fmla="*/ 914032 h 976908"/>
                <a:gd name="connsiteX8-857" fmla="*/ 1507637 w 1542543"/>
                <a:gd name="connsiteY8-858" fmla="*/ 786693 h 976908"/>
                <a:gd name="connsiteX9-859" fmla="*/ 1173267 w 1542543"/>
                <a:gd name="connsiteY9-860" fmla="*/ 634312 h 976908"/>
                <a:gd name="connsiteX10-861" fmla="*/ 1250585 w 1542543"/>
                <a:gd name="connsiteY10-862" fmla="*/ 450008 h 976908"/>
                <a:gd name="connsiteX11-863" fmla="*/ 984454 w 1542543"/>
                <a:gd name="connsiteY11-864" fmla="*/ 340826 h 976908"/>
                <a:gd name="connsiteX12-865" fmla="*/ 909391 w 1542543"/>
                <a:gd name="connsiteY12-866" fmla="*/ 450008 h 976908"/>
                <a:gd name="connsiteX13-867" fmla="*/ 766089 w 1542543"/>
                <a:gd name="connsiteY13-868" fmla="*/ 388593 h 976908"/>
                <a:gd name="connsiteX14-869" fmla="*/ 800209 w 1542543"/>
                <a:gd name="connsiteY14-870" fmla="*/ 204349 h 976908"/>
                <a:gd name="connsiteX0-871" fmla="*/ 800209 w 1522966"/>
                <a:gd name="connsiteY0-872" fmla="*/ 204349 h 975249"/>
                <a:gd name="connsiteX1-873" fmla="*/ 196266 w 1522966"/>
                <a:gd name="connsiteY1-874" fmla="*/ 12686 h 975249"/>
                <a:gd name="connsiteX2-875" fmla="*/ 147370 w 1522966"/>
                <a:gd name="connsiteY2-876" fmla="*/ 306113 h 975249"/>
                <a:gd name="connsiteX3-877" fmla="*/ 12021 w 1522966"/>
                <a:gd name="connsiteY3-878" fmla="*/ 518188 h 975249"/>
                <a:gd name="connsiteX4-879" fmla="*/ 636377 w 1522966"/>
                <a:gd name="connsiteY4-880" fmla="*/ 741181 h 975249"/>
                <a:gd name="connsiteX5-881" fmla="*/ 705803 w 1522966"/>
                <a:gd name="connsiteY5-882" fmla="*/ 624047 h 975249"/>
                <a:gd name="connsiteX6-883" fmla="*/ 859369 w 1522966"/>
                <a:gd name="connsiteY6-884" fmla="*/ 679765 h 975249"/>
                <a:gd name="connsiteX7-885" fmla="*/ 1189170 w 1522966"/>
                <a:gd name="connsiteY7-886" fmla="*/ 914032 h 975249"/>
                <a:gd name="connsiteX8-887" fmla="*/ 1507637 w 1522966"/>
                <a:gd name="connsiteY8-888" fmla="*/ 786693 h 975249"/>
                <a:gd name="connsiteX9-889" fmla="*/ 1173267 w 1522966"/>
                <a:gd name="connsiteY9-890" fmla="*/ 634312 h 975249"/>
                <a:gd name="connsiteX10-891" fmla="*/ 1250585 w 1522966"/>
                <a:gd name="connsiteY10-892" fmla="*/ 450008 h 975249"/>
                <a:gd name="connsiteX11-893" fmla="*/ 984454 w 1522966"/>
                <a:gd name="connsiteY11-894" fmla="*/ 340826 h 975249"/>
                <a:gd name="connsiteX12-895" fmla="*/ 909391 w 1522966"/>
                <a:gd name="connsiteY12-896" fmla="*/ 450008 h 975249"/>
                <a:gd name="connsiteX13-897" fmla="*/ 766089 w 1522966"/>
                <a:gd name="connsiteY13-898" fmla="*/ 388593 h 975249"/>
                <a:gd name="connsiteX14-899" fmla="*/ 800209 w 1522966"/>
                <a:gd name="connsiteY14-900" fmla="*/ 204349 h 975249"/>
                <a:gd name="connsiteX0-901" fmla="*/ 800209 w 1538655"/>
                <a:gd name="connsiteY0-902" fmla="*/ 204349 h 976321"/>
                <a:gd name="connsiteX1-903" fmla="*/ 196266 w 1538655"/>
                <a:gd name="connsiteY1-904" fmla="*/ 12686 h 976321"/>
                <a:gd name="connsiteX2-905" fmla="*/ 147370 w 1538655"/>
                <a:gd name="connsiteY2-906" fmla="*/ 306113 h 976321"/>
                <a:gd name="connsiteX3-907" fmla="*/ 12021 w 1538655"/>
                <a:gd name="connsiteY3-908" fmla="*/ 518188 h 976321"/>
                <a:gd name="connsiteX4-909" fmla="*/ 636377 w 1538655"/>
                <a:gd name="connsiteY4-910" fmla="*/ 741181 h 976321"/>
                <a:gd name="connsiteX5-911" fmla="*/ 705803 w 1538655"/>
                <a:gd name="connsiteY5-912" fmla="*/ 624047 h 976321"/>
                <a:gd name="connsiteX6-913" fmla="*/ 859369 w 1538655"/>
                <a:gd name="connsiteY6-914" fmla="*/ 679765 h 976321"/>
                <a:gd name="connsiteX7-915" fmla="*/ 1189170 w 1538655"/>
                <a:gd name="connsiteY7-916" fmla="*/ 914032 h 976321"/>
                <a:gd name="connsiteX8-917" fmla="*/ 1507637 w 1538655"/>
                <a:gd name="connsiteY8-918" fmla="*/ 786693 h 976321"/>
                <a:gd name="connsiteX9-919" fmla="*/ 1173267 w 1538655"/>
                <a:gd name="connsiteY9-920" fmla="*/ 634312 h 976321"/>
                <a:gd name="connsiteX10-921" fmla="*/ 1250585 w 1538655"/>
                <a:gd name="connsiteY10-922" fmla="*/ 450008 h 976321"/>
                <a:gd name="connsiteX11-923" fmla="*/ 984454 w 1538655"/>
                <a:gd name="connsiteY11-924" fmla="*/ 340826 h 976321"/>
                <a:gd name="connsiteX12-925" fmla="*/ 909391 w 1538655"/>
                <a:gd name="connsiteY12-926" fmla="*/ 450008 h 976321"/>
                <a:gd name="connsiteX13-927" fmla="*/ 766089 w 1538655"/>
                <a:gd name="connsiteY13-928" fmla="*/ 388593 h 976321"/>
                <a:gd name="connsiteX14-929" fmla="*/ 800209 w 1538655"/>
                <a:gd name="connsiteY14-930" fmla="*/ 204349 h 976321"/>
                <a:gd name="connsiteX0-931" fmla="*/ 800209 w 1556774"/>
                <a:gd name="connsiteY0-932" fmla="*/ 204349 h 981339"/>
                <a:gd name="connsiteX1-933" fmla="*/ 196266 w 1556774"/>
                <a:gd name="connsiteY1-934" fmla="*/ 12686 h 981339"/>
                <a:gd name="connsiteX2-935" fmla="*/ 147370 w 1556774"/>
                <a:gd name="connsiteY2-936" fmla="*/ 306113 h 981339"/>
                <a:gd name="connsiteX3-937" fmla="*/ 12021 w 1556774"/>
                <a:gd name="connsiteY3-938" fmla="*/ 518188 h 981339"/>
                <a:gd name="connsiteX4-939" fmla="*/ 636377 w 1556774"/>
                <a:gd name="connsiteY4-940" fmla="*/ 741181 h 981339"/>
                <a:gd name="connsiteX5-941" fmla="*/ 705803 w 1556774"/>
                <a:gd name="connsiteY5-942" fmla="*/ 624047 h 981339"/>
                <a:gd name="connsiteX6-943" fmla="*/ 859369 w 1556774"/>
                <a:gd name="connsiteY6-944" fmla="*/ 679765 h 981339"/>
                <a:gd name="connsiteX7-945" fmla="*/ 1189170 w 1556774"/>
                <a:gd name="connsiteY7-946" fmla="*/ 914032 h 981339"/>
                <a:gd name="connsiteX8-947" fmla="*/ 1507637 w 1556774"/>
                <a:gd name="connsiteY8-948" fmla="*/ 786693 h 981339"/>
                <a:gd name="connsiteX9-949" fmla="*/ 1173267 w 1556774"/>
                <a:gd name="connsiteY9-950" fmla="*/ 634312 h 981339"/>
                <a:gd name="connsiteX10-951" fmla="*/ 1250585 w 1556774"/>
                <a:gd name="connsiteY10-952" fmla="*/ 450008 h 981339"/>
                <a:gd name="connsiteX11-953" fmla="*/ 984454 w 1556774"/>
                <a:gd name="connsiteY11-954" fmla="*/ 340826 h 981339"/>
                <a:gd name="connsiteX12-955" fmla="*/ 909391 w 1556774"/>
                <a:gd name="connsiteY12-956" fmla="*/ 450008 h 981339"/>
                <a:gd name="connsiteX13-957" fmla="*/ 766089 w 1556774"/>
                <a:gd name="connsiteY13-958" fmla="*/ 388593 h 981339"/>
                <a:gd name="connsiteX14-959" fmla="*/ 800209 w 1556774"/>
                <a:gd name="connsiteY14-960" fmla="*/ 204349 h 981339"/>
                <a:gd name="connsiteX0-961" fmla="*/ 800209 w 1556774"/>
                <a:gd name="connsiteY0-962" fmla="*/ 204349 h 981339"/>
                <a:gd name="connsiteX1-963" fmla="*/ 196266 w 1556774"/>
                <a:gd name="connsiteY1-964" fmla="*/ 12686 h 981339"/>
                <a:gd name="connsiteX2-965" fmla="*/ 147370 w 1556774"/>
                <a:gd name="connsiteY2-966" fmla="*/ 306113 h 981339"/>
                <a:gd name="connsiteX3-967" fmla="*/ 12021 w 1556774"/>
                <a:gd name="connsiteY3-968" fmla="*/ 518188 h 981339"/>
                <a:gd name="connsiteX4-969" fmla="*/ 636377 w 1556774"/>
                <a:gd name="connsiteY4-970" fmla="*/ 741181 h 981339"/>
                <a:gd name="connsiteX5-971" fmla="*/ 705803 w 1556774"/>
                <a:gd name="connsiteY5-972" fmla="*/ 624047 h 981339"/>
                <a:gd name="connsiteX6-973" fmla="*/ 859369 w 1556774"/>
                <a:gd name="connsiteY6-974" fmla="*/ 679765 h 981339"/>
                <a:gd name="connsiteX7-975" fmla="*/ 1189170 w 1556774"/>
                <a:gd name="connsiteY7-976" fmla="*/ 914032 h 981339"/>
                <a:gd name="connsiteX8-977" fmla="*/ 1507637 w 1556774"/>
                <a:gd name="connsiteY8-978" fmla="*/ 786693 h 981339"/>
                <a:gd name="connsiteX9-979" fmla="*/ 1173267 w 1556774"/>
                <a:gd name="connsiteY9-980" fmla="*/ 634312 h 981339"/>
                <a:gd name="connsiteX10-981" fmla="*/ 1250585 w 1556774"/>
                <a:gd name="connsiteY10-982" fmla="*/ 450008 h 981339"/>
                <a:gd name="connsiteX11-983" fmla="*/ 984454 w 1556774"/>
                <a:gd name="connsiteY11-984" fmla="*/ 340826 h 981339"/>
                <a:gd name="connsiteX12-985" fmla="*/ 909391 w 1556774"/>
                <a:gd name="connsiteY12-986" fmla="*/ 450008 h 981339"/>
                <a:gd name="connsiteX13-987" fmla="*/ 766089 w 1556774"/>
                <a:gd name="connsiteY13-988" fmla="*/ 388593 h 981339"/>
                <a:gd name="connsiteX14-989" fmla="*/ 800209 w 1556774"/>
                <a:gd name="connsiteY14-990" fmla="*/ 204349 h 981339"/>
                <a:gd name="connsiteX0-991" fmla="*/ 800209 w 1556774"/>
                <a:gd name="connsiteY0-992" fmla="*/ 204349 h 981339"/>
                <a:gd name="connsiteX1-993" fmla="*/ 196266 w 1556774"/>
                <a:gd name="connsiteY1-994" fmla="*/ 12686 h 981339"/>
                <a:gd name="connsiteX2-995" fmla="*/ 147370 w 1556774"/>
                <a:gd name="connsiteY2-996" fmla="*/ 306113 h 981339"/>
                <a:gd name="connsiteX3-997" fmla="*/ 12021 w 1556774"/>
                <a:gd name="connsiteY3-998" fmla="*/ 518188 h 981339"/>
                <a:gd name="connsiteX4-999" fmla="*/ 636377 w 1556774"/>
                <a:gd name="connsiteY4-1000" fmla="*/ 741181 h 981339"/>
                <a:gd name="connsiteX5-1001" fmla="*/ 705803 w 1556774"/>
                <a:gd name="connsiteY5-1002" fmla="*/ 624047 h 981339"/>
                <a:gd name="connsiteX6-1003" fmla="*/ 859369 w 1556774"/>
                <a:gd name="connsiteY6-1004" fmla="*/ 679765 h 981339"/>
                <a:gd name="connsiteX7-1005" fmla="*/ 1189170 w 1556774"/>
                <a:gd name="connsiteY7-1006" fmla="*/ 914032 h 981339"/>
                <a:gd name="connsiteX8-1007" fmla="*/ 1507637 w 1556774"/>
                <a:gd name="connsiteY8-1008" fmla="*/ 786693 h 981339"/>
                <a:gd name="connsiteX9-1009" fmla="*/ 1173267 w 1556774"/>
                <a:gd name="connsiteY9-1010" fmla="*/ 634312 h 981339"/>
                <a:gd name="connsiteX10-1011" fmla="*/ 1250585 w 1556774"/>
                <a:gd name="connsiteY10-1012" fmla="*/ 450008 h 981339"/>
                <a:gd name="connsiteX11-1013" fmla="*/ 984454 w 1556774"/>
                <a:gd name="connsiteY11-1014" fmla="*/ 340826 h 981339"/>
                <a:gd name="connsiteX12-1015" fmla="*/ 909391 w 1556774"/>
                <a:gd name="connsiteY12-1016" fmla="*/ 450008 h 981339"/>
                <a:gd name="connsiteX13-1017" fmla="*/ 766089 w 1556774"/>
                <a:gd name="connsiteY13-1018" fmla="*/ 388593 h 981339"/>
                <a:gd name="connsiteX14-1019" fmla="*/ 800209 w 1556774"/>
                <a:gd name="connsiteY14-1020" fmla="*/ 204349 h 981339"/>
                <a:gd name="connsiteX0-1021" fmla="*/ 800209 w 1556774"/>
                <a:gd name="connsiteY0-1022" fmla="*/ 204349 h 981339"/>
                <a:gd name="connsiteX1-1023" fmla="*/ 196266 w 1556774"/>
                <a:gd name="connsiteY1-1024" fmla="*/ 12686 h 981339"/>
                <a:gd name="connsiteX2-1025" fmla="*/ 147370 w 1556774"/>
                <a:gd name="connsiteY2-1026" fmla="*/ 306113 h 981339"/>
                <a:gd name="connsiteX3-1027" fmla="*/ 12021 w 1556774"/>
                <a:gd name="connsiteY3-1028" fmla="*/ 518188 h 981339"/>
                <a:gd name="connsiteX4-1029" fmla="*/ 636377 w 1556774"/>
                <a:gd name="connsiteY4-1030" fmla="*/ 741181 h 981339"/>
                <a:gd name="connsiteX5-1031" fmla="*/ 705803 w 1556774"/>
                <a:gd name="connsiteY5-1032" fmla="*/ 624047 h 981339"/>
                <a:gd name="connsiteX6-1033" fmla="*/ 859369 w 1556774"/>
                <a:gd name="connsiteY6-1034" fmla="*/ 679765 h 981339"/>
                <a:gd name="connsiteX7-1035" fmla="*/ 1189170 w 1556774"/>
                <a:gd name="connsiteY7-1036" fmla="*/ 914032 h 981339"/>
                <a:gd name="connsiteX8-1037" fmla="*/ 1507637 w 1556774"/>
                <a:gd name="connsiteY8-1038" fmla="*/ 786693 h 981339"/>
                <a:gd name="connsiteX9-1039" fmla="*/ 1173267 w 1556774"/>
                <a:gd name="connsiteY9-1040" fmla="*/ 634312 h 981339"/>
                <a:gd name="connsiteX10-1041" fmla="*/ 1250585 w 1556774"/>
                <a:gd name="connsiteY10-1042" fmla="*/ 450008 h 981339"/>
                <a:gd name="connsiteX11-1043" fmla="*/ 984454 w 1556774"/>
                <a:gd name="connsiteY11-1044" fmla="*/ 340826 h 981339"/>
                <a:gd name="connsiteX12-1045" fmla="*/ 909391 w 1556774"/>
                <a:gd name="connsiteY12-1046" fmla="*/ 450008 h 981339"/>
                <a:gd name="connsiteX13-1047" fmla="*/ 766089 w 1556774"/>
                <a:gd name="connsiteY13-1048" fmla="*/ 388593 h 981339"/>
                <a:gd name="connsiteX14-1049" fmla="*/ 800209 w 1556774"/>
                <a:gd name="connsiteY14-1050" fmla="*/ 204349 h 981339"/>
                <a:gd name="connsiteX0-1051" fmla="*/ 800209 w 1556774"/>
                <a:gd name="connsiteY0-1052" fmla="*/ 204349 h 981339"/>
                <a:gd name="connsiteX1-1053" fmla="*/ 196266 w 1556774"/>
                <a:gd name="connsiteY1-1054" fmla="*/ 12686 h 981339"/>
                <a:gd name="connsiteX2-1055" fmla="*/ 147370 w 1556774"/>
                <a:gd name="connsiteY2-1056" fmla="*/ 306113 h 981339"/>
                <a:gd name="connsiteX3-1057" fmla="*/ 12021 w 1556774"/>
                <a:gd name="connsiteY3-1058" fmla="*/ 518188 h 981339"/>
                <a:gd name="connsiteX4-1059" fmla="*/ 636377 w 1556774"/>
                <a:gd name="connsiteY4-1060" fmla="*/ 741181 h 981339"/>
                <a:gd name="connsiteX5-1061" fmla="*/ 705803 w 1556774"/>
                <a:gd name="connsiteY5-1062" fmla="*/ 624047 h 981339"/>
                <a:gd name="connsiteX6-1063" fmla="*/ 859369 w 1556774"/>
                <a:gd name="connsiteY6-1064" fmla="*/ 679765 h 981339"/>
                <a:gd name="connsiteX7-1065" fmla="*/ 1189170 w 1556774"/>
                <a:gd name="connsiteY7-1066" fmla="*/ 914032 h 981339"/>
                <a:gd name="connsiteX8-1067" fmla="*/ 1507637 w 1556774"/>
                <a:gd name="connsiteY8-1068" fmla="*/ 786693 h 981339"/>
                <a:gd name="connsiteX9-1069" fmla="*/ 1173267 w 1556774"/>
                <a:gd name="connsiteY9-1070" fmla="*/ 634312 h 981339"/>
                <a:gd name="connsiteX10-1071" fmla="*/ 1250585 w 1556774"/>
                <a:gd name="connsiteY10-1072" fmla="*/ 450008 h 981339"/>
                <a:gd name="connsiteX11-1073" fmla="*/ 964576 w 1556774"/>
                <a:gd name="connsiteY11-1074" fmla="*/ 344802 h 981339"/>
                <a:gd name="connsiteX12-1075" fmla="*/ 909391 w 1556774"/>
                <a:gd name="connsiteY12-1076" fmla="*/ 450008 h 981339"/>
                <a:gd name="connsiteX13-1077" fmla="*/ 766089 w 1556774"/>
                <a:gd name="connsiteY13-1078" fmla="*/ 388593 h 981339"/>
                <a:gd name="connsiteX14-1079" fmla="*/ 800209 w 1556774"/>
                <a:gd name="connsiteY14-1080" fmla="*/ 204349 h 981339"/>
                <a:gd name="connsiteX0-1081" fmla="*/ 800209 w 1556774"/>
                <a:gd name="connsiteY0-1082" fmla="*/ 204349 h 981339"/>
                <a:gd name="connsiteX1-1083" fmla="*/ 196266 w 1556774"/>
                <a:gd name="connsiteY1-1084" fmla="*/ 12686 h 981339"/>
                <a:gd name="connsiteX2-1085" fmla="*/ 147370 w 1556774"/>
                <a:gd name="connsiteY2-1086" fmla="*/ 306113 h 981339"/>
                <a:gd name="connsiteX3-1087" fmla="*/ 12021 w 1556774"/>
                <a:gd name="connsiteY3-1088" fmla="*/ 518188 h 981339"/>
                <a:gd name="connsiteX4-1089" fmla="*/ 636377 w 1556774"/>
                <a:gd name="connsiteY4-1090" fmla="*/ 741181 h 981339"/>
                <a:gd name="connsiteX5-1091" fmla="*/ 705803 w 1556774"/>
                <a:gd name="connsiteY5-1092" fmla="*/ 624047 h 981339"/>
                <a:gd name="connsiteX6-1093" fmla="*/ 859369 w 1556774"/>
                <a:gd name="connsiteY6-1094" fmla="*/ 679765 h 981339"/>
                <a:gd name="connsiteX7-1095" fmla="*/ 1189170 w 1556774"/>
                <a:gd name="connsiteY7-1096" fmla="*/ 914032 h 981339"/>
                <a:gd name="connsiteX8-1097" fmla="*/ 1507637 w 1556774"/>
                <a:gd name="connsiteY8-1098" fmla="*/ 786693 h 981339"/>
                <a:gd name="connsiteX9-1099" fmla="*/ 1173267 w 1556774"/>
                <a:gd name="connsiteY9-1100" fmla="*/ 634312 h 981339"/>
                <a:gd name="connsiteX10-1101" fmla="*/ 1250585 w 1556774"/>
                <a:gd name="connsiteY10-1102" fmla="*/ 450008 h 981339"/>
                <a:gd name="connsiteX11-1103" fmla="*/ 964576 w 1556774"/>
                <a:gd name="connsiteY11-1104" fmla="*/ 344802 h 981339"/>
                <a:gd name="connsiteX12-1105" fmla="*/ 909391 w 1556774"/>
                <a:gd name="connsiteY12-1106" fmla="*/ 450008 h 981339"/>
                <a:gd name="connsiteX13-1107" fmla="*/ 766089 w 1556774"/>
                <a:gd name="connsiteY13-1108" fmla="*/ 388593 h 981339"/>
                <a:gd name="connsiteX14-1109" fmla="*/ 800209 w 1556774"/>
                <a:gd name="connsiteY14-1110" fmla="*/ 204349 h 981339"/>
                <a:gd name="connsiteX0-1111" fmla="*/ 800209 w 1556774"/>
                <a:gd name="connsiteY0-1112" fmla="*/ 204349 h 981339"/>
                <a:gd name="connsiteX1-1113" fmla="*/ 196266 w 1556774"/>
                <a:gd name="connsiteY1-1114" fmla="*/ 12686 h 981339"/>
                <a:gd name="connsiteX2-1115" fmla="*/ 147370 w 1556774"/>
                <a:gd name="connsiteY2-1116" fmla="*/ 306113 h 981339"/>
                <a:gd name="connsiteX3-1117" fmla="*/ 12021 w 1556774"/>
                <a:gd name="connsiteY3-1118" fmla="*/ 518188 h 981339"/>
                <a:gd name="connsiteX4-1119" fmla="*/ 636377 w 1556774"/>
                <a:gd name="connsiteY4-1120" fmla="*/ 741181 h 981339"/>
                <a:gd name="connsiteX5-1121" fmla="*/ 705803 w 1556774"/>
                <a:gd name="connsiteY5-1122" fmla="*/ 624047 h 981339"/>
                <a:gd name="connsiteX6-1123" fmla="*/ 859369 w 1556774"/>
                <a:gd name="connsiteY6-1124" fmla="*/ 679765 h 981339"/>
                <a:gd name="connsiteX7-1125" fmla="*/ 1189170 w 1556774"/>
                <a:gd name="connsiteY7-1126" fmla="*/ 914032 h 981339"/>
                <a:gd name="connsiteX8-1127" fmla="*/ 1507637 w 1556774"/>
                <a:gd name="connsiteY8-1128" fmla="*/ 786693 h 981339"/>
                <a:gd name="connsiteX9-1129" fmla="*/ 1173267 w 1556774"/>
                <a:gd name="connsiteY9-1130" fmla="*/ 634312 h 981339"/>
                <a:gd name="connsiteX10-1131" fmla="*/ 1250585 w 1556774"/>
                <a:gd name="connsiteY10-1132" fmla="*/ 450008 h 981339"/>
                <a:gd name="connsiteX11-1133" fmla="*/ 964576 w 1556774"/>
                <a:gd name="connsiteY11-1134" fmla="*/ 344802 h 981339"/>
                <a:gd name="connsiteX12-1135" fmla="*/ 909391 w 1556774"/>
                <a:gd name="connsiteY12-1136" fmla="*/ 450008 h 981339"/>
                <a:gd name="connsiteX13-1137" fmla="*/ 766089 w 1556774"/>
                <a:gd name="connsiteY13-1138" fmla="*/ 388593 h 981339"/>
                <a:gd name="connsiteX14-1139" fmla="*/ 800209 w 1556774"/>
                <a:gd name="connsiteY14-1140" fmla="*/ 204349 h 981339"/>
                <a:gd name="connsiteX0-1141" fmla="*/ 800209 w 1556774"/>
                <a:gd name="connsiteY0-1142" fmla="*/ 204349 h 981339"/>
                <a:gd name="connsiteX1-1143" fmla="*/ 196266 w 1556774"/>
                <a:gd name="connsiteY1-1144" fmla="*/ 12686 h 981339"/>
                <a:gd name="connsiteX2-1145" fmla="*/ 147370 w 1556774"/>
                <a:gd name="connsiteY2-1146" fmla="*/ 306113 h 981339"/>
                <a:gd name="connsiteX3-1147" fmla="*/ 12021 w 1556774"/>
                <a:gd name="connsiteY3-1148" fmla="*/ 518188 h 981339"/>
                <a:gd name="connsiteX4-1149" fmla="*/ 636377 w 1556774"/>
                <a:gd name="connsiteY4-1150" fmla="*/ 741181 h 981339"/>
                <a:gd name="connsiteX5-1151" fmla="*/ 705803 w 1556774"/>
                <a:gd name="connsiteY5-1152" fmla="*/ 624047 h 981339"/>
                <a:gd name="connsiteX6-1153" fmla="*/ 859369 w 1556774"/>
                <a:gd name="connsiteY6-1154" fmla="*/ 679765 h 981339"/>
                <a:gd name="connsiteX7-1155" fmla="*/ 1189170 w 1556774"/>
                <a:gd name="connsiteY7-1156" fmla="*/ 914032 h 981339"/>
                <a:gd name="connsiteX8-1157" fmla="*/ 1507637 w 1556774"/>
                <a:gd name="connsiteY8-1158" fmla="*/ 786693 h 981339"/>
                <a:gd name="connsiteX9-1159" fmla="*/ 1173267 w 1556774"/>
                <a:gd name="connsiteY9-1160" fmla="*/ 634312 h 981339"/>
                <a:gd name="connsiteX10-1161" fmla="*/ 1250585 w 1556774"/>
                <a:gd name="connsiteY10-1162" fmla="*/ 450008 h 981339"/>
                <a:gd name="connsiteX11-1163" fmla="*/ 964576 w 1556774"/>
                <a:gd name="connsiteY11-1164" fmla="*/ 344802 h 981339"/>
                <a:gd name="connsiteX12-1165" fmla="*/ 909391 w 1556774"/>
                <a:gd name="connsiteY12-1166" fmla="*/ 450008 h 981339"/>
                <a:gd name="connsiteX13-1167" fmla="*/ 766089 w 1556774"/>
                <a:gd name="connsiteY13-1168" fmla="*/ 388593 h 981339"/>
                <a:gd name="connsiteX14-1169" fmla="*/ 800209 w 1556774"/>
                <a:gd name="connsiteY14-1170" fmla="*/ 204349 h 981339"/>
                <a:gd name="connsiteX0-1171" fmla="*/ 800209 w 1556774"/>
                <a:gd name="connsiteY0-1172" fmla="*/ 204349 h 981339"/>
                <a:gd name="connsiteX1-1173" fmla="*/ 196266 w 1556774"/>
                <a:gd name="connsiteY1-1174" fmla="*/ 12686 h 981339"/>
                <a:gd name="connsiteX2-1175" fmla="*/ 147370 w 1556774"/>
                <a:gd name="connsiteY2-1176" fmla="*/ 306113 h 981339"/>
                <a:gd name="connsiteX3-1177" fmla="*/ 12021 w 1556774"/>
                <a:gd name="connsiteY3-1178" fmla="*/ 518188 h 981339"/>
                <a:gd name="connsiteX4-1179" fmla="*/ 636377 w 1556774"/>
                <a:gd name="connsiteY4-1180" fmla="*/ 741181 h 981339"/>
                <a:gd name="connsiteX5-1181" fmla="*/ 705803 w 1556774"/>
                <a:gd name="connsiteY5-1182" fmla="*/ 624047 h 981339"/>
                <a:gd name="connsiteX6-1183" fmla="*/ 859369 w 1556774"/>
                <a:gd name="connsiteY6-1184" fmla="*/ 679765 h 981339"/>
                <a:gd name="connsiteX7-1185" fmla="*/ 1189170 w 1556774"/>
                <a:gd name="connsiteY7-1186" fmla="*/ 914032 h 981339"/>
                <a:gd name="connsiteX8-1187" fmla="*/ 1507637 w 1556774"/>
                <a:gd name="connsiteY8-1188" fmla="*/ 786693 h 981339"/>
                <a:gd name="connsiteX9-1189" fmla="*/ 1173267 w 1556774"/>
                <a:gd name="connsiteY9-1190" fmla="*/ 634312 h 981339"/>
                <a:gd name="connsiteX10-1191" fmla="*/ 1250585 w 1556774"/>
                <a:gd name="connsiteY10-1192" fmla="*/ 438081 h 981339"/>
                <a:gd name="connsiteX11-1193" fmla="*/ 964576 w 1556774"/>
                <a:gd name="connsiteY11-1194" fmla="*/ 344802 h 981339"/>
                <a:gd name="connsiteX12-1195" fmla="*/ 909391 w 1556774"/>
                <a:gd name="connsiteY12-1196" fmla="*/ 450008 h 981339"/>
                <a:gd name="connsiteX13-1197" fmla="*/ 766089 w 1556774"/>
                <a:gd name="connsiteY13-1198" fmla="*/ 388593 h 981339"/>
                <a:gd name="connsiteX14-1199" fmla="*/ 800209 w 1556774"/>
                <a:gd name="connsiteY14-1200" fmla="*/ 204349 h 981339"/>
                <a:gd name="connsiteX0-1201" fmla="*/ 800209 w 1556774"/>
                <a:gd name="connsiteY0-1202" fmla="*/ 204349 h 981339"/>
                <a:gd name="connsiteX1-1203" fmla="*/ 196266 w 1556774"/>
                <a:gd name="connsiteY1-1204" fmla="*/ 12686 h 981339"/>
                <a:gd name="connsiteX2-1205" fmla="*/ 147370 w 1556774"/>
                <a:gd name="connsiteY2-1206" fmla="*/ 306113 h 981339"/>
                <a:gd name="connsiteX3-1207" fmla="*/ 12021 w 1556774"/>
                <a:gd name="connsiteY3-1208" fmla="*/ 518188 h 981339"/>
                <a:gd name="connsiteX4-1209" fmla="*/ 636377 w 1556774"/>
                <a:gd name="connsiteY4-1210" fmla="*/ 741181 h 981339"/>
                <a:gd name="connsiteX5-1211" fmla="*/ 705803 w 1556774"/>
                <a:gd name="connsiteY5-1212" fmla="*/ 624047 h 981339"/>
                <a:gd name="connsiteX6-1213" fmla="*/ 859369 w 1556774"/>
                <a:gd name="connsiteY6-1214" fmla="*/ 679765 h 981339"/>
                <a:gd name="connsiteX7-1215" fmla="*/ 1189170 w 1556774"/>
                <a:gd name="connsiteY7-1216" fmla="*/ 914032 h 981339"/>
                <a:gd name="connsiteX8-1217" fmla="*/ 1507637 w 1556774"/>
                <a:gd name="connsiteY8-1218" fmla="*/ 786693 h 981339"/>
                <a:gd name="connsiteX9-1219" fmla="*/ 1173267 w 1556774"/>
                <a:gd name="connsiteY9-1220" fmla="*/ 634312 h 981339"/>
                <a:gd name="connsiteX10-1221" fmla="*/ 1250585 w 1556774"/>
                <a:gd name="connsiteY10-1222" fmla="*/ 438081 h 981339"/>
                <a:gd name="connsiteX11-1223" fmla="*/ 964576 w 1556774"/>
                <a:gd name="connsiteY11-1224" fmla="*/ 344802 h 981339"/>
                <a:gd name="connsiteX12-1225" fmla="*/ 909391 w 1556774"/>
                <a:gd name="connsiteY12-1226" fmla="*/ 450008 h 981339"/>
                <a:gd name="connsiteX13-1227" fmla="*/ 766089 w 1556774"/>
                <a:gd name="connsiteY13-1228" fmla="*/ 388593 h 981339"/>
                <a:gd name="connsiteX14-1229" fmla="*/ 800209 w 1556774"/>
                <a:gd name="connsiteY14-1230" fmla="*/ 204349 h 981339"/>
                <a:gd name="connsiteX0-1231" fmla="*/ 800209 w 1556774"/>
                <a:gd name="connsiteY0-1232" fmla="*/ 204349 h 981339"/>
                <a:gd name="connsiteX1-1233" fmla="*/ 196266 w 1556774"/>
                <a:gd name="connsiteY1-1234" fmla="*/ 12686 h 981339"/>
                <a:gd name="connsiteX2-1235" fmla="*/ 147370 w 1556774"/>
                <a:gd name="connsiteY2-1236" fmla="*/ 306113 h 981339"/>
                <a:gd name="connsiteX3-1237" fmla="*/ 12021 w 1556774"/>
                <a:gd name="connsiteY3-1238" fmla="*/ 518188 h 981339"/>
                <a:gd name="connsiteX4-1239" fmla="*/ 636377 w 1556774"/>
                <a:gd name="connsiteY4-1240" fmla="*/ 741181 h 981339"/>
                <a:gd name="connsiteX5-1241" fmla="*/ 705803 w 1556774"/>
                <a:gd name="connsiteY5-1242" fmla="*/ 624047 h 981339"/>
                <a:gd name="connsiteX6-1243" fmla="*/ 859369 w 1556774"/>
                <a:gd name="connsiteY6-1244" fmla="*/ 679765 h 981339"/>
                <a:gd name="connsiteX7-1245" fmla="*/ 1189170 w 1556774"/>
                <a:gd name="connsiteY7-1246" fmla="*/ 914032 h 981339"/>
                <a:gd name="connsiteX8-1247" fmla="*/ 1507637 w 1556774"/>
                <a:gd name="connsiteY8-1248" fmla="*/ 786693 h 981339"/>
                <a:gd name="connsiteX9-1249" fmla="*/ 1173267 w 1556774"/>
                <a:gd name="connsiteY9-1250" fmla="*/ 634312 h 981339"/>
                <a:gd name="connsiteX10-1251" fmla="*/ 1250585 w 1556774"/>
                <a:gd name="connsiteY10-1252" fmla="*/ 438081 h 981339"/>
                <a:gd name="connsiteX11-1253" fmla="*/ 964576 w 1556774"/>
                <a:gd name="connsiteY11-1254" fmla="*/ 344802 h 981339"/>
                <a:gd name="connsiteX12-1255" fmla="*/ 909391 w 1556774"/>
                <a:gd name="connsiteY12-1256" fmla="*/ 450008 h 981339"/>
                <a:gd name="connsiteX13-1257" fmla="*/ 766089 w 1556774"/>
                <a:gd name="connsiteY13-1258" fmla="*/ 388593 h 981339"/>
                <a:gd name="connsiteX14-1259" fmla="*/ 800209 w 1556774"/>
                <a:gd name="connsiteY14-1260" fmla="*/ 204349 h 981339"/>
                <a:gd name="connsiteX0-1261" fmla="*/ 800209 w 1527868"/>
                <a:gd name="connsiteY0-1262" fmla="*/ 204349 h 975126"/>
                <a:gd name="connsiteX1-1263" fmla="*/ 196266 w 1527868"/>
                <a:gd name="connsiteY1-1264" fmla="*/ 12686 h 975126"/>
                <a:gd name="connsiteX2-1265" fmla="*/ 147370 w 1527868"/>
                <a:gd name="connsiteY2-1266" fmla="*/ 306113 h 975126"/>
                <a:gd name="connsiteX3-1267" fmla="*/ 12021 w 1527868"/>
                <a:gd name="connsiteY3-1268" fmla="*/ 518188 h 975126"/>
                <a:gd name="connsiteX4-1269" fmla="*/ 636377 w 1527868"/>
                <a:gd name="connsiteY4-1270" fmla="*/ 741181 h 975126"/>
                <a:gd name="connsiteX5-1271" fmla="*/ 705803 w 1527868"/>
                <a:gd name="connsiteY5-1272" fmla="*/ 624047 h 975126"/>
                <a:gd name="connsiteX6-1273" fmla="*/ 859369 w 1527868"/>
                <a:gd name="connsiteY6-1274" fmla="*/ 679765 h 975126"/>
                <a:gd name="connsiteX7-1275" fmla="*/ 1189170 w 1527868"/>
                <a:gd name="connsiteY7-1276" fmla="*/ 914032 h 975126"/>
                <a:gd name="connsiteX8-1277" fmla="*/ 1467881 w 1527868"/>
                <a:gd name="connsiteY8-1278" fmla="*/ 742961 h 975126"/>
                <a:gd name="connsiteX9-1279" fmla="*/ 1173267 w 1527868"/>
                <a:gd name="connsiteY9-1280" fmla="*/ 634312 h 975126"/>
                <a:gd name="connsiteX10-1281" fmla="*/ 1250585 w 1527868"/>
                <a:gd name="connsiteY10-1282" fmla="*/ 438081 h 975126"/>
                <a:gd name="connsiteX11-1283" fmla="*/ 964576 w 1527868"/>
                <a:gd name="connsiteY11-1284" fmla="*/ 344802 h 975126"/>
                <a:gd name="connsiteX12-1285" fmla="*/ 909391 w 1527868"/>
                <a:gd name="connsiteY12-1286" fmla="*/ 450008 h 975126"/>
                <a:gd name="connsiteX13-1287" fmla="*/ 766089 w 1527868"/>
                <a:gd name="connsiteY13-1288" fmla="*/ 388593 h 975126"/>
                <a:gd name="connsiteX14-1289" fmla="*/ 800209 w 1527868"/>
                <a:gd name="connsiteY14-1290" fmla="*/ 204349 h 975126"/>
                <a:gd name="connsiteX0-1291" fmla="*/ 800209 w 1527868"/>
                <a:gd name="connsiteY0-1292" fmla="*/ 204349 h 975126"/>
                <a:gd name="connsiteX1-1293" fmla="*/ 196266 w 1527868"/>
                <a:gd name="connsiteY1-1294" fmla="*/ 12686 h 975126"/>
                <a:gd name="connsiteX2-1295" fmla="*/ 147370 w 1527868"/>
                <a:gd name="connsiteY2-1296" fmla="*/ 306113 h 975126"/>
                <a:gd name="connsiteX3-1297" fmla="*/ 12021 w 1527868"/>
                <a:gd name="connsiteY3-1298" fmla="*/ 518188 h 975126"/>
                <a:gd name="connsiteX4-1299" fmla="*/ 636377 w 1527868"/>
                <a:gd name="connsiteY4-1300" fmla="*/ 741181 h 975126"/>
                <a:gd name="connsiteX5-1301" fmla="*/ 705803 w 1527868"/>
                <a:gd name="connsiteY5-1302" fmla="*/ 624047 h 975126"/>
                <a:gd name="connsiteX6-1303" fmla="*/ 859369 w 1527868"/>
                <a:gd name="connsiteY6-1304" fmla="*/ 679765 h 975126"/>
                <a:gd name="connsiteX7-1305" fmla="*/ 1189170 w 1527868"/>
                <a:gd name="connsiteY7-1306" fmla="*/ 914032 h 975126"/>
                <a:gd name="connsiteX8-1307" fmla="*/ 1467881 w 1527868"/>
                <a:gd name="connsiteY8-1308" fmla="*/ 742961 h 975126"/>
                <a:gd name="connsiteX9-1309" fmla="*/ 1173267 w 1527868"/>
                <a:gd name="connsiteY9-1310" fmla="*/ 634312 h 975126"/>
                <a:gd name="connsiteX10-1311" fmla="*/ 1250585 w 1527868"/>
                <a:gd name="connsiteY10-1312" fmla="*/ 438081 h 975126"/>
                <a:gd name="connsiteX11-1313" fmla="*/ 964576 w 1527868"/>
                <a:gd name="connsiteY11-1314" fmla="*/ 344802 h 975126"/>
                <a:gd name="connsiteX12-1315" fmla="*/ 909391 w 1527868"/>
                <a:gd name="connsiteY12-1316" fmla="*/ 450008 h 975126"/>
                <a:gd name="connsiteX13-1317" fmla="*/ 766089 w 1527868"/>
                <a:gd name="connsiteY13-1318" fmla="*/ 388593 h 975126"/>
                <a:gd name="connsiteX14-1319" fmla="*/ 800209 w 1527868"/>
                <a:gd name="connsiteY14-1320" fmla="*/ 204349 h 975126"/>
                <a:gd name="connsiteX0-1321" fmla="*/ 800209 w 1499884"/>
                <a:gd name="connsiteY0-1322" fmla="*/ 204349 h 986483"/>
                <a:gd name="connsiteX1-1323" fmla="*/ 196266 w 1499884"/>
                <a:gd name="connsiteY1-1324" fmla="*/ 12686 h 986483"/>
                <a:gd name="connsiteX2-1325" fmla="*/ 147370 w 1499884"/>
                <a:gd name="connsiteY2-1326" fmla="*/ 306113 h 986483"/>
                <a:gd name="connsiteX3-1327" fmla="*/ 12021 w 1499884"/>
                <a:gd name="connsiteY3-1328" fmla="*/ 518188 h 986483"/>
                <a:gd name="connsiteX4-1329" fmla="*/ 636377 w 1499884"/>
                <a:gd name="connsiteY4-1330" fmla="*/ 741181 h 986483"/>
                <a:gd name="connsiteX5-1331" fmla="*/ 705803 w 1499884"/>
                <a:gd name="connsiteY5-1332" fmla="*/ 624047 h 986483"/>
                <a:gd name="connsiteX6-1333" fmla="*/ 859369 w 1499884"/>
                <a:gd name="connsiteY6-1334" fmla="*/ 679765 h 986483"/>
                <a:gd name="connsiteX7-1335" fmla="*/ 1189170 w 1499884"/>
                <a:gd name="connsiteY7-1336" fmla="*/ 914032 h 986483"/>
                <a:gd name="connsiteX8-1337" fmla="*/ 1467881 w 1499884"/>
                <a:gd name="connsiteY8-1338" fmla="*/ 742961 h 986483"/>
                <a:gd name="connsiteX9-1339" fmla="*/ 1173267 w 1499884"/>
                <a:gd name="connsiteY9-1340" fmla="*/ 634312 h 986483"/>
                <a:gd name="connsiteX10-1341" fmla="*/ 1250585 w 1499884"/>
                <a:gd name="connsiteY10-1342" fmla="*/ 438081 h 986483"/>
                <a:gd name="connsiteX11-1343" fmla="*/ 964576 w 1499884"/>
                <a:gd name="connsiteY11-1344" fmla="*/ 344802 h 986483"/>
                <a:gd name="connsiteX12-1345" fmla="*/ 909391 w 1499884"/>
                <a:gd name="connsiteY12-1346" fmla="*/ 450008 h 986483"/>
                <a:gd name="connsiteX13-1347" fmla="*/ 766089 w 1499884"/>
                <a:gd name="connsiteY13-1348" fmla="*/ 388593 h 986483"/>
                <a:gd name="connsiteX14-1349" fmla="*/ 800209 w 1499884"/>
                <a:gd name="connsiteY14-1350" fmla="*/ 204349 h 986483"/>
                <a:gd name="connsiteX0-1351" fmla="*/ 800209 w 1505435"/>
                <a:gd name="connsiteY0-1352" fmla="*/ 204349 h 1015754"/>
                <a:gd name="connsiteX1-1353" fmla="*/ 196266 w 1505435"/>
                <a:gd name="connsiteY1-1354" fmla="*/ 12686 h 1015754"/>
                <a:gd name="connsiteX2-1355" fmla="*/ 147370 w 1505435"/>
                <a:gd name="connsiteY2-1356" fmla="*/ 306113 h 1015754"/>
                <a:gd name="connsiteX3-1357" fmla="*/ 12021 w 1505435"/>
                <a:gd name="connsiteY3-1358" fmla="*/ 518188 h 1015754"/>
                <a:gd name="connsiteX4-1359" fmla="*/ 636377 w 1505435"/>
                <a:gd name="connsiteY4-1360" fmla="*/ 741181 h 1015754"/>
                <a:gd name="connsiteX5-1361" fmla="*/ 705803 w 1505435"/>
                <a:gd name="connsiteY5-1362" fmla="*/ 624047 h 1015754"/>
                <a:gd name="connsiteX6-1363" fmla="*/ 859369 w 1505435"/>
                <a:gd name="connsiteY6-1364" fmla="*/ 679765 h 1015754"/>
                <a:gd name="connsiteX7-1365" fmla="*/ 1189170 w 1505435"/>
                <a:gd name="connsiteY7-1366" fmla="*/ 914032 h 1015754"/>
                <a:gd name="connsiteX8-1367" fmla="*/ 1467881 w 1505435"/>
                <a:gd name="connsiteY8-1368" fmla="*/ 742961 h 1015754"/>
                <a:gd name="connsiteX9-1369" fmla="*/ 1173267 w 1505435"/>
                <a:gd name="connsiteY9-1370" fmla="*/ 634312 h 1015754"/>
                <a:gd name="connsiteX10-1371" fmla="*/ 1250585 w 1505435"/>
                <a:gd name="connsiteY10-1372" fmla="*/ 438081 h 1015754"/>
                <a:gd name="connsiteX11-1373" fmla="*/ 964576 w 1505435"/>
                <a:gd name="connsiteY11-1374" fmla="*/ 344802 h 1015754"/>
                <a:gd name="connsiteX12-1375" fmla="*/ 909391 w 1505435"/>
                <a:gd name="connsiteY12-1376" fmla="*/ 450008 h 1015754"/>
                <a:gd name="connsiteX13-1377" fmla="*/ 766089 w 1505435"/>
                <a:gd name="connsiteY13-1378" fmla="*/ 388593 h 1015754"/>
                <a:gd name="connsiteX14-1379" fmla="*/ 800209 w 1505435"/>
                <a:gd name="connsiteY14-1380" fmla="*/ 204349 h 101575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/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-1" fmla="*/ 812042 w 1535373"/>
                <a:gd name="connsiteY0-2" fmla="*/ 191663 h 901346"/>
                <a:gd name="connsiteX1-3" fmla="*/ 208099 w 1535373"/>
                <a:gd name="connsiteY1-4" fmla="*/ 0 h 901346"/>
                <a:gd name="connsiteX2-5" fmla="*/ 143301 w 1535373"/>
                <a:gd name="connsiteY2-6" fmla="*/ 273549 h 901346"/>
                <a:gd name="connsiteX3-7" fmla="*/ 0 w 1535373"/>
                <a:gd name="connsiteY3-8" fmla="*/ 457794 h 901346"/>
                <a:gd name="connsiteX4-9" fmla="*/ 600501 w 1535373"/>
                <a:gd name="connsiteY4-10" fmla="*/ 744397 h 901346"/>
                <a:gd name="connsiteX5-11" fmla="*/ 709684 w 1535373"/>
                <a:gd name="connsiteY5-12" fmla="*/ 635215 h 901346"/>
                <a:gd name="connsiteX6-13" fmla="*/ 887104 w 1535373"/>
                <a:gd name="connsiteY6-14" fmla="*/ 682982 h 901346"/>
                <a:gd name="connsiteX7-15" fmla="*/ 1201003 w 1535373"/>
                <a:gd name="connsiteY7-16" fmla="*/ 901346 h 901346"/>
                <a:gd name="connsiteX8-17" fmla="*/ 1535373 w 1535373"/>
                <a:gd name="connsiteY8-18" fmla="*/ 805812 h 901346"/>
                <a:gd name="connsiteX9-19" fmla="*/ 1201003 w 1535373"/>
                <a:gd name="connsiteY9-20" fmla="*/ 669334 h 901346"/>
                <a:gd name="connsiteX10-21" fmla="*/ 1262418 w 1535373"/>
                <a:gd name="connsiteY10-22" fmla="*/ 437322 h 901346"/>
                <a:gd name="connsiteX11-23" fmla="*/ 996287 w 1535373"/>
                <a:gd name="connsiteY11-24" fmla="*/ 328140 h 901346"/>
                <a:gd name="connsiteX12-25" fmla="*/ 921224 w 1535373"/>
                <a:gd name="connsiteY12-26" fmla="*/ 437322 h 901346"/>
                <a:gd name="connsiteX13-27" fmla="*/ 777922 w 1535373"/>
                <a:gd name="connsiteY13-28" fmla="*/ 375907 h 901346"/>
                <a:gd name="connsiteX14-29" fmla="*/ 812042 w 1535373"/>
                <a:gd name="connsiteY14-30" fmla="*/ 191663 h 901346"/>
                <a:gd name="connsiteX0-31" fmla="*/ 812042 w 1535373"/>
                <a:gd name="connsiteY0-32" fmla="*/ 204349 h 914032"/>
                <a:gd name="connsiteX1-33" fmla="*/ 208099 w 1535373"/>
                <a:gd name="connsiteY1-34" fmla="*/ 12686 h 914032"/>
                <a:gd name="connsiteX2-35" fmla="*/ 143301 w 1535373"/>
                <a:gd name="connsiteY2-36" fmla="*/ 286235 h 914032"/>
                <a:gd name="connsiteX3-37" fmla="*/ 0 w 1535373"/>
                <a:gd name="connsiteY3-38" fmla="*/ 470480 h 914032"/>
                <a:gd name="connsiteX4-39" fmla="*/ 600501 w 1535373"/>
                <a:gd name="connsiteY4-40" fmla="*/ 757083 h 914032"/>
                <a:gd name="connsiteX5-41" fmla="*/ 709684 w 1535373"/>
                <a:gd name="connsiteY5-42" fmla="*/ 647901 h 914032"/>
                <a:gd name="connsiteX6-43" fmla="*/ 887104 w 1535373"/>
                <a:gd name="connsiteY6-44" fmla="*/ 695668 h 914032"/>
                <a:gd name="connsiteX7-45" fmla="*/ 1201003 w 1535373"/>
                <a:gd name="connsiteY7-46" fmla="*/ 914032 h 914032"/>
                <a:gd name="connsiteX8-47" fmla="*/ 1535373 w 1535373"/>
                <a:gd name="connsiteY8-48" fmla="*/ 818498 h 914032"/>
                <a:gd name="connsiteX9-49" fmla="*/ 1201003 w 1535373"/>
                <a:gd name="connsiteY9-50" fmla="*/ 682020 h 914032"/>
                <a:gd name="connsiteX10-51" fmla="*/ 1262418 w 1535373"/>
                <a:gd name="connsiteY10-52" fmla="*/ 450008 h 914032"/>
                <a:gd name="connsiteX11-53" fmla="*/ 996287 w 1535373"/>
                <a:gd name="connsiteY11-54" fmla="*/ 340826 h 914032"/>
                <a:gd name="connsiteX12-55" fmla="*/ 921224 w 1535373"/>
                <a:gd name="connsiteY12-56" fmla="*/ 450008 h 914032"/>
                <a:gd name="connsiteX13-57" fmla="*/ 777922 w 1535373"/>
                <a:gd name="connsiteY13-58" fmla="*/ 388593 h 914032"/>
                <a:gd name="connsiteX14-59" fmla="*/ 812042 w 1535373"/>
                <a:gd name="connsiteY14-60" fmla="*/ 204349 h 914032"/>
                <a:gd name="connsiteX0-61" fmla="*/ 812042 w 1535373"/>
                <a:gd name="connsiteY0-62" fmla="*/ 204349 h 914032"/>
                <a:gd name="connsiteX1-63" fmla="*/ 208099 w 1535373"/>
                <a:gd name="connsiteY1-64" fmla="*/ 12686 h 914032"/>
                <a:gd name="connsiteX2-65" fmla="*/ 143301 w 1535373"/>
                <a:gd name="connsiteY2-66" fmla="*/ 286235 h 914032"/>
                <a:gd name="connsiteX3-67" fmla="*/ 0 w 1535373"/>
                <a:gd name="connsiteY3-68" fmla="*/ 470480 h 914032"/>
                <a:gd name="connsiteX4-69" fmla="*/ 600501 w 1535373"/>
                <a:gd name="connsiteY4-70" fmla="*/ 757083 h 914032"/>
                <a:gd name="connsiteX5-71" fmla="*/ 709684 w 1535373"/>
                <a:gd name="connsiteY5-72" fmla="*/ 647901 h 914032"/>
                <a:gd name="connsiteX6-73" fmla="*/ 887104 w 1535373"/>
                <a:gd name="connsiteY6-74" fmla="*/ 695668 h 914032"/>
                <a:gd name="connsiteX7-75" fmla="*/ 1201003 w 1535373"/>
                <a:gd name="connsiteY7-76" fmla="*/ 914032 h 914032"/>
                <a:gd name="connsiteX8-77" fmla="*/ 1535373 w 1535373"/>
                <a:gd name="connsiteY8-78" fmla="*/ 818498 h 914032"/>
                <a:gd name="connsiteX9-79" fmla="*/ 1201003 w 1535373"/>
                <a:gd name="connsiteY9-80" fmla="*/ 682020 h 914032"/>
                <a:gd name="connsiteX10-81" fmla="*/ 1262418 w 1535373"/>
                <a:gd name="connsiteY10-82" fmla="*/ 450008 h 914032"/>
                <a:gd name="connsiteX11-83" fmla="*/ 996287 w 1535373"/>
                <a:gd name="connsiteY11-84" fmla="*/ 340826 h 914032"/>
                <a:gd name="connsiteX12-85" fmla="*/ 921224 w 1535373"/>
                <a:gd name="connsiteY12-86" fmla="*/ 450008 h 914032"/>
                <a:gd name="connsiteX13-87" fmla="*/ 777922 w 1535373"/>
                <a:gd name="connsiteY13-88" fmla="*/ 388593 h 914032"/>
                <a:gd name="connsiteX14-89" fmla="*/ 812042 w 1535373"/>
                <a:gd name="connsiteY14-90" fmla="*/ 204349 h 914032"/>
                <a:gd name="connsiteX0-91" fmla="*/ 812042 w 1535373"/>
                <a:gd name="connsiteY0-92" fmla="*/ 204349 h 914032"/>
                <a:gd name="connsiteX1-93" fmla="*/ 208099 w 1535373"/>
                <a:gd name="connsiteY1-94" fmla="*/ 12686 h 914032"/>
                <a:gd name="connsiteX2-95" fmla="*/ 159203 w 1535373"/>
                <a:gd name="connsiteY2-96" fmla="*/ 306113 h 914032"/>
                <a:gd name="connsiteX3-97" fmla="*/ 0 w 1535373"/>
                <a:gd name="connsiteY3-98" fmla="*/ 470480 h 914032"/>
                <a:gd name="connsiteX4-99" fmla="*/ 600501 w 1535373"/>
                <a:gd name="connsiteY4-100" fmla="*/ 757083 h 914032"/>
                <a:gd name="connsiteX5-101" fmla="*/ 709684 w 1535373"/>
                <a:gd name="connsiteY5-102" fmla="*/ 647901 h 914032"/>
                <a:gd name="connsiteX6-103" fmla="*/ 887104 w 1535373"/>
                <a:gd name="connsiteY6-104" fmla="*/ 695668 h 914032"/>
                <a:gd name="connsiteX7-105" fmla="*/ 1201003 w 1535373"/>
                <a:gd name="connsiteY7-106" fmla="*/ 914032 h 914032"/>
                <a:gd name="connsiteX8-107" fmla="*/ 1535373 w 1535373"/>
                <a:gd name="connsiteY8-108" fmla="*/ 818498 h 914032"/>
                <a:gd name="connsiteX9-109" fmla="*/ 1201003 w 1535373"/>
                <a:gd name="connsiteY9-110" fmla="*/ 682020 h 914032"/>
                <a:gd name="connsiteX10-111" fmla="*/ 1262418 w 1535373"/>
                <a:gd name="connsiteY10-112" fmla="*/ 450008 h 914032"/>
                <a:gd name="connsiteX11-113" fmla="*/ 996287 w 1535373"/>
                <a:gd name="connsiteY11-114" fmla="*/ 340826 h 914032"/>
                <a:gd name="connsiteX12-115" fmla="*/ 921224 w 1535373"/>
                <a:gd name="connsiteY12-116" fmla="*/ 450008 h 914032"/>
                <a:gd name="connsiteX13-117" fmla="*/ 777922 w 1535373"/>
                <a:gd name="connsiteY13-118" fmla="*/ 388593 h 914032"/>
                <a:gd name="connsiteX14-119" fmla="*/ 812042 w 1535373"/>
                <a:gd name="connsiteY14-120" fmla="*/ 204349 h 914032"/>
                <a:gd name="connsiteX0-121" fmla="*/ 788188 w 1511519"/>
                <a:gd name="connsiteY0-122" fmla="*/ 204349 h 914032"/>
                <a:gd name="connsiteX1-123" fmla="*/ 184245 w 1511519"/>
                <a:gd name="connsiteY1-124" fmla="*/ 12686 h 914032"/>
                <a:gd name="connsiteX2-125" fmla="*/ 135349 w 1511519"/>
                <a:gd name="connsiteY2-126" fmla="*/ 306113 h 914032"/>
                <a:gd name="connsiteX3-127" fmla="*/ 0 w 1511519"/>
                <a:gd name="connsiteY3-128" fmla="*/ 518188 h 914032"/>
                <a:gd name="connsiteX4-129" fmla="*/ 576647 w 1511519"/>
                <a:gd name="connsiteY4-130" fmla="*/ 757083 h 914032"/>
                <a:gd name="connsiteX5-131" fmla="*/ 685830 w 1511519"/>
                <a:gd name="connsiteY5-132" fmla="*/ 647901 h 914032"/>
                <a:gd name="connsiteX6-133" fmla="*/ 863250 w 1511519"/>
                <a:gd name="connsiteY6-134" fmla="*/ 695668 h 914032"/>
                <a:gd name="connsiteX7-135" fmla="*/ 1177149 w 1511519"/>
                <a:gd name="connsiteY7-136" fmla="*/ 914032 h 914032"/>
                <a:gd name="connsiteX8-137" fmla="*/ 1511519 w 1511519"/>
                <a:gd name="connsiteY8-138" fmla="*/ 818498 h 914032"/>
                <a:gd name="connsiteX9-139" fmla="*/ 1177149 w 1511519"/>
                <a:gd name="connsiteY9-140" fmla="*/ 682020 h 914032"/>
                <a:gd name="connsiteX10-141" fmla="*/ 1238564 w 1511519"/>
                <a:gd name="connsiteY10-142" fmla="*/ 450008 h 914032"/>
                <a:gd name="connsiteX11-143" fmla="*/ 972433 w 1511519"/>
                <a:gd name="connsiteY11-144" fmla="*/ 340826 h 914032"/>
                <a:gd name="connsiteX12-145" fmla="*/ 897370 w 1511519"/>
                <a:gd name="connsiteY12-146" fmla="*/ 450008 h 914032"/>
                <a:gd name="connsiteX13-147" fmla="*/ 754068 w 1511519"/>
                <a:gd name="connsiteY13-148" fmla="*/ 388593 h 914032"/>
                <a:gd name="connsiteX14-149" fmla="*/ 788188 w 1511519"/>
                <a:gd name="connsiteY14-150" fmla="*/ 204349 h 914032"/>
                <a:gd name="connsiteX0-151" fmla="*/ 802902 w 1526233"/>
                <a:gd name="connsiteY0-152" fmla="*/ 204349 h 914032"/>
                <a:gd name="connsiteX1-153" fmla="*/ 198959 w 1526233"/>
                <a:gd name="connsiteY1-154" fmla="*/ 12686 h 914032"/>
                <a:gd name="connsiteX2-155" fmla="*/ 150063 w 1526233"/>
                <a:gd name="connsiteY2-156" fmla="*/ 306113 h 914032"/>
                <a:gd name="connsiteX3-157" fmla="*/ 14714 w 1526233"/>
                <a:gd name="connsiteY3-158" fmla="*/ 518188 h 914032"/>
                <a:gd name="connsiteX4-159" fmla="*/ 591361 w 1526233"/>
                <a:gd name="connsiteY4-160" fmla="*/ 757083 h 914032"/>
                <a:gd name="connsiteX5-161" fmla="*/ 700544 w 1526233"/>
                <a:gd name="connsiteY5-162" fmla="*/ 647901 h 914032"/>
                <a:gd name="connsiteX6-163" fmla="*/ 877964 w 1526233"/>
                <a:gd name="connsiteY6-164" fmla="*/ 695668 h 914032"/>
                <a:gd name="connsiteX7-165" fmla="*/ 1191863 w 1526233"/>
                <a:gd name="connsiteY7-166" fmla="*/ 914032 h 914032"/>
                <a:gd name="connsiteX8-167" fmla="*/ 1526233 w 1526233"/>
                <a:gd name="connsiteY8-168" fmla="*/ 818498 h 914032"/>
                <a:gd name="connsiteX9-169" fmla="*/ 1191863 w 1526233"/>
                <a:gd name="connsiteY9-170" fmla="*/ 682020 h 914032"/>
                <a:gd name="connsiteX10-171" fmla="*/ 1253278 w 1526233"/>
                <a:gd name="connsiteY10-172" fmla="*/ 450008 h 914032"/>
                <a:gd name="connsiteX11-173" fmla="*/ 987147 w 1526233"/>
                <a:gd name="connsiteY11-174" fmla="*/ 340826 h 914032"/>
                <a:gd name="connsiteX12-175" fmla="*/ 912084 w 1526233"/>
                <a:gd name="connsiteY12-176" fmla="*/ 450008 h 914032"/>
                <a:gd name="connsiteX13-177" fmla="*/ 768782 w 1526233"/>
                <a:gd name="connsiteY13-178" fmla="*/ 388593 h 914032"/>
                <a:gd name="connsiteX14-179" fmla="*/ 802902 w 1526233"/>
                <a:gd name="connsiteY14-180" fmla="*/ 204349 h 914032"/>
                <a:gd name="connsiteX0-181" fmla="*/ 802902 w 1526233"/>
                <a:gd name="connsiteY0-182" fmla="*/ 204349 h 914032"/>
                <a:gd name="connsiteX1-183" fmla="*/ 198959 w 1526233"/>
                <a:gd name="connsiteY1-184" fmla="*/ 12686 h 914032"/>
                <a:gd name="connsiteX2-185" fmla="*/ 150063 w 1526233"/>
                <a:gd name="connsiteY2-186" fmla="*/ 306113 h 914032"/>
                <a:gd name="connsiteX3-187" fmla="*/ 14714 w 1526233"/>
                <a:gd name="connsiteY3-188" fmla="*/ 518188 h 914032"/>
                <a:gd name="connsiteX4-189" fmla="*/ 591361 w 1526233"/>
                <a:gd name="connsiteY4-190" fmla="*/ 757083 h 914032"/>
                <a:gd name="connsiteX5-191" fmla="*/ 700544 w 1526233"/>
                <a:gd name="connsiteY5-192" fmla="*/ 647901 h 914032"/>
                <a:gd name="connsiteX6-193" fmla="*/ 877964 w 1526233"/>
                <a:gd name="connsiteY6-194" fmla="*/ 695668 h 914032"/>
                <a:gd name="connsiteX7-195" fmla="*/ 1191863 w 1526233"/>
                <a:gd name="connsiteY7-196" fmla="*/ 914032 h 914032"/>
                <a:gd name="connsiteX8-197" fmla="*/ 1526233 w 1526233"/>
                <a:gd name="connsiteY8-198" fmla="*/ 818498 h 914032"/>
                <a:gd name="connsiteX9-199" fmla="*/ 1191863 w 1526233"/>
                <a:gd name="connsiteY9-200" fmla="*/ 682020 h 914032"/>
                <a:gd name="connsiteX10-201" fmla="*/ 1253278 w 1526233"/>
                <a:gd name="connsiteY10-202" fmla="*/ 450008 h 914032"/>
                <a:gd name="connsiteX11-203" fmla="*/ 987147 w 1526233"/>
                <a:gd name="connsiteY11-204" fmla="*/ 340826 h 914032"/>
                <a:gd name="connsiteX12-205" fmla="*/ 912084 w 1526233"/>
                <a:gd name="connsiteY12-206" fmla="*/ 450008 h 914032"/>
                <a:gd name="connsiteX13-207" fmla="*/ 768782 w 1526233"/>
                <a:gd name="connsiteY13-208" fmla="*/ 388593 h 914032"/>
                <a:gd name="connsiteX14-209" fmla="*/ 802902 w 1526233"/>
                <a:gd name="connsiteY14-210" fmla="*/ 204349 h 914032"/>
                <a:gd name="connsiteX0-211" fmla="*/ 800209 w 1523540"/>
                <a:gd name="connsiteY0-212" fmla="*/ 204349 h 914032"/>
                <a:gd name="connsiteX1-213" fmla="*/ 196266 w 1523540"/>
                <a:gd name="connsiteY1-214" fmla="*/ 12686 h 914032"/>
                <a:gd name="connsiteX2-215" fmla="*/ 147370 w 1523540"/>
                <a:gd name="connsiteY2-216" fmla="*/ 306113 h 914032"/>
                <a:gd name="connsiteX3-217" fmla="*/ 12021 w 1523540"/>
                <a:gd name="connsiteY3-218" fmla="*/ 518188 h 914032"/>
                <a:gd name="connsiteX4-219" fmla="*/ 588668 w 1523540"/>
                <a:gd name="connsiteY4-220" fmla="*/ 757083 h 914032"/>
                <a:gd name="connsiteX5-221" fmla="*/ 697851 w 1523540"/>
                <a:gd name="connsiteY5-222" fmla="*/ 647901 h 914032"/>
                <a:gd name="connsiteX6-223" fmla="*/ 875271 w 1523540"/>
                <a:gd name="connsiteY6-224" fmla="*/ 695668 h 914032"/>
                <a:gd name="connsiteX7-225" fmla="*/ 1189170 w 1523540"/>
                <a:gd name="connsiteY7-226" fmla="*/ 914032 h 914032"/>
                <a:gd name="connsiteX8-227" fmla="*/ 1523540 w 1523540"/>
                <a:gd name="connsiteY8-228" fmla="*/ 818498 h 914032"/>
                <a:gd name="connsiteX9-229" fmla="*/ 1189170 w 1523540"/>
                <a:gd name="connsiteY9-230" fmla="*/ 682020 h 914032"/>
                <a:gd name="connsiteX10-231" fmla="*/ 1250585 w 1523540"/>
                <a:gd name="connsiteY10-232" fmla="*/ 450008 h 914032"/>
                <a:gd name="connsiteX11-233" fmla="*/ 984454 w 1523540"/>
                <a:gd name="connsiteY11-234" fmla="*/ 340826 h 914032"/>
                <a:gd name="connsiteX12-235" fmla="*/ 909391 w 1523540"/>
                <a:gd name="connsiteY12-236" fmla="*/ 450008 h 914032"/>
                <a:gd name="connsiteX13-237" fmla="*/ 766089 w 1523540"/>
                <a:gd name="connsiteY13-238" fmla="*/ 388593 h 914032"/>
                <a:gd name="connsiteX14-239" fmla="*/ 800209 w 1523540"/>
                <a:gd name="connsiteY14-240" fmla="*/ 204349 h 914032"/>
                <a:gd name="connsiteX0-241" fmla="*/ 800209 w 1523540"/>
                <a:gd name="connsiteY0-242" fmla="*/ 204349 h 914032"/>
                <a:gd name="connsiteX1-243" fmla="*/ 196266 w 1523540"/>
                <a:gd name="connsiteY1-244" fmla="*/ 12686 h 914032"/>
                <a:gd name="connsiteX2-245" fmla="*/ 147370 w 1523540"/>
                <a:gd name="connsiteY2-246" fmla="*/ 306113 h 914032"/>
                <a:gd name="connsiteX3-247" fmla="*/ 12021 w 1523540"/>
                <a:gd name="connsiteY3-248" fmla="*/ 518188 h 914032"/>
                <a:gd name="connsiteX4-249" fmla="*/ 652279 w 1523540"/>
                <a:gd name="connsiteY4-250" fmla="*/ 757083 h 914032"/>
                <a:gd name="connsiteX5-251" fmla="*/ 697851 w 1523540"/>
                <a:gd name="connsiteY5-252" fmla="*/ 647901 h 914032"/>
                <a:gd name="connsiteX6-253" fmla="*/ 875271 w 1523540"/>
                <a:gd name="connsiteY6-254" fmla="*/ 695668 h 914032"/>
                <a:gd name="connsiteX7-255" fmla="*/ 1189170 w 1523540"/>
                <a:gd name="connsiteY7-256" fmla="*/ 914032 h 914032"/>
                <a:gd name="connsiteX8-257" fmla="*/ 1523540 w 1523540"/>
                <a:gd name="connsiteY8-258" fmla="*/ 818498 h 914032"/>
                <a:gd name="connsiteX9-259" fmla="*/ 1189170 w 1523540"/>
                <a:gd name="connsiteY9-260" fmla="*/ 682020 h 914032"/>
                <a:gd name="connsiteX10-261" fmla="*/ 1250585 w 1523540"/>
                <a:gd name="connsiteY10-262" fmla="*/ 450008 h 914032"/>
                <a:gd name="connsiteX11-263" fmla="*/ 984454 w 1523540"/>
                <a:gd name="connsiteY11-264" fmla="*/ 340826 h 914032"/>
                <a:gd name="connsiteX12-265" fmla="*/ 909391 w 1523540"/>
                <a:gd name="connsiteY12-266" fmla="*/ 450008 h 914032"/>
                <a:gd name="connsiteX13-267" fmla="*/ 766089 w 1523540"/>
                <a:gd name="connsiteY13-268" fmla="*/ 388593 h 914032"/>
                <a:gd name="connsiteX14-269" fmla="*/ 800209 w 1523540"/>
                <a:gd name="connsiteY14-270" fmla="*/ 204349 h 914032"/>
                <a:gd name="connsiteX0-271" fmla="*/ 800209 w 1523540"/>
                <a:gd name="connsiteY0-272" fmla="*/ 204349 h 914032"/>
                <a:gd name="connsiteX1-273" fmla="*/ 196266 w 1523540"/>
                <a:gd name="connsiteY1-274" fmla="*/ 12686 h 914032"/>
                <a:gd name="connsiteX2-275" fmla="*/ 147370 w 1523540"/>
                <a:gd name="connsiteY2-276" fmla="*/ 306113 h 914032"/>
                <a:gd name="connsiteX3-277" fmla="*/ 12021 w 1523540"/>
                <a:gd name="connsiteY3-278" fmla="*/ 518188 h 914032"/>
                <a:gd name="connsiteX4-279" fmla="*/ 652279 w 1523540"/>
                <a:gd name="connsiteY4-280" fmla="*/ 757083 h 914032"/>
                <a:gd name="connsiteX5-281" fmla="*/ 697851 w 1523540"/>
                <a:gd name="connsiteY5-282" fmla="*/ 647901 h 914032"/>
                <a:gd name="connsiteX6-283" fmla="*/ 875271 w 1523540"/>
                <a:gd name="connsiteY6-284" fmla="*/ 695668 h 914032"/>
                <a:gd name="connsiteX7-285" fmla="*/ 1189170 w 1523540"/>
                <a:gd name="connsiteY7-286" fmla="*/ 914032 h 914032"/>
                <a:gd name="connsiteX8-287" fmla="*/ 1523540 w 1523540"/>
                <a:gd name="connsiteY8-288" fmla="*/ 818498 h 914032"/>
                <a:gd name="connsiteX9-289" fmla="*/ 1189170 w 1523540"/>
                <a:gd name="connsiteY9-290" fmla="*/ 682020 h 914032"/>
                <a:gd name="connsiteX10-291" fmla="*/ 1250585 w 1523540"/>
                <a:gd name="connsiteY10-292" fmla="*/ 450008 h 914032"/>
                <a:gd name="connsiteX11-293" fmla="*/ 984454 w 1523540"/>
                <a:gd name="connsiteY11-294" fmla="*/ 340826 h 914032"/>
                <a:gd name="connsiteX12-295" fmla="*/ 909391 w 1523540"/>
                <a:gd name="connsiteY12-296" fmla="*/ 450008 h 914032"/>
                <a:gd name="connsiteX13-297" fmla="*/ 766089 w 1523540"/>
                <a:gd name="connsiteY13-298" fmla="*/ 388593 h 914032"/>
                <a:gd name="connsiteX14-299" fmla="*/ 800209 w 1523540"/>
                <a:gd name="connsiteY14-300" fmla="*/ 204349 h 914032"/>
                <a:gd name="connsiteX0-301" fmla="*/ 800209 w 1523540"/>
                <a:gd name="connsiteY0-302" fmla="*/ 204349 h 914032"/>
                <a:gd name="connsiteX1-303" fmla="*/ 196266 w 1523540"/>
                <a:gd name="connsiteY1-304" fmla="*/ 12686 h 914032"/>
                <a:gd name="connsiteX2-305" fmla="*/ 147370 w 1523540"/>
                <a:gd name="connsiteY2-306" fmla="*/ 306113 h 914032"/>
                <a:gd name="connsiteX3-307" fmla="*/ 12021 w 1523540"/>
                <a:gd name="connsiteY3-308" fmla="*/ 518188 h 914032"/>
                <a:gd name="connsiteX4-309" fmla="*/ 652279 w 1523540"/>
                <a:gd name="connsiteY4-310" fmla="*/ 757083 h 914032"/>
                <a:gd name="connsiteX5-311" fmla="*/ 697851 w 1523540"/>
                <a:gd name="connsiteY5-312" fmla="*/ 647901 h 914032"/>
                <a:gd name="connsiteX6-313" fmla="*/ 875271 w 1523540"/>
                <a:gd name="connsiteY6-314" fmla="*/ 695668 h 914032"/>
                <a:gd name="connsiteX7-315" fmla="*/ 1189170 w 1523540"/>
                <a:gd name="connsiteY7-316" fmla="*/ 914032 h 914032"/>
                <a:gd name="connsiteX8-317" fmla="*/ 1523540 w 1523540"/>
                <a:gd name="connsiteY8-318" fmla="*/ 818498 h 914032"/>
                <a:gd name="connsiteX9-319" fmla="*/ 1189170 w 1523540"/>
                <a:gd name="connsiteY9-320" fmla="*/ 682020 h 914032"/>
                <a:gd name="connsiteX10-321" fmla="*/ 1250585 w 1523540"/>
                <a:gd name="connsiteY10-322" fmla="*/ 450008 h 914032"/>
                <a:gd name="connsiteX11-323" fmla="*/ 984454 w 1523540"/>
                <a:gd name="connsiteY11-324" fmla="*/ 340826 h 914032"/>
                <a:gd name="connsiteX12-325" fmla="*/ 909391 w 1523540"/>
                <a:gd name="connsiteY12-326" fmla="*/ 450008 h 914032"/>
                <a:gd name="connsiteX13-327" fmla="*/ 766089 w 1523540"/>
                <a:gd name="connsiteY13-328" fmla="*/ 388593 h 914032"/>
                <a:gd name="connsiteX14-329" fmla="*/ 800209 w 1523540"/>
                <a:gd name="connsiteY14-330" fmla="*/ 204349 h 914032"/>
                <a:gd name="connsiteX0-331" fmla="*/ 800209 w 1523540"/>
                <a:gd name="connsiteY0-332" fmla="*/ 204349 h 914032"/>
                <a:gd name="connsiteX1-333" fmla="*/ 196266 w 1523540"/>
                <a:gd name="connsiteY1-334" fmla="*/ 12686 h 914032"/>
                <a:gd name="connsiteX2-335" fmla="*/ 147370 w 1523540"/>
                <a:gd name="connsiteY2-336" fmla="*/ 306113 h 914032"/>
                <a:gd name="connsiteX3-337" fmla="*/ 12021 w 1523540"/>
                <a:gd name="connsiteY3-338" fmla="*/ 518188 h 914032"/>
                <a:gd name="connsiteX4-339" fmla="*/ 636377 w 1523540"/>
                <a:gd name="connsiteY4-340" fmla="*/ 741181 h 914032"/>
                <a:gd name="connsiteX5-341" fmla="*/ 697851 w 1523540"/>
                <a:gd name="connsiteY5-342" fmla="*/ 647901 h 914032"/>
                <a:gd name="connsiteX6-343" fmla="*/ 875271 w 1523540"/>
                <a:gd name="connsiteY6-344" fmla="*/ 695668 h 914032"/>
                <a:gd name="connsiteX7-345" fmla="*/ 1189170 w 1523540"/>
                <a:gd name="connsiteY7-346" fmla="*/ 914032 h 914032"/>
                <a:gd name="connsiteX8-347" fmla="*/ 1523540 w 1523540"/>
                <a:gd name="connsiteY8-348" fmla="*/ 818498 h 914032"/>
                <a:gd name="connsiteX9-349" fmla="*/ 1189170 w 1523540"/>
                <a:gd name="connsiteY9-350" fmla="*/ 682020 h 914032"/>
                <a:gd name="connsiteX10-351" fmla="*/ 1250585 w 1523540"/>
                <a:gd name="connsiteY10-352" fmla="*/ 450008 h 914032"/>
                <a:gd name="connsiteX11-353" fmla="*/ 984454 w 1523540"/>
                <a:gd name="connsiteY11-354" fmla="*/ 340826 h 914032"/>
                <a:gd name="connsiteX12-355" fmla="*/ 909391 w 1523540"/>
                <a:gd name="connsiteY12-356" fmla="*/ 450008 h 914032"/>
                <a:gd name="connsiteX13-357" fmla="*/ 766089 w 1523540"/>
                <a:gd name="connsiteY13-358" fmla="*/ 388593 h 914032"/>
                <a:gd name="connsiteX14-359" fmla="*/ 800209 w 1523540"/>
                <a:gd name="connsiteY14-360" fmla="*/ 204349 h 914032"/>
                <a:gd name="connsiteX0-361" fmla="*/ 800209 w 1523540"/>
                <a:gd name="connsiteY0-362" fmla="*/ 204349 h 914032"/>
                <a:gd name="connsiteX1-363" fmla="*/ 196266 w 1523540"/>
                <a:gd name="connsiteY1-364" fmla="*/ 12686 h 914032"/>
                <a:gd name="connsiteX2-365" fmla="*/ 147370 w 1523540"/>
                <a:gd name="connsiteY2-366" fmla="*/ 306113 h 914032"/>
                <a:gd name="connsiteX3-367" fmla="*/ 12021 w 1523540"/>
                <a:gd name="connsiteY3-368" fmla="*/ 518188 h 914032"/>
                <a:gd name="connsiteX4-369" fmla="*/ 636377 w 1523540"/>
                <a:gd name="connsiteY4-370" fmla="*/ 741181 h 914032"/>
                <a:gd name="connsiteX5-371" fmla="*/ 697851 w 1523540"/>
                <a:gd name="connsiteY5-372" fmla="*/ 647901 h 914032"/>
                <a:gd name="connsiteX6-373" fmla="*/ 875271 w 1523540"/>
                <a:gd name="connsiteY6-374" fmla="*/ 695668 h 914032"/>
                <a:gd name="connsiteX7-375" fmla="*/ 1189170 w 1523540"/>
                <a:gd name="connsiteY7-376" fmla="*/ 914032 h 914032"/>
                <a:gd name="connsiteX8-377" fmla="*/ 1523540 w 1523540"/>
                <a:gd name="connsiteY8-378" fmla="*/ 818498 h 914032"/>
                <a:gd name="connsiteX9-379" fmla="*/ 1189170 w 1523540"/>
                <a:gd name="connsiteY9-380" fmla="*/ 682020 h 914032"/>
                <a:gd name="connsiteX10-381" fmla="*/ 1250585 w 1523540"/>
                <a:gd name="connsiteY10-382" fmla="*/ 450008 h 914032"/>
                <a:gd name="connsiteX11-383" fmla="*/ 984454 w 1523540"/>
                <a:gd name="connsiteY11-384" fmla="*/ 340826 h 914032"/>
                <a:gd name="connsiteX12-385" fmla="*/ 909391 w 1523540"/>
                <a:gd name="connsiteY12-386" fmla="*/ 450008 h 914032"/>
                <a:gd name="connsiteX13-387" fmla="*/ 766089 w 1523540"/>
                <a:gd name="connsiteY13-388" fmla="*/ 388593 h 914032"/>
                <a:gd name="connsiteX14-389" fmla="*/ 800209 w 1523540"/>
                <a:gd name="connsiteY14-390" fmla="*/ 204349 h 914032"/>
                <a:gd name="connsiteX0-391" fmla="*/ 800209 w 1523540"/>
                <a:gd name="connsiteY0-392" fmla="*/ 204349 h 914032"/>
                <a:gd name="connsiteX1-393" fmla="*/ 196266 w 1523540"/>
                <a:gd name="connsiteY1-394" fmla="*/ 12686 h 914032"/>
                <a:gd name="connsiteX2-395" fmla="*/ 147370 w 1523540"/>
                <a:gd name="connsiteY2-396" fmla="*/ 306113 h 914032"/>
                <a:gd name="connsiteX3-397" fmla="*/ 12021 w 1523540"/>
                <a:gd name="connsiteY3-398" fmla="*/ 518188 h 914032"/>
                <a:gd name="connsiteX4-399" fmla="*/ 636377 w 1523540"/>
                <a:gd name="connsiteY4-400" fmla="*/ 741181 h 914032"/>
                <a:gd name="connsiteX5-401" fmla="*/ 697851 w 1523540"/>
                <a:gd name="connsiteY5-402" fmla="*/ 647901 h 914032"/>
                <a:gd name="connsiteX6-403" fmla="*/ 875271 w 1523540"/>
                <a:gd name="connsiteY6-404" fmla="*/ 695668 h 914032"/>
                <a:gd name="connsiteX7-405" fmla="*/ 1189170 w 1523540"/>
                <a:gd name="connsiteY7-406" fmla="*/ 914032 h 914032"/>
                <a:gd name="connsiteX8-407" fmla="*/ 1523540 w 1523540"/>
                <a:gd name="connsiteY8-408" fmla="*/ 818498 h 914032"/>
                <a:gd name="connsiteX9-409" fmla="*/ 1189170 w 1523540"/>
                <a:gd name="connsiteY9-410" fmla="*/ 682020 h 914032"/>
                <a:gd name="connsiteX10-411" fmla="*/ 1250585 w 1523540"/>
                <a:gd name="connsiteY10-412" fmla="*/ 450008 h 914032"/>
                <a:gd name="connsiteX11-413" fmla="*/ 984454 w 1523540"/>
                <a:gd name="connsiteY11-414" fmla="*/ 340826 h 914032"/>
                <a:gd name="connsiteX12-415" fmla="*/ 909391 w 1523540"/>
                <a:gd name="connsiteY12-416" fmla="*/ 450008 h 914032"/>
                <a:gd name="connsiteX13-417" fmla="*/ 766089 w 1523540"/>
                <a:gd name="connsiteY13-418" fmla="*/ 388593 h 914032"/>
                <a:gd name="connsiteX14-419" fmla="*/ 800209 w 1523540"/>
                <a:gd name="connsiteY14-420" fmla="*/ 204349 h 914032"/>
                <a:gd name="connsiteX0-421" fmla="*/ 800209 w 1523540"/>
                <a:gd name="connsiteY0-422" fmla="*/ 204349 h 914032"/>
                <a:gd name="connsiteX1-423" fmla="*/ 196266 w 1523540"/>
                <a:gd name="connsiteY1-424" fmla="*/ 12686 h 914032"/>
                <a:gd name="connsiteX2-425" fmla="*/ 147370 w 1523540"/>
                <a:gd name="connsiteY2-426" fmla="*/ 306113 h 914032"/>
                <a:gd name="connsiteX3-427" fmla="*/ 12021 w 1523540"/>
                <a:gd name="connsiteY3-428" fmla="*/ 518188 h 914032"/>
                <a:gd name="connsiteX4-429" fmla="*/ 636377 w 1523540"/>
                <a:gd name="connsiteY4-430" fmla="*/ 741181 h 914032"/>
                <a:gd name="connsiteX5-431" fmla="*/ 697851 w 1523540"/>
                <a:gd name="connsiteY5-432" fmla="*/ 647901 h 914032"/>
                <a:gd name="connsiteX6-433" fmla="*/ 875271 w 1523540"/>
                <a:gd name="connsiteY6-434" fmla="*/ 695668 h 914032"/>
                <a:gd name="connsiteX7-435" fmla="*/ 1189170 w 1523540"/>
                <a:gd name="connsiteY7-436" fmla="*/ 914032 h 914032"/>
                <a:gd name="connsiteX8-437" fmla="*/ 1523540 w 1523540"/>
                <a:gd name="connsiteY8-438" fmla="*/ 818498 h 914032"/>
                <a:gd name="connsiteX9-439" fmla="*/ 1189170 w 1523540"/>
                <a:gd name="connsiteY9-440" fmla="*/ 682020 h 914032"/>
                <a:gd name="connsiteX10-441" fmla="*/ 1250585 w 1523540"/>
                <a:gd name="connsiteY10-442" fmla="*/ 450008 h 914032"/>
                <a:gd name="connsiteX11-443" fmla="*/ 984454 w 1523540"/>
                <a:gd name="connsiteY11-444" fmla="*/ 340826 h 914032"/>
                <a:gd name="connsiteX12-445" fmla="*/ 909391 w 1523540"/>
                <a:gd name="connsiteY12-446" fmla="*/ 450008 h 914032"/>
                <a:gd name="connsiteX13-447" fmla="*/ 766089 w 1523540"/>
                <a:gd name="connsiteY13-448" fmla="*/ 388593 h 914032"/>
                <a:gd name="connsiteX14-449" fmla="*/ 800209 w 1523540"/>
                <a:gd name="connsiteY14-450" fmla="*/ 204349 h 914032"/>
                <a:gd name="connsiteX0-451" fmla="*/ 800209 w 1523540"/>
                <a:gd name="connsiteY0-452" fmla="*/ 204349 h 914032"/>
                <a:gd name="connsiteX1-453" fmla="*/ 196266 w 1523540"/>
                <a:gd name="connsiteY1-454" fmla="*/ 12686 h 914032"/>
                <a:gd name="connsiteX2-455" fmla="*/ 147370 w 1523540"/>
                <a:gd name="connsiteY2-456" fmla="*/ 306113 h 914032"/>
                <a:gd name="connsiteX3-457" fmla="*/ 12021 w 1523540"/>
                <a:gd name="connsiteY3-458" fmla="*/ 518188 h 914032"/>
                <a:gd name="connsiteX4-459" fmla="*/ 636377 w 1523540"/>
                <a:gd name="connsiteY4-460" fmla="*/ 741181 h 914032"/>
                <a:gd name="connsiteX5-461" fmla="*/ 697851 w 1523540"/>
                <a:gd name="connsiteY5-462" fmla="*/ 647901 h 914032"/>
                <a:gd name="connsiteX6-463" fmla="*/ 875271 w 1523540"/>
                <a:gd name="connsiteY6-464" fmla="*/ 695668 h 914032"/>
                <a:gd name="connsiteX7-465" fmla="*/ 1189170 w 1523540"/>
                <a:gd name="connsiteY7-466" fmla="*/ 914032 h 914032"/>
                <a:gd name="connsiteX8-467" fmla="*/ 1523540 w 1523540"/>
                <a:gd name="connsiteY8-468" fmla="*/ 818498 h 914032"/>
                <a:gd name="connsiteX9-469" fmla="*/ 1189170 w 1523540"/>
                <a:gd name="connsiteY9-470" fmla="*/ 682020 h 914032"/>
                <a:gd name="connsiteX10-471" fmla="*/ 1250585 w 1523540"/>
                <a:gd name="connsiteY10-472" fmla="*/ 450008 h 914032"/>
                <a:gd name="connsiteX11-473" fmla="*/ 984454 w 1523540"/>
                <a:gd name="connsiteY11-474" fmla="*/ 340826 h 914032"/>
                <a:gd name="connsiteX12-475" fmla="*/ 909391 w 1523540"/>
                <a:gd name="connsiteY12-476" fmla="*/ 450008 h 914032"/>
                <a:gd name="connsiteX13-477" fmla="*/ 766089 w 1523540"/>
                <a:gd name="connsiteY13-478" fmla="*/ 388593 h 914032"/>
                <a:gd name="connsiteX14-479" fmla="*/ 800209 w 1523540"/>
                <a:gd name="connsiteY14-480" fmla="*/ 204349 h 914032"/>
                <a:gd name="connsiteX0-481" fmla="*/ 800209 w 1523540"/>
                <a:gd name="connsiteY0-482" fmla="*/ 204349 h 914032"/>
                <a:gd name="connsiteX1-483" fmla="*/ 196266 w 1523540"/>
                <a:gd name="connsiteY1-484" fmla="*/ 12686 h 914032"/>
                <a:gd name="connsiteX2-485" fmla="*/ 147370 w 1523540"/>
                <a:gd name="connsiteY2-486" fmla="*/ 306113 h 914032"/>
                <a:gd name="connsiteX3-487" fmla="*/ 12021 w 1523540"/>
                <a:gd name="connsiteY3-488" fmla="*/ 518188 h 914032"/>
                <a:gd name="connsiteX4-489" fmla="*/ 636377 w 1523540"/>
                <a:gd name="connsiteY4-490" fmla="*/ 741181 h 914032"/>
                <a:gd name="connsiteX5-491" fmla="*/ 697851 w 1523540"/>
                <a:gd name="connsiteY5-492" fmla="*/ 647901 h 914032"/>
                <a:gd name="connsiteX6-493" fmla="*/ 875271 w 1523540"/>
                <a:gd name="connsiteY6-494" fmla="*/ 695668 h 914032"/>
                <a:gd name="connsiteX7-495" fmla="*/ 1189170 w 1523540"/>
                <a:gd name="connsiteY7-496" fmla="*/ 914032 h 914032"/>
                <a:gd name="connsiteX8-497" fmla="*/ 1523540 w 1523540"/>
                <a:gd name="connsiteY8-498" fmla="*/ 818498 h 914032"/>
                <a:gd name="connsiteX9-499" fmla="*/ 1189170 w 1523540"/>
                <a:gd name="connsiteY9-500" fmla="*/ 682020 h 914032"/>
                <a:gd name="connsiteX10-501" fmla="*/ 1250585 w 1523540"/>
                <a:gd name="connsiteY10-502" fmla="*/ 450008 h 914032"/>
                <a:gd name="connsiteX11-503" fmla="*/ 984454 w 1523540"/>
                <a:gd name="connsiteY11-504" fmla="*/ 340826 h 914032"/>
                <a:gd name="connsiteX12-505" fmla="*/ 909391 w 1523540"/>
                <a:gd name="connsiteY12-506" fmla="*/ 450008 h 914032"/>
                <a:gd name="connsiteX13-507" fmla="*/ 766089 w 1523540"/>
                <a:gd name="connsiteY13-508" fmla="*/ 388593 h 914032"/>
                <a:gd name="connsiteX14-509" fmla="*/ 800209 w 1523540"/>
                <a:gd name="connsiteY14-510" fmla="*/ 204349 h 914032"/>
                <a:gd name="connsiteX0-511" fmla="*/ 800209 w 1523540"/>
                <a:gd name="connsiteY0-512" fmla="*/ 204349 h 914032"/>
                <a:gd name="connsiteX1-513" fmla="*/ 196266 w 1523540"/>
                <a:gd name="connsiteY1-514" fmla="*/ 12686 h 914032"/>
                <a:gd name="connsiteX2-515" fmla="*/ 147370 w 1523540"/>
                <a:gd name="connsiteY2-516" fmla="*/ 306113 h 914032"/>
                <a:gd name="connsiteX3-517" fmla="*/ 12021 w 1523540"/>
                <a:gd name="connsiteY3-518" fmla="*/ 518188 h 914032"/>
                <a:gd name="connsiteX4-519" fmla="*/ 636377 w 1523540"/>
                <a:gd name="connsiteY4-520" fmla="*/ 741181 h 914032"/>
                <a:gd name="connsiteX5-521" fmla="*/ 705803 w 1523540"/>
                <a:gd name="connsiteY5-522" fmla="*/ 624047 h 914032"/>
                <a:gd name="connsiteX6-523" fmla="*/ 875271 w 1523540"/>
                <a:gd name="connsiteY6-524" fmla="*/ 695668 h 914032"/>
                <a:gd name="connsiteX7-525" fmla="*/ 1189170 w 1523540"/>
                <a:gd name="connsiteY7-526" fmla="*/ 914032 h 914032"/>
                <a:gd name="connsiteX8-527" fmla="*/ 1523540 w 1523540"/>
                <a:gd name="connsiteY8-528" fmla="*/ 818498 h 914032"/>
                <a:gd name="connsiteX9-529" fmla="*/ 1189170 w 1523540"/>
                <a:gd name="connsiteY9-530" fmla="*/ 682020 h 914032"/>
                <a:gd name="connsiteX10-531" fmla="*/ 1250585 w 1523540"/>
                <a:gd name="connsiteY10-532" fmla="*/ 450008 h 914032"/>
                <a:gd name="connsiteX11-533" fmla="*/ 984454 w 1523540"/>
                <a:gd name="connsiteY11-534" fmla="*/ 340826 h 914032"/>
                <a:gd name="connsiteX12-535" fmla="*/ 909391 w 1523540"/>
                <a:gd name="connsiteY12-536" fmla="*/ 450008 h 914032"/>
                <a:gd name="connsiteX13-537" fmla="*/ 766089 w 1523540"/>
                <a:gd name="connsiteY13-538" fmla="*/ 388593 h 914032"/>
                <a:gd name="connsiteX14-539" fmla="*/ 800209 w 1523540"/>
                <a:gd name="connsiteY14-540" fmla="*/ 204349 h 914032"/>
                <a:gd name="connsiteX0-541" fmla="*/ 800209 w 1523540"/>
                <a:gd name="connsiteY0-542" fmla="*/ 204349 h 914032"/>
                <a:gd name="connsiteX1-543" fmla="*/ 196266 w 1523540"/>
                <a:gd name="connsiteY1-544" fmla="*/ 12686 h 914032"/>
                <a:gd name="connsiteX2-545" fmla="*/ 147370 w 1523540"/>
                <a:gd name="connsiteY2-546" fmla="*/ 306113 h 914032"/>
                <a:gd name="connsiteX3-547" fmla="*/ 12021 w 1523540"/>
                <a:gd name="connsiteY3-548" fmla="*/ 518188 h 914032"/>
                <a:gd name="connsiteX4-549" fmla="*/ 636377 w 1523540"/>
                <a:gd name="connsiteY4-550" fmla="*/ 741181 h 914032"/>
                <a:gd name="connsiteX5-551" fmla="*/ 705803 w 1523540"/>
                <a:gd name="connsiteY5-552" fmla="*/ 624047 h 914032"/>
                <a:gd name="connsiteX6-553" fmla="*/ 875271 w 1523540"/>
                <a:gd name="connsiteY6-554" fmla="*/ 695668 h 914032"/>
                <a:gd name="connsiteX7-555" fmla="*/ 1189170 w 1523540"/>
                <a:gd name="connsiteY7-556" fmla="*/ 914032 h 914032"/>
                <a:gd name="connsiteX8-557" fmla="*/ 1523540 w 1523540"/>
                <a:gd name="connsiteY8-558" fmla="*/ 818498 h 914032"/>
                <a:gd name="connsiteX9-559" fmla="*/ 1189170 w 1523540"/>
                <a:gd name="connsiteY9-560" fmla="*/ 682020 h 914032"/>
                <a:gd name="connsiteX10-561" fmla="*/ 1250585 w 1523540"/>
                <a:gd name="connsiteY10-562" fmla="*/ 450008 h 914032"/>
                <a:gd name="connsiteX11-563" fmla="*/ 984454 w 1523540"/>
                <a:gd name="connsiteY11-564" fmla="*/ 340826 h 914032"/>
                <a:gd name="connsiteX12-565" fmla="*/ 909391 w 1523540"/>
                <a:gd name="connsiteY12-566" fmla="*/ 450008 h 914032"/>
                <a:gd name="connsiteX13-567" fmla="*/ 766089 w 1523540"/>
                <a:gd name="connsiteY13-568" fmla="*/ 388593 h 914032"/>
                <a:gd name="connsiteX14-569" fmla="*/ 800209 w 1523540"/>
                <a:gd name="connsiteY14-570" fmla="*/ 204349 h 914032"/>
                <a:gd name="connsiteX0-571" fmla="*/ 800209 w 1523540"/>
                <a:gd name="connsiteY0-572" fmla="*/ 204349 h 914032"/>
                <a:gd name="connsiteX1-573" fmla="*/ 196266 w 1523540"/>
                <a:gd name="connsiteY1-574" fmla="*/ 12686 h 914032"/>
                <a:gd name="connsiteX2-575" fmla="*/ 147370 w 1523540"/>
                <a:gd name="connsiteY2-576" fmla="*/ 306113 h 914032"/>
                <a:gd name="connsiteX3-577" fmla="*/ 12021 w 1523540"/>
                <a:gd name="connsiteY3-578" fmla="*/ 518188 h 914032"/>
                <a:gd name="connsiteX4-579" fmla="*/ 636377 w 1523540"/>
                <a:gd name="connsiteY4-580" fmla="*/ 741181 h 914032"/>
                <a:gd name="connsiteX5-581" fmla="*/ 705803 w 1523540"/>
                <a:gd name="connsiteY5-582" fmla="*/ 624047 h 914032"/>
                <a:gd name="connsiteX6-583" fmla="*/ 859369 w 1523540"/>
                <a:gd name="connsiteY6-584" fmla="*/ 679765 h 914032"/>
                <a:gd name="connsiteX7-585" fmla="*/ 1189170 w 1523540"/>
                <a:gd name="connsiteY7-586" fmla="*/ 914032 h 914032"/>
                <a:gd name="connsiteX8-587" fmla="*/ 1523540 w 1523540"/>
                <a:gd name="connsiteY8-588" fmla="*/ 818498 h 914032"/>
                <a:gd name="connsiteX9-589" fmla="*/ 1189170 w 1523540"/>
                <a:gd name="connsiteY9-590" fmla="*/ 682020 h 914032"/>
                <a:gd name="connsiteX10-591" fmla="*/ 1250585 w 1523540"/>
                <a:gd name="connsiteY10-592" fmla="*/ 450008 h 914032"/>
                <a:gd name="connsiteX11-593" fmla="*/ 984454 w 1523540"/>
                <a:gd name="connsiteY11-594" fmla="*/ 340826 h 914032"/>
                <a:gd name="connsiteX12-595" fmla="*/ 909391 w 1523540"/>
                <a:gd name="connsiteY12-596" fmla="*/ 450008 h 914032"/>
                <a:gd name="connsiteX13-597" fmla="*/ 766089 w 1523540"/>
                <a:gd name="connsiteY13-598" fmla="*/ 388593 h 914032"/>
                <a:gd name="connsiteX14-599" fmla="*/ 800209 w 1523540"/>
                <a:gd name="connsiteY14-600" fmla="*/ 204349 h 914032"/>
                <a:gd name="connsiteX0-601" fmla="*/ 800209 w 1523540"/>
                <a:gd name="connsiteY0-602" fmla="*/ 204349 h 914032"/>
                <a:gd name="connsiteX1-603" fmla="*/ 196266 w 1523540"/>
                <a:gd name="connsiteY1-604" fmla="*/ 12686 h 914032"/>
                <a:gd name="connsiteX2-605" fmla="*/ 147370 w 1523540"/>
                <a:gd name="connsiteY2-606" fmla="*/ 306113 h 914032"/>
                <a:gd name="connsiteX3-607" fmla="*/ 12021 w 1523540"/>
                <a:gd name="connsiteY3-608" fmla="*/ 518188 h 914032"/>
                <a:gd name="connsiteX4-609" fmla="*/ 636377 w 1523540"/>
                <a:gd name="connsiteY4-610" fmla="*/ 741181 h 914032"/>
                <a:gd name="connsiteX5-611" fmla="*/ 705803 w 1523540"/>
                <a:gd name="connsiteY5-612" fmla="*/ 624047 h 914032"/>
                <a:gd name="connsiteX6-613" fmla="*/ 859369 w 1523540"/>
                <a:gd name="connsiteY6-614" fmla="*/ 679765 h 914032"/>
                <a:gd name="connsiteX7-615" fmla="*/ 1189170 w 1523540"/>
                <a:gd name="connsiteY7-616" fmla="*/ 914032 h 914032"/>
                <a:gd name="connsiteX8-617" fmla="*/ 1523540 w 1523540"/>
                <a:gd name="connsiteY8-618" fmla="*/ 818498 h 914032"/>
                <a:gd name="connsiteX9-619" fmla="*/ 1189170 w 1523540"/>
                <a:gd name="connsiteY9-620" fmla="*/ 682020 h 914032"/>
                <a:gd name="connsiteX10-621" fmla="*/ 1250585 w 1523540"/>
                <a:gd name="connsiteY10-622" fmla="*/ 450008 h 914032"/>
                <a:gd name="connsiteX11-623" fmla="*/ 984454 w 1523540"/>
                <a:gd name="connsiteY11-624" fmla="*/ 340826 h 914032"/>
                <a:gd name="connsiteX12-625" fmla="*/ 909391 w 1523540"/>
                <a:gd name="connsiteY12-626" fmla="*/ 450008 h 914032"/>
                <a:gd name="connsiteX13-627" fmla="*/ 766089 w 1523540"/>
                <a:gd name="connsiteY13-628" fmla="*/ 388593 h 914032"/>
                <a:gd name="connsiteX14-629" fmla="*/ 800209 w 1523540"/>
                <a:gd name="connsiteY14-630" fmla="*/ 204349 h 914032"/>
                <a:gd name="connsiteX0-631" fmla="*/ 800209 w 1523540"/>
                <a:gd name="connsiteY0-632" fmla="*/ 204349 h 914032"/>
                <a:gd name="connsiteX1-633" fmla="*/ 196266 w 1523540"/>
                <a:gd name="connsiteY1-634" fmla="*/ 12686 h 914032"/>
                <a:gd name="connsiteX2-635" fmla="*/ 147370 w 1523540"/>
                <a:gd name="connsiteY2-636" fmla="*/ 306113 h 914032"/>
                <a:gd name="connsiteX3-637" fmla="*/ 12021 w 1523540"/>
                <a:gd name="connsiteY3-638" fmla="*/ 518188 h 914032"/>
                <a:gd name="connsiteX4-639" fmla="*/ 636377 w 1523540"/>
                <a:gd name="connsiteY4-640" fmla="*/ 741181 h 914032"/>
                <a:gd name="connsiteX5-641" fmla="*/ 705803 w 1523540"/>
                <a:gd name="connsiteY5-642" fmla="*/ 624047 h 914032"/>
                <a:gd name="connsiteX6-643" fmla="*/ 859369 w 1523540"/>
                <a:gd name="connsiteY6-644" fmla="*/ 679765 h 914032"/>
                <a:gd name="connsiteX7-645" fmla="*/ 1189170 w 1523540"/>
                <a:gd name="connsiteY7-646" fmla="*/ 914032 h 914032"/>
                <a:gd name="connsiteX8-647" fmla="*/ 1523540 w 1523540"/>
                <a:gd name="connsiteY8-648" fmla="*/ 818498 h 914032"/>
                <a:gd name="connsiteX9-649" fmla="*/ 1189170 w 1523540"/>
                <a:gd name="connsiteY9-650" fmla="*/ 682020 h 914032"/>
                <a:gd name="connsiteX10-651" fmla="*/ 1250585 w 1523540"/>
                <a:gd name="connsiteY10-652" fmla="*/ 450008 h 914032"/>
                <a:gd name="connsiteX11-653" fmla="*/ 984454 w 1523540"/>
                <a:gd name="connsiteY11-654" fmla="*/ 340826 h 914032"/>
                <a:gd name="connsiteX12-655" fmla="*/ 909391 w 1523540"/>
                <a:gd name="connsiteY12-656" fmla="*/ 450008 h 914032"/>
                <a:gd name="connsiteX13-657" fmla="*/ 766089 w 1523540"/>
                <a:gd name="connsiteY13-658" fmla="*/ 388593 h 914032"/>
                <a:gd name="connsiteX14-659" fmla="*/ 800209 w 1523540"/>
                <a:gd name="connsiteY14-660" fmla="*/ 204349 h 914032"/>
                <a:gd name="connsiteX0-661" fmla="*/ 800209 w 1523540"/>
                <a:gd name="connsiteY0-662" fmla="*/ 204349 h 982628"/>
                <a:gd name="connsiteX1-663" fmla="*/ 196266 w 1523540"/>
                <a:gd name="connsiteY1-664" fmla="*/ 12686 h 982628"/>
                <a:gd name="connsiteX2-665" fmla="*/ 147370 w 1523540"/>
                <a:gd name="connsiteY2-666" fmla="*/ 306113 h 982628"/>
                <a:gd name="connsiteX3-667" fmla="*/ 12021 w 1523540"/>
                <a:gd name="connsiteY3-668" fmla="*/ 518188 h 982628"/>
                <a:gd name="connsiteX4-669" fmla="*/ 636377 w 1523540"/>
                <a:gd name="connsiteY4-670" fmla="*/ 741181 h 982628"/>
                <a:gd name="connsiteX5-671" fmla="*/ 705803 w 1523540"/>
                <a:gd name="connsiteY5-672" fmla="*/ 624047 h 982628"/>
                <a:gd name="connsiteX6-673" fmla="*/ 859369 w 1523540"/>
                <a:gd name="connsiteY6-674" fmla="*/ 679765 h 982628"/>
                <a:gd name="connsiteX7-675" fmla="*/ 1189170 w 1523540"/>
                <a:gd name="connsiteY7-676" fmla="*/ 914032 h 982628"/>
                <a:gd name="connsiteX8-677" fmla="*/ 1523540 w 1523540"/>
                <a:gd name="connsiteY8-678" fmla="*/ 818498 h 982628"/>
                <a:gd name="connsiteX9-679" fmla="*/ 1189170 w 1523540"/>
                <a:gd name="connsiteY9-680" fmla="*/ 682020 h 982628"/>
                <a:gd name="connsiteX10-681" fmla="*/ 1250585 w 1523540"/>
                <a:gd name="connsiteY10-682" fmla="*/ 450008 h 982628"/>
                <a:gd name="connsiteX11-683" fmla="*/ 984454 w 1523540"/>
                <a:gd name="connsiteY11-684" fmla="*/ 340826 h 982628"/>
                <a:gd name="connsiteX12-685" fmla="*/ 909391 w 1523540"/>
                <a:gd name="connsiteY12-686" fmla="*/ 450008 h 982628"/>
                <a:gd name="connsiteX13-687" fmla="*/ 766089 w 1523540"/>
                <a:gd name="connsiteY13-688" fmla="*/ 388593 h 982628"/>
                <a:gd name="connsiteX14-689" fmla="*/ 800209 w 1523540"/>
                <a:gd name="connsiteY14-690" fmla="*/ 204349 h 982628"/>
                <a:gd name="connsiteX0-691" fmla="*/ 800209 w 1554538"/>
                <a:gd name="connsiteY0-692" fmla="*/ 204349 h 982009"/>
                <a:gd name="connsiteX1-693" fmla="*/ 196266 w 1554538"/>
                <a:gd name="connsiteY1-694" fmla="*/ 12686 h 982009"/>
                <a:gd name="connsiteX2-695" fmla="*/ 147370 w 1554538"/>
                <a:gd name="connsiteY2-696" fmla="*/ 306113 h 982009"/>
                <a:gd name="connsiteX3-697" fmla="*/ 12021 w 1554538"/>
                <a:gd name="connsiteY3-698" fmla="*/ 518188 h 982009"/>
                <a:gd name="connsiteX4-699" fmla="*/ 636377 w 1554538"/>
                <a:gd name="connsiteY4-700" fmla="*/ 741181 h 982009"/>
                <a:gd name="connsiteX5-701" fmla="*/ 705803 w 1554538"/>
                <a:gd name="connsiteY5-702" fmla="*/ 624047 h 982009"/>
                <a:gd name="connsiteX6-703" fmla="*/ 859369 w 1554538"/>
                <a:gd name="connsiteY6-704" fmla="*/ 679765 h 982009"/>
                <a:gd name="connsiteX7-705" fmla="*/ 1189170 w 1554538"/>
                <a:gd name="connsiteY7-706" fmla="*/ 914032 h 982009"/>
                <a:gd name="connsiteX8-707" fmla="*/ 1523540 w 1554538"/>
                <a:gd name="connsiteY8-708" fmla="*/ 818498 h 982009"/>
                <a:gd name="connsiteX9-709" fmla="*/ 1189170 w 1554538"/>
                <a:gd name="connsiteY9-710" fmla="*/ 682020 h 982009"/>
                <a:gd name="connsiteX10-711" fmla="*/ 1250585 w 1554538"/>
                <a:gd name="connsiteY10-712" fmla="*/ 450008 h 982009"/>
                <a:gd name="connsiteX11-713" fmla="*/ 984454 w 1554538"/>
                <a:gd name="connsiteY11-714" fmla="*/ 340826 h 982009"/>
                <a:gd name="connsiteX12-715" fmla="*/ 909391 w 1554538"/>
                <a:gd name="connsiteY12-716" fmla="*/ 450008 h 982009"/>
                <a:gd name="connsiteX13-717" fmla="*/ 766089 w 1554538"/>
                <a:gd name="connsiteY13-718" fmla="*/ 388593 h 982009"/>
                <a:gd name="connsiteX14-719" fmla="*/ 800209 w 1554538"/>
                <a:gd name="connsiteY14-720" fmla="*/ 204349 h 982009"/>
                <a:gd name="connsiteX0-721" fmla="*/ 800209 w 1554538"/>
                <a:gd name="connsiteY0-722" fmla="*/ 204349 h 982009"/>
                <a:gd name="connsiteX1-723" fmla="*/ 196266 w 1554538"/>
                <a:gd name="connsiteY1-724" fmla="*/ 12686 h 982009"/>
                <a:gd name="connsiteX2-725" fmla="*/ 147370 w 1554538"/>
                <a:gd name="connsiteY2-726" fmla="*/ 306113 h 982009"/>
                <a:gd name="connsiteX3-727" fmla="*/ 12021 w 1554538"/>
                <a:gd name="connsiteY3-728" fmla="*/ 518188 h 982009"/>
                <a:gd name="connsiteX4-729" fmla="*/ 636377 w 1554538"/>
                <a:gd name="connsiteY4-730" fmla="*/ 741181 h 982009"/>
                <a:gd name="connsiteX5-731" fmla="*/ 705803 w 1554538"/>
                <a:gd name="connsiteY5-732" fmla="*/ 624047 h 982009"/>
                <a:gd name="connsiteX6-733" fmla="*/ 859369 w 1554538"/>
                <a:gd name="connsiteY6-734" fmla="*/ 679765 h 982009"/>
                <a:gd name="connsiteX7-735" fmla="*/ 1189170 w 1554538"/>
                <a:gd name="connsiteY7-736" fmla="*/ 914032 h 982009"/>
                <a:gd name="connsiteX8-737" fmla="*/ 1523540 w 1554538"/>
                <a:gd name="connsiteY8-738" fmla="*/ 818498 h 982009"/>
                <a:gd name="connsiteX9-739" fmla="*/ 1189170 w 1554538"/>
                <a:gd name="connsiteY9-740" fmla="*/ 682020 h 982009"/>
                <a:gd name="connsiteX10-741" fmla="*/ 1250585 w 1554538"/>
                <a:gd name="connsiteY10-742" fmla="*/ 450008 h 982009"/>
                <a:gd name="connsiteX11-743" fmla="*/ 984454 w 1554538"/>
                <a:gd name="connsiteY11-744" fmla="*/ 340826 h 982009"/>
                <a:gd name="connsiteX12-745" fmla="*/ 909391 w 1554538"/>
                <a:gd name="connsiteY12-746" fmla="*/ 450008 h 982009"/>
                <a:gd name="connsiteX13-747" fmla="*/ 766089 w 1554538"/>
                <a:gd name="connsiteY13-748" fmla="*/ 388593 h 982009"/>
                <a:gd name="connsiteX14-749" fmla="*/ 800209 w 1554538"/>
                <a:gd name="connsiteY14-750" fmla="*/ 204349 h 982009"/>
                <a:gd name="connsiteX0-751" fmla="*/ 800209 w 1554538"/>
                <a:gd name="connsiteY0-752" fmla="*/ 204349 h 982009"/>
                <a:gd name="connsiteX1-753" fmla="*/ 196266 w 1554538"/>
                <a:gd name="connsiteY1-754" fmla="*/ 12686 h 982009"/>
                <a:gd name="connsiteX2-755" fmla="*/ 147370 w 1554538"/>
                <a:gd name="connsiteY2-756" fmla="*/ 306113 h 982009"/>
                <a:gd name="connsiteX3-757" fmla="*/ 12021 w 1554538"/>
                <a:gd name="connsiteY3-758" fmla="*/ 518188 h 982009"/>
                <a:gd name="connsiteX4-759" fmla="*/ 636377 w 1554538"/>
                <a:gd name="connsiteY4-760" fmla="*/ 741181 h 982009"/>
                <a:gd name="connsiteX5-761" fmla="*/ 705803 w 1554538"/>
                <a:gd name="connsiteY5-762" fmla="*/ 624047 h 982009"/>
                <a:gd name="connsiteX6-763" fmla="*/ 859369 w 1554538"/>
                <a:gd name="connsiteY6-764" fmla="*/ 679765 h 982009"/>
                <a:gd name="connsiteX7-765" fmla="*/ 1189170 w 1554538"/>
                <a:gd name="connsiteY7-766" fmla="*/ 914032 h 982009"/>
                <a:gd name="connsiteX8-767" fmla="*/ 1523540 w 1554538"/>
                <a:gd name="connsiteY8-768" fmla="*/ 818498 h 982009"/>
                <a:gd name="connsiteX9-769" fmla="*/ 1173267 w 1554538"/>
                <a:gd name="connsiteY9-770" fmla="*/ 634312 h 982009"/>
                <a:gd name="connsiteX10-771" fmla="*/ 1250585 w 1554538"/>
                <a:gd name="connsiteY10-772" fmla="*/ 450008 h 982009"/>
                <a:gd name="connsiteX11-773" fmla="*/ 984454 w 1554538"/>
                <a:gd name="connsiteY11-774" fmla="*/ 340826 h 982009"/>
                <a:gd name="connsiteX12-775" fmla="*/ 909391 w 1554538"/>
                <a:gd name="connsiteY12-776" fmla="*/ 450008 h 982009"/>
                <a:gd name="connsiteX13-777" fmla="*/ 766089 w 1554538"/>
                <a:gd name="connsiteY13-778" fmla="*/ 388593 h 982009"/>
                <a:gd name="connsiteX14-779" fmla="*/ 800209 w 1554538"/>
                <a:gd name="connsiteY14-780" fmla="*/ 204349 h 982009"/>
                <a:gd name="connsiteX0-781" fmla="*/ 800209 w 1554538"/>
                <a:gd name="connsiteY0-782" fmla="*/ 204349 h 982009"/>
                <a:gd name="connsiteX1-783" fmla="*/ 196266 w 1554538"/>
                <a:gd name="connsiteY1-784" fmla="*/ 12686 h 982009"/>
                <a:gd name="connsiteX2-785" fmla="*/ 147370 w 1554538"/>
                <a:gd name="connsiteY2-786" fmla="*/ 306113 h 982009"/>
                <a:gd name="connsiteX3-787" fmla="*/ 12021 w 1554538"/>
                <a:gd name="connsiteY3-788" fmla="*/ 518188 h 982009"/>
                <a:gd name="connsiteX4-789" fmla="*/ 636377 w 1554538"/>
                <a:gd name="connsiteY4-790" fmla="*/ 741181 h 982009"/>
                <a:gd name="connsiteX5-791" fmla="*/ 705803 w 1554538"/>
                <a:gd name="connsiteY5-792" fmla="*/ 624047 h 982009"/>
                <a:gd name="connsiteX6-793" fmla="*/ 859369 w 1554538"/>
                <a:gd name="connsiteY6-794" fmla="*/ 679765 h 982009"/>
                <a:gd name="connsiteX7-795" fmla="*/ 1189170 w 1554538"/>
                <a:gd name="connsiteY7-796" fmla="*/ 914032 h 982009"/>
                <a:gd name="connsiteX8-797" fmla="*/ 1523540 w 1554538"/>
                <a:gd name="connsiteY8-798" fmla="*/ 818498 h 982009"/>
                <a:gd name="connsiteX9-799" fmla="*/ 1173267 w 1554538"/>
                <a:gd name="connsiteY9-800" fmla="*/ 634312 h 982009"/>
                <a:gd name="connsiteX10-801" fmla="*/ 1250585 w 1554538"/>
                <a:gd name="connsiteY10-802" fmla="*/ 450008 h 982009"/>
                <a:gd name="connsiteX11-803" fmla="*/ 984454 w 1554538"/>
                <a:gd name="connsiteY11-804" fmla="*/ 340826 h 982009"/>
                <a:gd name="connsiteX12-805" fmla="*/ 909391 w 1554538"/>
                <a:gd name="connsiteY12-806" fmla="*/ 450008 h 982009"/>
                <a:gd name="connsiteX13-807" fmla="*/ 766089 w 1554538"/>
                <a:gd name="connsiteY13-808" fmla="*/ 388593 h 982009"/>
                <a:gd name="connsiteX14-809" fmla="*/ 800209 w 1554538"/>
                <a:gd name="connsiteY14-810" fmla="*/ 204349 h 982009"/>
                <a:gd name="connsiteX0-811" fmla="*/ 800209 w 1542543"/>
                <a:gd name="connsiteY0-812" fmla="*/ 204349 h 976908"/>
                <a:gd name="connsiteX1-813" fmla="*/ 196266 w 1542543"/>
                <a:gd name="connsiteY1-814" fmla="*/ 12686 h 976908"/>
                <a:gd name="connsiteX2-815" fmla="*/ 147370 w 1542543"/>
                <a:gd name="connsiteY2-816" fmla="*/ 306113 h 976908"/>
                <a:gd name="connsiteX3-817" fmla="*/ 12021 w 1542543"/>
                <a:gd name="connsiteY3-818" fmla="*/ 518188 h 976908"/>
                <a:gd name="connsiteX4-819" fmla="*/ 636377 w 1542543"/>
                <a:gd name="connsiteY4-820" fmla="*/ 741181 h 976908"/>
                <a:gd name="connsiteX5-821" fmla="*/ 705803 w 1542543"/>
                <a:gd name="connsiteY5-822" fmla="*/ 624047 h 976908"/>
                <a:gd name="connsiteX6-823" fmla="*/ 859369 w 1542543"/>
                <a:gd name="connsiteY6-824" fmla="*/ 679765 h 976908"/>
                <a:gd name="connsiteX7-825" fmla="*/ 1189170 w 1542543"/>
                <a:gd name="connsiteY7-826" fmla="*/ 914032 h 976908"/>
                <a:gd name="connsiteX8-827" fmla="*/ 1507637 w 1542543"/>
                <a:gd name="connsiteY8-828" fmla="*/ 786693 h 976908"/>
                <a:gd name="connsiteX9-829" fmla="*/ 1173267 w 1542543"/>
                <a:gd name="connsiteY9-830" fmla="*/ 634312 h 976908"/>
                <a:gd name="connsiteX10-831" fmla="*/ 1250585 w 1542543"/>
                <a:gd name="connsiteY10-832" fmla="*/ 450008 h 976908"/>
                <a:gd name="connsiteX11-833" fmla="*/ 984454 w 1542543"/>
                <a:gd name="connsiteY11-834" fmla="*/ 340826 h 976908"/>
                <a:gd name="connsiteX12-835" fmla="*/ 909391 w 1542543"/>
                <a:gd name="connsiteY12-836" fmla="*/ 450008 h 976908"/>
                <a:gd name="connsiteX13-837" fmla="*/ 766089 w 1542543"/>
                <a:gd name="connsiteY13-838" fmla="*/ 388593 h 976908"/>
                <a:gd name="connsiteX14-839" fmla="*/ 800209 w 1542543"/>
                <a:gd name="connsiteY14-840" fmla="*/ 204349 h 976908"/>
                <a:gd name="connsiteX0-841" fmla="*/ 800209 w 1542543"/>
                <a:gd name="connsiteY0-842" fmla="*/ 204349 h 976908"/>
                <a:gd name="connsiteX1-843" fmla="*/ 196266 w 1542543"/>
                <a:gd name="connsiteY1-844" fmla="*/ 12686 h 976908"/>
                <a:gd name="connsiteX2-845" fmla="*/ 147370 w 1542543"/>
                <a:gd name="connsiteY2-846" fmla="*/ 306113 h 976908"/>
                <a:gd name="connsiteX3-847" fmla="*/ 12021 w 1542543"/>
                <a:gd name="connsiteY3-848" fmla="*/ 518188 h 976908"/>
                <a:gd name="connsiteX4-849" fmla="*/ 636377 w 1542543"/>
                <a:gd name="connsiteY4-850" fmla="*/ 741181 h 976908"/>
                <a:gd name="connsiteX5-851" fmla="*/ 705803 w 1542543"/>
                <a:gd name="connsiteY5-852" fmla="*/ 624047 h 976908"/>
                <a:gd name="connsiteX6-853" fmla="*/ 859369 w 1542543"/>
                <a:gd name="connsiteY6-854" fmla="*/ 679765 h 976908"/>
                <a:gd name="connsiteX7-855" fmla="*/ 1189170 w 1542543"/>
                <a:gd name="connsiteY7-856" fmla="*/ 914032 h 976908"/>
                <a:gd name="connsiteX8-857" fmla="*/ 1507637 w 1542543"/>
                <a:gd name="connsiteY8-858" fmla="*/ 786693 h 976908"/>
                <a:gd name="connsiteX9-859" fmla="*/ 1173267 w 1542543"/>
                <a:gd name="connsiteY9-860" fmla="*/ 634312 h 976908"/>
                <a:gd name="connsiteX10-861" fmla="*/ 1250585 w 1542543"/>
                <a:gd name="connsiteY10-862" fmla="*/ 450008 h 976908"/>
                <a:gd name="connsiteX11-863" fmla="*/ 984454 w 1542543"/>
                <a:gd name="connsiteY11-864" fmla="*/ 340826 h 976908"/>
                <a:gd name="connsiteX12-865" fmla="*/ 909391 w 1542543"/>
                <a:gd name="connsiteY12-866" fmla="*/ 450008 h 976908"/>
                <a:gd name="connsiteX13-867" fmla="*/ 766089 w 1542543"/>
                <a:gd name="connsiteY13-868" fmla="*/ 388593 h 976908"/>
                <a:gd name="connsiteX14-869" fmla="*/ 800209 w 1542543"/>
                <a:gd name="connsiteY14-870" fmla="*/ 204349 h 976908"/>
                <a:gd name="connsiteX0-871" fmla="*/ 800209 w 1522966"/>
                <a:gd name="connsiteY0-872" fmla="*/ 204349 h 975249"/>
                <a:gd name="connsiteX1-873" fmla="*/ 196266 w 1522966"/>
                <a:gd name="connsiteY1-874" fmla="*/ 12686 h 975249"/>
                <a:gd name="connsiteX2-875" fmla="*/ 147370 w 1522966"/>
                <a:gd name="connsiteY2-876" fmla="*/ 306113 h 975249"/>
                <a:gd name="connsiteX3-877" fmla="*/ 12021 w 1522966"/>
                <a:gd name="connsiteY3-878" fmla="*/ 518188 h 975249"/>
                <a:gd name="connsiteX4-879" fmla="*/ 636377 w 1522966"/>
                <a:gd name="connsiteY4-880" fmla="*/ 741181 h 975249"/>
                <a:gd name="connsiteX5-881" fmla="*/ 705803 w 1522966"/>
                <a:gd name="connsiteY5-882" fmla="*/ 624047 h 975249"/>
                <a:gd name="connsiteX6-883" fmla="*/ 859369 w 1522966"/>
                <a:gd name="connsiteY6-884" fmla="*/ 679765 h 975249"/>
                <a:gd name="connsiteX7-885" fmla="*/ 1189170 w 1522966"/>
                <a:gd name="connsiteY7-886" fmla="*/ 914032 h 975249"/>
                <a:gd name="connsiteX8-887" fmla="*/ 1507637 w 1522966"/>
                <a:gd name="connsiteY8-888" fmla="*/ 786693 h 975249"/>
                <a:gd name="connsiteX9-889" fmla="*/ 1173267 w 1522966"/>
                <a:gd name="connsiteY9-890" fmla="*/ 634312 h 975249"/>
                <a:gd name="connsiteX10-891" fmla="*/ 1250585 w 1522966"/>
                <a:gd name="connsiteY10-892" fmla="*/ 450008 h 975249"/>
                <a:gd name="connsiteX11-893" fmla="*/ 984454 w 1522966"/>
                <a:gd name="connsiteY11-894" fmla="*/ 340826 h 975249"/>
                <a:gd name="connsiteX12-895" fmla="*/ 909391 w 1522966"/>
                <a:gd name="connsiteY12-896" fmla="*/ 450008 h 975249"/>
                <a:gd name="connsiteX13-897" fmla="*/ 766089 w 1522966"/>
                <a:gd name="connsiteY13-898" fmla="*/ 388593 h 975249"/>
                <a:gd name="connsiteX14-899" fmla="*/ 800209 w 1522966"/>
                <a:gd name="connsiteY14-900" fmla="*/ 204349 h 975249"/>
                <a:gd name="connsiteX0-901" fmla="*/ 800209 w 1538655"/>
                <a:gd name="connsiteY0-902" fmla="*/ 204349 h 976321"/>
                <a:gd name="connsiteX1-903" fmla="*/ 196266 w 1538655"/>
                <a:gd name="connsiteY1-904" fmla="*/ 12686 h 976321"/>
                <a:gd name="connsiteX2-905" fmla="*/ 147370 w 1538655"/>
                <a:gd name="connsiteY2-906" fmla="*/ 306113 h 976321"/>
                <a:gd name="connsiteX3-907" fmla="*/ 12021 w 1538655"/>
                <a:gd name="connsiteY3-908" fmla="*/ 518188 h 976321"/>
                <a:gd name="connsiteX4-909" fmla="*/ 636377 w 1538655"/>
                <a:gd name="connsiteY4-910" fmla="*/ 741181 h 976321"/>
                <a:gd name="connsiteX5-911" fmla="*/ 705803 w 1538655"/>
                <a:gd name="connsiteY5-912" fmla="*/ 624047 h 976321"/>
                <a:gd name="connsiteX6-913" fmla="*/ 859369 w 1538655"/>
                <a:gd name="connsiteY6-914" fmla="*/ 679765 h 976321"/>
                <a:gd name="connsiteX7-915" fmla="*/ 1189170 w 1538655"/>
                <a:gd name="connsiteY7-916" fmla="*/ 914032 h 976321"/>
                <a:gd name="connsiteX8-917" fmla="*/ 1507637 w 1538655"/>
                <a:gd name="connsiteY8-918" fmla="*/ 786693 h 976321"/>
                <a:gd name="connsiteX9-919" fmla="*/ 1173267 w 1538655"/>
                <a:gd name="connsiteY9-920" fmla="*/ 634312 h 976321"/>
                <a:gd name="connsiteX10-921" fmla="*/ 1250585 w 1538655"/>
                <a:gd name="connsiteY10-922" fmla="*/ 450008 h 976321"/>
                <a:gd name="connsiteX11-923" fmla="*/ 984454 w 1538655"/>
                <a:gd name="connsiteY11-924" fmla="*/ 340826 h 976321"/>
                <a:gd name="connsiteX12-925" fmla="*/ 909391 w 1538655"/>
                <a:gd name="connsiteY12-926" fmla="*/ 450008 h 976321"/>
                <a:gd name="connsiteX13-927" fmla="*/ 766089 w 1538655"/>
                <a:gd name="connsiteY13-928" fmla="*/ 388593 h 976321"/>
                <a:gd name="connsiteX14-929" fmla="*/ 800209 w 1538655"/>
                <a:gd name="connsiteY14-930" fmla="*/ 204349 h 976321"/>
                <a:gd name="connsiteX0-931" fmla="*/ 800209 w 1556774"/>
                <a:gd name="connsiteY0-932" fmla="*/ 204349 h 981339"/>
                <a:gd name="connsiteX1-933" fmla="*/ 196266 w 1556774"/>
                <a:gd name="connsiteY1-934" fmla="*/ 12686 h 981339"/>
                <a:gd name="connsiteX2-935" fmla="*/ 147370 w 1556774"/>
                <a:gd name="connsiteY2-936" fmla="*/ 306113 h 981339"/>
                <a:gd name="connsiteX3-937" fmla="*/ 12021 w 1556774"/>
                <a:gd name="connsiteY3-938" fmla="*/ 518188 h 981339"/>
                <a:gd name="connsiteX4-939" fmla="*/ 636377 w 1556774"/>
                <a:gd name="connsiteY4-940" fmla="*/ 741181 h 981339"/>
                <a:gd name="connsiteX5-941" fmla="*/ 705803 w 1556774"/>
                <a:gd name="connsiteY5-942" fmla="*/ 624047 h 981339"/>
                <a:gd name="connsiteX6-943" fmla="*/ 859369 w 1556774"/>
                <a:gd name="connsiteY6-944" fmla="*/ 679765 h 981339"/>
                <a:gd name="connsiteX7-945" fmla="*/ 1189170 w 1556774"/>
                <a:gd name="connsiteY7-946" fmla="*/ 914032 h 981339"/>
                <a:gd name="connsiteX8-947" fmla="*/ 1507637 w 1556774"/>
                <a:gd name="connsiteY8-948" fmla="*/ 786693 h 981339"/>
                <a:gd name="connsiteX9-949" fmla="*/ 1173267 w 1556774"/>
                <a:gd name="connsiteY9-950" fmla="*/ 634312 h 981339"/>
                <a:gd name="connsiteX10-951" fmla="*/ 1250585 w 1556774"/>
                <a:gd name="connsiteY10-952" fmla="*/ 450008 h 981339"/>
                <a:gd name="connsiteX11-953" fmla="*/ 984454 w 1556774"/>
                <a:gd name="connsiteY11-954" fmla="*/ 340826 h 981339"/>
                <a:gd name="connsiteX12-955" fmla="*/ 909391 w 1556774"/>
                <a:gd name="connsiteY12-956" fmla="*/ 450008 h 981339"/>
                <a:gd name="connsiteX13-957" fmla="*/ 766089 w 1556774"/>
                <a:gd name="connsiteY13-958" fmla="*/ 388593 h 981339"/>
                <a:gd name="connsiteX14-959" fmla="*/ 800209 w 1556774"/>
                <a:gd name="connsiteY14-960" fmla="*/ 204349 h 981339"/>
                <a:gd name="connsiteX0-961" fmla="*/ 800209 w 1556774"/>
                <a:gd name="connsiteY0-962" fmla="*/ 204349 h 981339"/>
                <a:gd name="connsiteX1-963" fmla="*/ 196266 w 1556774"/>
                <a:gd name="connsiteY1-964" fmla="*/ 12686 h 981339"/>
                <a:gd name="connsiteX2-965" fmla="*/ 147370 w 1556774"/>
                <a:gd name="connsiteY2-966" fmla="*/ 306113 h 981339"/>
                <a:gd name="connsiteX3-967" fmla="*/ 12021 w 1556774"/>
                <a:gd name="connsiteY3-968" fmla="*/ 518188 h 981339"/>
                <a:gd name="connsiteX4-969" fmla="*/ 636377 w 1556774"/>
                <a:gd name="connsiteY4-970" fmla="*/ 741181 h 981339"/>
                <a:gd name="connsiteX5-971" fmla="*/ 705803 w 1556774"/>
                <a:gd name="connsiteY5-972" fmla="*/ 624047 h 981339"/>
                <a:gd name="connsiteX6-973" fmla="*/ 859369 w 1556774"/>
                <a:gd name="connsiteY6-974" fmla="*/ 679765 h 981339"/>
                <a:gd name="connsiteX7-975" fmla="*/ 1189170 w 1556774"/>
                <a:gd name="connsiteY7-976" fmla="*/ 914032 h 981339"/>
                <a:gd name="connsiteX8-977" fmla="*/ 1507637 w 1556774"/>
                <a:gd name="connsiteY8-978" fmla="*/ 786693 h 981339"/>
                <a:gd name="connsiteX9-979" fmla="*/ 1173267 w 1556774"/>
                <a:gd name="connsiteY9-980" fmla="*/ 634312 h 981339"/>
                <a:gd name="connsiteX10-981" fmla="*/ 1250585 w 1556774"/>
                <a:gd name="connsiteY10-982" fmla="*/ 450008 h 981339"/>
                <a:gd name="connsiteX11-983" fmla="*/ 984454 w 1556774"/>
                <a:gd name="connsiteY11-984" fmla="*/ 340826 h 981339"/>
                <a:gd name="connsiteX12-985" fmla="*/ 909391 w 1556774"/>
                <a:gd name="connsiteY12-986" fmla="*/ 450008 h 981339"/>
                <a:gd name="connsiteX13-987" fmla="*/ 766089 w 1556774"/>
                <a:gd name="connsiteY13-988" fmla="*/ 388593 h 981339"/>
                <a:gd name="connsiteX14-989" fmla="*/ 800209 w 1556774"/>
                <a:gd name="connsiteY14-990" fmla="*/ 204349 h 981339"/>
                <a:gd name="connsiteX0-991" fmla="*/ 800209 w 1556774"/>
                <a:gd name="connsiteY0-992" fmla="*/ 204349 h 981339"/>
                <a:gd name="connsiteX1-993" fmla="*/ 196266 w 1556774"/>
                <a:gd name="connsiteY1-994" fmla="*/ 12686 h 981339"/>
                <a:gd name="connsiteX2-995" fmla="*/ 147370 w 1556774"/>
                <a:gd name="connsiteY2-996" fmla="*/ 306113 h 981339"/>
                <a:gd name="connsiteX3-997" fmla="*/ 12021 w 1556774"/>
                <a:gd name="connsiteY3-998" fmla="*/ 518188 h 981339"/>
                <a:gd name="connsiteX4-999" fmla="*/ 636377 w 1556774"/>
                <a:gd name="connsiteY4-1000" fmla="*/ 741181 h 981339"/>
                <a:gd name="connsiteX5-1001" fmla="*/ 705803 w 1556774"/>
                <a:gd name="connsiteY5-1002" fmla="*/ 624047 h 981339"/>
                <a:gd name="connsiteX6-1003" fmla="*/ 859369 w 1556774"/>
                <a:gd name="connsiteY6-1004" fmla="*/ 679765 h 981339"/>
                <a:gd name="connsiteX7-1005" fmla="*/ 1189170 w 1556774"/>
                <a:gd name="connsiteY7-1006" fmla="*/ 914032 h 981339"/>
                <a:gd name="connsiteX8-1007" fmla="*/ 1507637 w 1556774"/>
                <a:gd name="connsiteY8-1008" fmla="*/ 786693 h 981339"/>
                <a:gd name="connsiteX9-1009" fmla="*/ 1173267 w 1556774"/>
                <a:gd name="connsiteY9-1010" fmla="*/ 634312 h 981339"/>
                <a:gd name="connsiteX10-1011" fmla="*/ 1250585 w 1556774"/>
                <a:gd name="connsiteY10-1012" fmla="*/ 450008 h 981339"/>
                <a:gd name="connsiteX11-1013" fmla="*/ 984454 w 1556774"/>
                <a:gd name="connsiteY11-1014" fmla="*/ 340826 h 981339"/>
                <a:gd name="connsiteX12-1015" fmla="*/ 909391 w 1556774"/>
                <a:gd name="connsiteY12-1016" fmla="*/ 450008 h 981339"/>
                <a:gd name="connsiteX13-1017" fmla="*/ 766089 w 1556774"/>
                <a:gd name="connsiteY13-1018" fmla="*/ 388593 h 981339"/>
                <a:gd name="connsiteX14-1019" fmla="*/ 800209 w 1556774"/>
                <a:gd name="connsiteY14-1020" fmla="*/ 204349 h 981339"/>
                <a:gd name="connsiteX0-1021" fmla="*/ 800209 w 1556774"/>
                <a:gd name="connsiteY0-1022" fmla="*/ 204349 h 981339"/>
                <a:gd name="connsiteX1-1023" fmla="*/ 196266 w 1556774"/>
                <a:gd name="connsiteY1-1024" fmla="*/ 12686 h 981339"/>
                <a:gd name="connsiteX2-1025" fmla="*/ 147370 w 1556774"/>
                <a:gd name="connsiteY2-1026" fmla="*/ 306113 h 981339"/>
                <a:gd name="connsiteX3-1027" fmla="*/ 12021 w 1556774"/>
                <a:gd name="connsiteY3-1028" fmla="*/ 518188 h 981339"/>
                <a:gd name="connsiteX4-1029" fmla="*/ 636377 w 1556774"/>
                <a:gd name="connsiteY4-1030" fmla="*/ 741181 h 981339"/>
                <a:gd name="connsiteX5-1031" fmla="*/ 705803 w 1556774"/>
                <a:gd name="connsiteY5-1032" fmla="*/ 624047 h 981339"/>
                <a:gd name="connsiteX6-1033" fmla="*/ 859369 w 1556774"/>
                <a:gd name="connsiteY6-1034" fmla="*/ 679765 h 981339"/>
                <a:gd name="connsiteX7-1035" fmla="*/ 1189170 w 1556774"/>
                <a:gd name="connsiteY7-1036" fmla="*/ 914032 h 981339"/>
                <a:gd name="connsiteX8-1037" fmla="*/ 1507637 w 1556774"/>
                <a:gd name="connsiteY8-1038" fmla="*/ 786693 h 981339"/>
                <a:gd name="connsiteX9-1039" fmla="*/ 1173267 w 1556774"/>
                <a:gd name="connsiteY9-1040" fmla="*/ 634312 h 981339"/>
                <a:gd name="connsiteX10-1041" fmla="*/ 1250585 w 1556774"/>
                <a:gd name="connsiteY10-1042" fmla="*/ 450008 h 981339"/>
                <a:gd name="connsiteX11-1043" fmla="*/ 984454 w 1556774"/>
                <a:gd name="connsiteY11-1044" fmla="*/ 340826 h 981339"/>
                <a:gd name="connsiteX12-1045" fmla="*/ 909391 w 1556774"/>
                <a:gd name="connsiteY12-1046" fmla="*/ 450008 h 981339"/>
                <a:gd name="connsiteX13-1047" fmla="*/ 766089 w 1556774"/>
                <a:gd name="connsiteY13-1048" fmla="*/ 388593 h 981339"/>
                <a:gd name="connsiteX14-1049" fmla="*/ 800209 w 1556774"/>
                <a:gd name="connsiteY14-1050" fmla="*/ 204349 h 981339"/>
                <a:gd name="connsiteX0-1051" fmla="*/ 800209 w 1556774"/>
                <a:gd name="connsiteY0-1052" fmla="*/ 204349 h 981339"/>
                <a:gd name="connsiteX1-1053" fmla="*/ 196266 w 1556774"/>
                <a:gd name="connsiteY1-1054" fmla="*/ 12686 h 981339"/>
                <a:gd name="connsiteX2-1055" fmla="*/ 147370 w 1556774"/>
                <a:gd name="connsiteY2-1056" fmla="*/ 306113 h 981339"/>
                <a:gd name="connsiteX3-1057" fmla="*/ 12021 w 1556774"/>
                <a:gd name="connsiteY3-1058" fmla="*/ 518188 h 981339"/>
                <a:gd name="connsiteX4-1059" fmla="*/ 636377 w 1556774"/>
                <a:gd name="connsiteY4-1060" fmla="*/ 741181 h 981339"/>
                <a:gd name="connsiteX5-1061" fmla="*/ 705803 w 1556774"/>
                <a:gd name="connsiteY5-1062" fmla="*/ 624047 h 981339"/>
                <a:gd name="connsiteX6-1063" fmla="*/ 859369 w 1556774"/>
                <a:gd name="connsiteY6-1064" fmla="*/ 679765 h 981339"/>
                <a:gd name="connsiteX7-1065" fmla="*/ 1189170 w 1556774"/>
                <a:gd name="connsiteY7-1066" fmla="*/ 914032 h 981339"/>
                <a:gd name="connsiteX8-1067" fmla="*/ 1507637 w 1556774"/>
                <a:gd name="connsiteY8-1068" fmla="*/ 786693 h 981339"/>
                <a:gd name="connsiteX9-1069" fmla="*/ 1173267 w 1556774"/>
                <a:gd name="connsiteY9-1070" fmla="*/ 634312 h 981339"/>
                <a:gd name="connsiteX10-1071" fmla="*/ 1250585 w 1556774"/>
                <a:gd name="connsiteY10-1072" fmla="*/ 450008 h 981339"/>
                <a:gd name="connsiteX11-1073" fmla="*/ 964576 w 1556774"/>
                <a:gd name="connsiteY11-1074" fmla="*/ 344802 h 981339"/>
                <a:gd name="connsiteX12-1075" fmla="*/ 909391 w 1556774"/>
                <a:gd name="connsiteY12-1076" fmla="*/ 450008 h 981339"/>
                <a:gd name="connsiteX13-1077" fmla="*/ 766089 w 1556774"/>
                <a:gd name="connsiteY13-1078" fmla="*/ 388593 h 981339"/>
                <a:gd name="connsiteX14-1079" fmla="*/ 800209 w 1556774"/>
                <a:gd name="connsiteY14-1080" fmla="*/ 204349 h 981339"/>
                <a:gd name="connsiteX0-1081" fmla="*/ 800209 w 1556774"/>
                <a:gd name="connsiteY0-1082" fmla="*/ 204349 h 981339"/>
                <a:gd name="connsiteX1-1083" fmla="*/ 196266 w 1556774"/>
                <a:gd name="connsiteY1-1084" fmla="*/ 12686 h 981339"/>
                <a:gd name="connsiteX2-1085" fmla="*/ 147370 w 1556774"/>
                <a:gd name="connsiteY2-1086" fmla="*/ 306113 h 981339"/>
                <a:gd name="connsiteX3-1087" fmla="*/ 12021 w 1556774"/>
                <a:gd name="connsiteY3-1088" fmla="*/ 518188 h 981339"/>
                <a:gd name="connsiteX4-1089" fmla="*/ 636377 w 1556774"/>
                <a:gd name="connsiteY4-1090" fmla="*/ 741181 h 981339"/>
                <a:gd name="connsiteX5-1091" fmla="*/ 705803 w 1556774"/>
                <a:gd name="connsiteY5-1092" fmla="*/ 624047 h 981339"/>
                <a:gd name="connsiteX6-1093" fmla="*/ 859369 w 1556774"/>
                <a:gd name="connsiteY6-1094" fmla="*/ 679765 h 981339"/>
                <a:gd name="connsiteX7-1095" fmla="*/ 1189170 w 1556774"/>
                <a:gd name="connsiteY7-1096" fmla="*/ 914032 h 981339"/>
                <a:gd name="connsiteX8-1097" fmla="*/ 1507637 w 1556774"/>
                <a:gd name="connsiteY8-1098" fmla="*/ 786693 h 981339"/>
                <a:gd name="connsiteX9-1099" fmla="*/ 1173267 w 1556774"/>
                <a:gd name="connsiteY9-1100" fmla="*/ 634312 h 981339"/>
                <a:gd name="connsiteX10-1101" fmla="*/ 1250585 w 1556774"/>
                <a:gd name="connsiteY10-1102" fmla="*/ 450008 h 981339"/>
                <a:gd name="connsiteX11-1103" fmla="*/ 964576 w 1556774"/>
                <a:gd name="connsiteY11-1104" fmla="*/ 344802 h 981339"/>
                <a:gd name="connsiteX12-1105" fmla="*/ 909391 w 1556774"/>
                <a:gd name="connsiteY12-1106" fmla="*/ 450008 h 981339"/>
                <a:gd name="connsiteX13-1107" fmla="*/ 766089 w 1556774"/>
                <a:gd name="connsiteY13-1108" fmla="*/ 388593 h 981339"/>
                <a:gd name="connsiteX14-1109" fmla="*/ 800209 w 1556774"/>
                <a:gd name="connsiteY14-1110" fmla="*/ 204349 h 981339"/>
                <a:gd name="connsiteX0-1111" fmla="*/ 800209 w 1556774"/>
                <a:gd name="connsiteY0-1112" fmla="*/ 204349 h 981339"/>
                <a:gd name="connsiteX1-1113" fmla="*/ 196266 w 1556774"/>
                <a:gd name="connsiteY1-1114" fmla="*/ 12686 h 981339"/>
                <a:gd name="connsiteX2-1115" fmla="*/ 147370 w 1556774"/>
                <a:gd name="connsiteY2-1116" fmla="*/ 306113 h 981339"/>
                <a:gd name="connsiteX3-1117" fmla="*/ 12021 w 1556774"/>
                <a:gd name="connsiteY3-1118" fmla="*/ 518188 h 981339"/>
                <a:gd name="connsiteX4-1119" fmla="*/ 636377 w 1556774"/>
                <a:gd name="connsiteY4-1120" fmla="*/ 741181 h 981339"/>
                <a:gd name="connsiteX5-1121" fmla="*/ 705803 w 1556774"/>
                <a:gd name="connsiteY5-1122" fmla="*/ 624047 h 981339"/>
                <a:gd name="connsiteX6-1123" fmla="*/ 859369 w 1556774"/>
                <a:gd name="connsiteY6-1124" fmla="*/ 679765 h 981339"/>
                <a:gd name="connsiteX7-1125" fmla="*/ 1189170 w 1556774"/>
                <a:gd name="connsiteY7-1126" fmla="*/ 914032 h 981339"/>
                <a:gd name="connsiteX8-1127" fmla="*/ 1507637 w 1556774"/>
                <a:gd name="connsiteY8-1128" fmla="*/ 786693 h 981339"/>
                <a:gd name="connsiteX9-1129" fmla="*/ 1173267 w 1556774"/>
                <a:gd name="connsiteY9-1130" fmla="*/ 634312 h 981339"/>
                <a:gd name="connsiteX10-1131" fmla="*/ 1250585 w 1556774"/>
                <a:gd name="connsiteY10-1132" fmla="*/ 450008 h 981339"/>
                <a:gd name="connsiteX11-1133" fmla="*/ 964576 w 1556774"/>
                <a:gd name="connsiteY11-1134" fmla="*/ 344802 h 981339"/>
                <a:gd name="connsiteX12-1135" fmla="*/ 909391 w 1556774"/>
                <a:gd name="connsiteY12-1136" fmla="*/ 450008 h 981339"/>
                <a:gd name="connsiteX13-1137" fmla="*/ 766089 w 1556774"/>
                <a:gd name="connsiteY13-1138" fmla="*/ 388593 h 981339"/>
                <a:gd name="connsiteX14-1139" fmla="*/ 800209 w 1556774"/>
                <a:gd name="connsiteY14-1140" fmla="*/ 204349 h 981339"/>
                <a:gd name="connsiteX0-1141" fmla="*/ 800209 w 1556774"/>
                <a:gd name="connsiteY0-1142" fmla="*/ 204349 h 981339"/>
                <a:gd name="connsiteX1-1143" fmla="*/ 196266 w 1556774"/>
                <a:gd name="connsiteY1-1144" fmla="*/ 12686 h 981339"/>
                <a:gd name="connsiteX2-1145" fmla="*/ 147370 w 1556774"/>
                <a:gd name="connsiteY2-1146" fmla="*/ 306113 h 981339"/>
                <a:gd name="connsiteX3-1147" fmla="*/ 12021 w 1556774"/>
                <a:gd name="connsiteY3-1148" fmla="*/ 518188 h 981339"/>
                <a:gd name="connsiteX4-1149" fmla="*/ 636377 w 1556774"/>
                <a:gd name="connsiteY4-1150" fmla="*/ 741181 h 981339"/>
                <a:gd name="connsiteX5-1151" fmla="*/ 705803 w 1556774"/>
                <a:gd name="connsiteY5-1152" fmla="*/ 624047 h 981339"/>
                <a:gd name="connsiteX6-1153" fmla="*/ 859369 w 1556774"/>
                <a:gd name="connsiteY6-1154" fmla="*/ 679765 h 981339"/>
                <a:gd name="connsiteX7-1155" fmla="*/ 1189170 w 1556774"/>
                <a:gd name="connsiteY7-1156" fmla="*/ 914032 h 981339"/>
                <a:gd name="connsiteX8-1157" fmla="*/ 1507637 w 1556774"/>
                <a:gd name="connsiteY8-1158" fmla="*/ 786693 h 981339"/>
                <a:gd name="connsiteX9-1159" fmla="*/ 1173267 w 1556774"/>
                <a:gd name="connsiteY9-1160" fmla="*/ 634312 h 981339"/>
                <a:gd name="connsiteX10-1161" fmla="*/ 1250585 w 1556774"/>
                <a:gd name="connsiteY10-1162" fmla="*/ 450008 h 981339"/>
                <a:gd name="connsiteX11-1163" fmla="*/ 964576 w 1556774"/>
                <a:gd name="connsiteY11-1164" fmla="*/ 344802 h 981339"/>
                <a:gd name="connsiteX12-1165" fmla="*/ 909391 w 1556774"/>
                <a:gd name="connsiteY12-1166" fmla="*/ 450008 h 981339"/>
                <a:gd name="connsiteX13-1167" fmla="*/ 766089 w 1556774"/>
                <a:gd name="connsiteY13-1168" fmla="*/ 388593 h 981339"/>
                <a:gd name="connsiteX14-1169" fmla="*/ 800209 w 1556774"/>
                <a:gd name="connsiteY14-1170" fmla="*/ 204349 h 981339"/>
                <a:gd name="connsiteX0-1171" fmla="*/ 800209 w 1556774"/>
                <a:gd name="connsiteY0-1172" fmla="*/ 204349 h 981339"/>
                <a:gd name="connsiteX1-1173" fmla="*/ 196266 w 1556774"/>
                <a:gd name="connsiteY1-1174" fmla="*/ 12686 h 981339"/>
                <a:gd name="connsiteX2-1175" fmla="*/ 147370 w 1556774"/>
                <a:gd name="connsiteY2-1176" fmla="*/ 306113 h 981339"/>
                <a:gd name="connsiteX3-1177" fmla="*/ 12021 w 1556774"/>
                <a:gd name="connsiteY3-1178" fmla="*/ 518188 h 981339"/>
                <a:gd name="connsiteX4-1179" fmla="*/ 636377 w 1556774"/>
                <a:gd name="connsiteY4-1180" fmla="*/ 741181 h 981339"/>
                <a:gd name="connsiteX5-1181" fmla="*/ 705803 w 1556774"/>
                <a:gd name="connsiteY5-1182" fmla="*/ 624047 h 981339"/>
                <a:gd name="connsiteX6-1183" fmla="*/ 859369 w 1556774"/>
                <a:gd name="connsiteY6-1184" fmla="*/ 679765 h 981339"/>
                <a:gd name="connsiteX7-1185" fmla="*/ 1189170 w 1556774"/>
                <a:gd name="connsiteY7-1186" fmla="*/ 914032 h 981339"/>
                <a:gd name="connsiteX8-1187" fmla="*/ 1507637 w 1556774"/>
                <a:gd name="connsiteY8-1188" fmla="*/ 786693 h 981339"/>
                <a:gd name="connsiteX9-1189" fmla="*/ 1173267 w 1556774"/>
                <a:gd name="connsiteY9-1190" fmla="*/ 634312 h 981339"/>
                <a:gd name="connsiteX10-1191" fmla="*/ 1250585 w 1556774"/>
                <a:gd name="connsiteY10-1192" fmla="*/ 438081 h 981339"/>
                <a:gd name="connsiteX11-1193" fmla="*/ 964576 w 1556774"/>
                <a:gd name="connsiteY11-1194" fmla="*/ 344802 h 981339"/>
                <a:gd name="connsiteX12-1195" fmla="*/ 909391 w 1556774"/>
                <a:gd name="connsiteY12-1196" fmla="*/ 450008 h 981339"/>
                <a:gd name="connsiteX13-1197" fmla="*/ 766089 w 1556774"/>
                <a:gd name="connsiteY13-1198" fmla="*/ 388593 h 981339"/>
                <a:gd name="connsiteX14-1199" fmla="*/ 800209 w 1556774"/>
                <a:gd name="connsiteY14-1200" fmla="*/ 204349 h 981339"/>
                <a:gd name="connsiteX0-1201" fmla="*/ 800209 w 1556774"/>
                <a:gd name="connsiteY0-1202" fmla="*/ 204349 h 981339"/>
                <a:gd name="connsiteX1-1203" fmla="*/ 196266 w 1556774"/>
                <a:gd name="connsiteY1-1204" fmla="*/ 12686 h 981339"/>
                <a:gd name="connsiteX2-1205" fmla="*/ 147370 w 1556774"/>
                <a:gd name="connsiteY2-1206" fmla="*/ 306113 h 981339"/>
                <a:gd name="connsiteX3-1207" fmla="*/ 12021 w 1556774"/>
                <a:gd name="connsiteY3-1208" fmla="*/ 518188 h 981339"/>
                <a:gd name="connsiteX4-1209" fmla="*/ 636377 w 1556774"/>
                <a:gd name="connsiteY4-1210" fmla="*/ 741181 h 981339"/>
                <a:gd name="connsiteX5-1211" fmla="*/ 705803 w 1556774"/>
                <a:gd name="connsiteY5-1212" fmla="*/ 624047 h 981339"/>
                <a:gd name="connsiteX6-1213" fmla="*/ 859369 w 1556774"/>
                <a:gd name="connsiteY6-1214" fmla="*/ 679765 h 981339"/>
                <a:gd name="connsiteX7-1215" fmla="*/ 1189170 w 1556774"/>
                <a:gd name="connsiteY7-1216" fmla="*/ 914032 h 981339"/>
                <a:gd name="connsiteX8-1217" fmla="*/ 1507637 w 1556774"/>
                <a:gd name="connsiteY8-1218" fmla="*/ 786693 h 981339"/>
                <a:gd name="connsiteX9-1219" fmla="*/ 1173267 w 1556774"/>
                <a:gd name="connsiteY9-1220" fmla="*/ 634312 h 981339"/>
                <a:gd name="connsiteX10-1221" fmla="*/ 1250585 w 1556774"/>
                <a:gd name="connsiteY10-1222" fmla="*/ 438081 h 981339"/>
                <a:gd name="connsiteX11-1223" fmla="*/ 964576 w 1556774"/>
                <a:gd name="connsiteY11-1224" fmla="*/ 344802 h 981339"/>
                <a:gd name="connsiteX12-1225" fmla="*/ 909391 w 1556774"/>
                <a:gd name="connsiteY12-1226" fmla="*/ 450008 h 981339"/>
                <a:gd name="connsiteX13-1227" fmla="*/ 766089 w 1556774"/>
                <a:gd name="connsiteY13-1228" fmla="*/ 388593 h 981339"/>
                <a:gd name="connsiteX14-1229" fmla="*/ 800209 w 1556774"/>
                <a:gd name="connsiteY14-1230" fmla="*/ 204349 h 981339"/>
                <a:gd name="connsiteX0-1231" fmla="*/ 800209 w 1556774"/>
                <a:gd name="connsiteY0-1232" fmla="*/ 204349 h 981339"/>
                <a:gd name="connsiteX1-1233" fmla="*/ 196266 w 1556774"/>
                <a:gd name="connsiteY1-1234" fmla="*/ 12686 h 981339"/>
                <a:gd name="connsiteX2-1235" fmla="*/ 147370 w 1556774"/>
                <a:gd name="connsiteY2-1236" fmla="*/ 306113 h 981339"/>
                <a:gd name="connsiteX3-1237" fmla="*/ 12021 w 1556774"/>
                <a:gd name="connsiteY3-1238" fmla="*/ 518188 h 981339"/>
                <a:gd name="connsiteX4-1239" fmla="*/ 636377 w 1556774"/>
                <a:gd name="connsiteY4-1240" fmla="*/ 741181 h 981339"/>
                <a:gd name="connsiteX5-1241" fmla="*/ 705803 w 1556774"/>
                <a:gd name="connsiteY5-1242" fmla="*/ 624047 h 981339"/>
                <a:gd name="connsiteX6-1243" fmla="*/ 859369 w 1556774"/>
                <a:gd name="connsiteY6-1244" fmla="*/ 679765 h 981339"/>
                <a:gd name="connsiteX7-1245" fmla="*/ 1189170 w 1556774"/>
                <a:gd name="connsiteY7-1246" fmla="*/ 914032 h 981339"/>
                <a:gd name="connsiteX8-1247" fmla="*/ 1507637 w 1556774"/>
                <a:gd name="connsiteY8-1248" fmla="*/ 786693 h 981339"/>
                <a:gd name="connsiteX9-1249" fmla="*/ 1173267 w 1556774"/>
                <a:gd name="connsiteY9-1250" fmla="*/ 634312 h 981339"/>
                <a:gd name="connsiteX10-1251" fmla="*/ 1250585 w 1556774"/>
                <a:gd name="connsiteY10-1252" fmla="*/ 438081 h 981339"/>
                <a:gd name="connsiteX11-1253" fmla="*/ 964576 w 1556774"/>
                <a:gd name="connsiteY11-1254" fmla="*/ 344802 h 981339"/>
                <a:gd name="connsiteX12-1255" fmla="*/ 909391 w 1556774"/>
                <a:gd name="connsiteY12-1256" fmla="*/ 450008 h 981339"/>
                <a:gd name="connsiteX13-1257" fmla="*/ 766089 w 1556774"/>
                <a:gd name="connsiteY13-1258" fmla="*/ 388593 h 981339"/>
                <a:gd name="connsiteX14-1259" fmla="*/ 800209 w 1556774"/>
                <a:gd name="connsiteY14-1260" fmla="*/ 204349 h 981339"/>
                <a:gd name="connsiteX0-1261" fmla="*/ 800209 w 1527868"/>
                <a:gd name="connsiteY0-1262" fmla="*/ 204349 h 975126"/>
                <a:gd name="connsiteX1-1263" fmla="*/ 196266 w 1527868"/>
                <a:gd name="connsiteY1-1264" fmla="*/ 12686 h 975126"/>
                <a:gd name="connsiteX2-1265" fmla="*/ 147370 w 1527868"/>
                <a:gd name="connsiteY2-1266" fmla="*/ 306113 h 975126"/>
                <a:gd name="connsiteX3-1267" fmla="*/ 12021 w 1527868"/>
                <a:gd name="connsiteY3-1268" fmla="*/ 518188 h 975126"/>
                <a:gd name="connsiteX4-1269" fmla="*/ 636377 w 1527868"/>
                <a:gd name="connsiteY4-1270" fmla="*/ 741181 h 975126"/>
                <a:gd name="connsiteX5-1271" fmla="*/ 705803 w 1527868"/>
                <a:gd name="connsiteY5-1272" fmla="*/ 624047 h 975126"/>
                <a:gd name="connsiteX6-1273" fmla="*/ 859369 w 1527868"/>
                <a:gd name="connsiteY6-1274" fmla="*/ 679765 h 975126"/>
                <a:gd name="connsiteX7-1275" fmla="*/ 1189170 w 1527868"/>
                <a:gd name="connsiteY7-1276" fmla="*/ 914032 h 975126"/>
                <a:gd name="connsiteX8-1277" fmla="*/ 1467881 w 1527868"/>
                <a:gd name="connsiteY8-1278" fmla="*/ 742961 h 975126"/>
                <a:gd name="connsiteX9-1279" fmla="*/ 1173267 w 1527868"/>
                <a:gd name="connsiteY9-1280" fmla="*/ 634312 h 975126"/>
                <a:gd name="connsiteX10-1281" fmla="*/ 1250585 w 1527868"/>
                <a:gd name="connsiteY10-1282" fmla="*/ 438081 h 975126"/>
                <a:gd name="connsiteX11-1283" fmla="*/ 964576 w 1527868"/>
                <a:gd name="connsiteY11-1284" fmla="*/ 344802 h 975126"/>
                <a:gd name="connsiteX12-1285" fmla="*/ 909391 w 1527868"/>
                <a:gd name="connsiteY12-1286" fmla="*/ 450008 h 975126"/>
                <a:gd name="connsiteX13-1287" fmla="*/ 766089 w 1527868"/>
                <a:gd name="connsiteY13-1288" fmla="*/ 388593 h 975126"/>
                <a:gd name="connsiteX14-1289" fmla="*/ 800209 w 1527868"/>
                <a:gd name="connsiteY14-1290" fmla="*/ 204349 h 975126"/>
                <a:gd name="connsiteX0-1291" fmla="*/ 800209 w 1527868"/>
                <a:gd name="connsiteY0-1292" fmla="*/ 204349 h 975126"/>
                <a:gd name="connsiteX1-1293" fmla="*/ 196266 w 1527868"/>
                <a:gd name="connsiteY1-1294" fmla="*/ 12686 h 975126"/>
                <a:gd name="connsiteX2-1295" fmla="*/ 147370 w 1527868"/>
                <a:gd name="connsiteY2-1296" fmla="*/ 306113 h 975126"/>
                <a:gd name="connsiteX3-1297" fmla="*/ 12021 w 1527868"/>
                <a:gd name="connsiteY3-1298" fmla="*/ 518188 h 975126"/>
                <a:gd name="connsiteX4-1299" fmla="*/ 636377 w 1527868"/>
                <a:gd name="connsiteY4-1300" fmla="*/ 741181 h 975126"/>
                <a:gd name="connsiteX5-1301" fmla="*/ 705803 w 1527868"/>
                <a:gd name="connsiteY5-1302" fmla="*/ 624047 h 975126"/>
                <a:gd name="connsiteX6-1303" fmla="*/ 859369 w 1527868"/>
                <a:gd name="connsiteY6-1304" fmla="*/ 679765 h 975126"/>
                <a:gd name="connsiteX7-1305" fmla="*/ 1189170 w 1527868"/>
                <a:gd name="connsiteY7-1306" fmla="*/ 914032 h 975126"/>
                <a:gd name="connsiteX8-1307" fmla="*/ 1467881 w 1527868"/>
                <a:gd name="connsiteY8-1308" fmla="*/ 742961 h 975126"/>
                <a:gd name="connsiteX9-1309" fmla="*/ 1173267 w 1527868"/>
                <a:gd name="connsiteY9-1310" fmla="*/ 634312 h 975126"/>
                <a:gd name="connsiteX10-1311" fmla="*/ 1250585 w 1527868"/>
                <a:gd name="connsiteY10-1312" fmla="*/ 438081 h 975126"/>
                <a:gd name="connsiteX11-1313" fmla="*/ 964576 w 1527868"/>
                <a:gd name="connsiteY11-1314" fmla="*/ 344802 h 975126"/>
                <a:gd name="connsiteX12-1315" fmla="*/ 909391 w 1527868"/>
                <a:gd name="connsiteY12-1316" fmla="*/ 450008 h 975126"/>
                <a:gd name="connsiteX13-1317" fmla="*/ 766089 w 1527868"/>
                <a:gd name="connsiteY13-1318" fmla="*/ 388593 h 975126"/>
                <a:gd name="connsiteX14-1319" fmla="*/ 800209 w 1527868"/>
                <a:gd name="connsiteY14-1320" fmla="*/ 204349 h 975126"/>
                <a:gd name="connsiteX0-1321" fmla="*/ 800209 w 1499884"/>
                <a:gd name="connsiteY0-1322" fmla="*/ 204349 h 986483"/>
                <a:gd name="connsiteX1-1323" fmla="*/ 196266 w 1499884"/>
                <a:gd name="connsiteY1-1324" fmla="*/ 12686 h 986483"/>
                <a:gd name="connsiteX2-1325" fmla="*/ 147370 w 1499884"/>
                <a:gd name="connsiteY2-1326" fmla="*/ 306113 h 986483"/>
                <a:gd name="connsiteX3-1327" fmla="*/ 12021 w 1499884"/>
                <a:gd name="connsiteY3-1328" fmla="*/ 518188 h 986483"/>
                <a:gd name="connsiteX4-1329" fmla="*/ 636377 w 1499884"/>
                <a:gd name="connsiteY4-1330" fmla="*/ 741181 h 986483"/>
                <a:gd name="connsiteX5-1331" fmla="*/ 705803 w 1499884"/>
                <a:gd name="connsiteY5-1332" fmla="*/ 624047 h 986483"/>
                <a:gd name="connsiteX6-1333" fmla="*/ 859369 w 1499884"/>
                <a:gd name="connsiteY6-1334" fmla="*/ 679765 h 986483"/>
                <a:gd name="connsiteX7-1335" fmla="*/ 1189170 w 1499884"/>
                <a:gd name="connsiteY7-1336" fmla="*/ 914032 h 986483"/>
                <a:gd name="connsiteX8-1337" fmla="*/ 1467881 w 1499884"/>
                <a:gd name="connsiteY8-1338" fmla="*/ 742961 h 986483"/>
                <a:gd name="connsiteX9-1339" fmla="*/ 1173267 w 1499884"/>
                <a:gd name="connsiteY9-1340" fmla="*/ 634312 h 986483"/>
                <a:gd name="connsiteX10-1341" fmla="*/ 1250585 w 1499884"/>
                <a:gd name="connsiteY10-1342" fmla="*/ 438081 h 986483"/>
                <a:gd name="connsiteX11-1343" fmla="*/ 964576 w 1499884"/>
                <a:gd name="connsiteY11-1344" fmla="*/ 344802 h 986483"/>
                <a:gd name="connsiteX12-1345" fmla="*/ 909391 w 1499884"/>
                <a:gd name="connsiteY12-1346" fmla="*/ 450008 h 986483"/>
                <a:gd name="connsiteX13-1347" fmla="*/ 766089 w 1499884"/>
                <a:gd name="connsiteY13-1348" fmla="*/ 388593 h 986483"/>
                <a:gd name="connsiteX14-1349" fmla="*/ 800209 w 1499884"/>
                <a:gd name="connsiteY14-1350" fmla="*/ 204349 h 986483"/>
                <a:gd name="connsiteX0-1351" fmla="*/ 800209 w 1505435"/>
                <a:gd name="connsiteY0-1352" fmla="*/ 204349 h 1015754"/>
                <a:gd name="connsiteX1-1353" fmla="*/ 196266 w 1505435"/>
                <a:gd name="connsiteY1-1354" fmla="*/ 12686 h 1015754"/>
                <a:gd name="connsiteX2-1355" fmla="*/ 147370 w 1505435"/>
                <a:gd name="connsiteY2-1356" fmla="*/ 306113 h 1015754"/>
                <a:gd name="connsiteX3-1357" fmla="*/ 12021 w 1505435"/>
                <a:gd name="connsiteY3-1358" fmla="*/ 518188 h 1015754"/>
                <a:gd name="connsiteX4-1359" fmla="*/ 636377 w 1505435"/>
                <a:gd name="connsiteY4-1360" fmla="*/ 741181 h 1015754"/>
                <a:gd name="connsiteX5-1361" fmla="*/ 705803 w 1505435"/>
                <a:gd name="connsiteY5-1362" fmla="*/ 624047 h 1015754"/>
                <a:gd name="connsiteX6-1363" fmla="*/ 859369 w 1505435"/>
                <a:gd name="connsiteY6-1364" fmla="*/ 679765 h 1015754"/>
                <a:gd name="connsiteX7-1365" fmla="*/ 1189170 w 1505435"/>
                <a:gd name="connsiteY7-1366" fmla="*/ 914032 h 1015754"/>
                <a:gd name="connsiteX8-1367" fmla="*/ 1467881 w 1505435"/>
                <a:gd name="connsiteY8-1368" fmla="*/ 742961 h 1015754"/>
                <a:gd name="connsiteX9-1369" fmla="*/ 1173267 w 1505435"/>
                <a:gd name="connsiteY9-1370" fmla="*/ 634312 h 1015754"/>
                <a:gd name="connsiteX10-1371" fmla="*/ 1250585 w 1505435"/>
                <a:gd name="connsiteY10-1372" fmla="*/ 438081 h 1015754"/>
                <a:gd name="connsiteX11-1373" fmla="*/ 964576 w 1505435"/>
                <a:gd name="connsiteY11-1374" fmla="*/ 344802 h 1015754"/>
                <a:gd name="connsiteX12-1375" fmla="*/ 909391 w 1505435"/>
                <a:gd name="connsiteY12-1376" fmla="*/ 450008 h 1015754"/>
                <a:gd name="connsiteX13-1377" fmla="*/ 766089 w 1505435"/>
                <a:gd name="connsiteY13-1378" fmla="*/ 388593 h 1015754"/>
                <a:gd name="connsiteX14-1379" fmla="*/ 800209 w 1505435"/>
                <a:gd name="connsiteY14-1380" fmla="*/ 204349 h 101575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/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-1" fmla="*/ 812042 w 1535373"/>
                <a:gd name="connsiteY0-2" fmla="*/ 191663 h 901346"/>
                <a:gd name="connsiteX1-3" fmla="*/ 208099 w 1535373"/>
                <a:gd name="connsiteY1-4" fmla="*/ 0 h 901346"/>
                <a:gd name="connsiteX2-5" fmla="*/ 143301 w 1535373"/>
                <a:gd name="connsiteY2-6" fmla="*/ 273549 h 901346"/>
                <a:gd name="connsiteX3-7" fmla="*/ 0 w 1535373"/>
                <a:gd name="connsiteY3-8" fmla="*/ 457794 h 901346"/>
                <a:gd name="connsiteX4-9" fmla="*/ 600501 w 1535373"/>
                <a:gd name="connsiteY4-10" fmla="*/ 744397 h 901346"/>
                <a:gd name="connsiteX5-11" fmla="*/ 709684 w 1535373"/>
                <a:gd name="connsiteY5-12" fmla="*/ 635215 h 901346"/>
                <a:gd name="connsiteX6-13" fmla="*/ 887104 w 1535373"/>
                <a:gd name="connsiteY6-14" fmla="*/ 682982 h 901346"/>
                <a:gd name="connsiteX7-15" fmla="*/ 1201003 w 1535373"/>
                <a:gd name="connsiteY7-16" fmla="*/ 901346 h 901346"/>
                <a:gd name="connsiteX8-17" fmla="*/ 1535373 w 1535373"/>
                <a:gd name="connsiteY8-18" fmla="*/ 805812 h 901346"/>
                <a:gd name="connsiteX9-19" fmla="*/ 1201003 w 1535373"/>
                <a:gd name="connsiteY9-20" fmla="*/ 669334 h 901346"/>
                <a:gd name="connsiteX10-21" fmla="*/ 1262418 w 1535373"/>
                <a:gd name="connsiteY10-22" fmla="*/ 437322 h 901346"/>
                <a:gd name="connsiteX11-23" fmla="*/ 996287 w 1535373"/>
                <a:gd name="connsiteY11-24" fmla="*/ 328140 h 901346"/>
                <a:gd name="connsiteX12-25" fmla="*/ 921224 w 1535373"/>
                <a:gd name="connsiteY12-26" fmla="*/ 437322 h 901346"/>
                <a:gd name="connsiteX13-27" fmla="*/ 777922 w 1535373"/>
                <a:gd name="connsiteY13-28" fmla="*/ 375907 h 901346"/>
                <a:gd name="connsiteX14-29" fmla="*/ 812042 w 1535373"/>
                <a:gd name="connsiteY14-30" fmla="*/ 191663 h 901346"/>
                <a:gd name="connsiteX0-31" fmla="*/ 812042 w 1535373"/>
                <a:gd name="connsiteY0-32" fmla="*/ 204349 h 914032"/>
                <a:gd name="connsiteX1-33" fmla="*/ 208099 w 1535373"/>
                <a:gd name="connsiteY1-34" fmla="*/ 12686 h 914032"/>
                <a:gd name="connsiteX2-35" fmla="*/ 143301 w 1535373"/>
                <a:gd name="connsiteY2-36" fmla="*/ 286235 h 914032"/>
                <a:gd name="connsiteX3-37" fmla="*/ 0 w 1535373"/>
                <a:gd name="connsiteY3-38" fmla="*/ 470480 h 914032"/>
                <a:gd name="connsiteX4-39" fmla="*/ 600501 w 1535373"/>
                <a:gd name="connsiteY4-40" fmla="*/ 757083 h 914032"/>
                <a:gd name="connsiteX5-41" fmla="*/ 709684 w 1535373"/>
                <a:gd name="connsiteY5-42" fmla="*/ 647901 h 914032"/>
                <a:gd name="connsiteX6-43" fmla="*/ 887104 w 1535373"/>
                <a:gd name="connsiteY6-44" fmla="*/ 695668 h 914032"/>
                <a:gd name="connsiteX7-45" fmla="*/ 1201003 w 1535373"/>
                <a:gd name="connsiteY7-46" fmla="*/ 914032 h 914032"/>
                <a:gd name="connsiteX8-47" fmla="*/ 1535373 w 1535373"/>
                <a:gd name="connsiteY8-48" fmla="*/ 818498 h 914032"/>
                <a:gd name="connsiteX9-49" fmla="*/ 1201003 w 1535373"/>
                <a:gd name="connsiteY9-50" fmla="*/ 682020 h 914032"/>
                <a:gd name="connsiteX10-51" fmla="*/ 1262418 w 1535373"/>
                <a:gd name="connsiteY10-52" fmla="*/ 450008 h 914032"/>
                <a:gd name="connsiteX11-53" fmla="*/ 996287 w 1535373"/>
                <a:gd name="connsiteY11-54" fmla="*/ 340826 h 914032"/>
                <a:gd name="connsiteX12-55" fmla="*/ 921224 w 1535373"/>
                <a:gd name="connsiteY12-56" fmla="*/ 450008 h 914032"/>
                <a:gd name="connsiteX13-57" fmla="*/ 777922 w 1535373"/>
                <a:gd name="connsiteY13-58" fmla="*/ 388593 h 914032"/>
                <a:gd name="connsiteX14-59" fmla="*/ 812042 w 1535373"/>
                <a:gd name="connsiteY14-60" fmla="*/ 204349 h 914032"/>
                <a:gd name="connsiteX0-61" fmla="*/ 812042 w 1535373"/>
                <a:gd name="connsiteY0-62" fmla="*/ 204349 h 914032"/>
                <a:gd name="connsiteX1-63" fmla="*/ 208099 w 1535373"/>
                <a:gd name="connsiteY1-64" fmla="*/ 12686 h 914032"/>
                <a:gd name="connsiteX2-65" fmla="*/ 143301 w 1535373"/>
                <a:gd name="connsiteY2-66" fmla="*/ 286235 h 914032"/>
                <a:gd name="connsiteX3-67" fmla="*/ 0 w 1535373"/>
                <a:gd name="connsiteY3-68" fmla="*/ 470480 h 914032"/>
                <a:gd name="connsiteX4-69" fmla="*/ 600501 w 1535373"/>
                <a:gd name="connsiteY4-70" fmla="*/ 757083 h 914032"/>
                <a:gd name="connsiteX5-71" fmla="*/ 709684 w 1535373"/>
                <a:gd name="connsiteY5-72" fmla="*/ 647901 h 914032"/>
                <a:gd name="connsiteX6-73" fmla="*/ 887104 w 1535373"/>
                <a:gd name="connsiteY6-74" fmla="*/ 695668 h 914032"/>
                <a:gd name="connsiteX7-75" fmla="*/ 1201003 w 1535373"/>
                <a:gd name="connsiteY7-76" fmla="*/ 914032 h 914032"/>
                <a:gd name="connsiteX8-77" fmla="*/ 1535373 w 1535373"/>
                <a:gd name="connsiteY8-78" fmla="*/ 818498 h 914032"/>
                <a:gd name="connsiteX9-79" fmla="*/ 1201003 w 1535373"/>
                <a:gd name="connsiteY9-80" fmla="*/ 682020 h 914032"/>
                <a:gd name="connsiteX10-81" fmla="*/ 1262418 w 1535373"/>
                <a:gd name="connsiteY10-82" fmla="*/ 450008 h 914032"/>
                <a:gd name="connsiteX11-83" fmla="*/ 996287 w 1535373"/>
                <a:gd name="connsiteY11-84" fmla="*/ 340826 h 914032"/>
                <a:gd name="connsiteX12-85" fmla="*/ 921224 w 1535373"/>
                <a:gd name="connsiteY12-86" fmla="*/ 450008 h 914032"/>
                <a:gd name="connsiteX13-87" fmla="*/ 777922 w 1535373"/>
                <a:gd name="connsiteY13-88" fmla="*/ 388593 h 914032"/>
                <a:gd name="connsiteX14-89" fmla="*/ 812042 w 1535373"/>
                <a:gd name="connsiteY14-90" fmla="*/ 204349 h 914032"/>
                <a:gd name="connsiteX0-91" fmla="*/ 812042 w 1535373"/>
                <a:gd name="connsiteY0-92" fmla="*/ 204349 h 914032"/>
                <a:gd name="connsiteX1-93" fmla="*/ 208099 w 1535373"/>
                <a:gd name="connsiteY1-94" fmla="*/ 12686 h 914032"/>
                <a:gd name="connsiteX2-95" fmla="*/ 159203 w 1535373"/>
                <a:gd name="connsiteY2-96" fmla="*/ 306113 h 914032"/>
                <a:gd name="connsiteX3-97" fmla="*/ 0 w 1535373"/>
                <a:gd name="connsiteY3-98" fmla="*/ 470480 h 914032"/>
                <a:gd name="connsiteX4-99" fmla="*/ 600501 w 1535373"/>
                <a:gd name="connsiteY4-100" fmla="*/ 757083 h 914032"/>
                <a:gd name="connsiteX5-101" fmla="*/ 709684 w 1535373"/>
                <a:gd name="connsiteY5-102" fmla="*/ 647901 h 914032"/>
                <a:gd name="connsiteX6-103" fmla="*/ 887104 w 1535373"/>
                <a:gd name="connsiteY6-104" fmla="*/ 695668 h 914032"/>
                <a:gd name="connsiteX7-105" fmla="*/ 1201003 w 1535373"/>
                <a:gd name="connsiteY7-106" fmla="*/ 914032 h 914032"/>
                <a:gd name="connsiteX8-107" fmla="*/ 1535373 w 1535373"/>
                <a:gd name="connsiteY8-108" fmla="*/ 818498 h 914032"/>
                <a:gd name="connsiteX9-109" fmla="*/ 1201003 w 1535373"/>
                <a:gd name="connsiteY9-110" fmla="*/ 682020 h 914032"/>
                <a:gd name="connsiteX10-111" fmla="*/ 1262418 w 1535373"/>
                <a:gd name="connsiteY10-112" fmla="*/ 450008 h 914032"/>
                <a:gd name="connsiteX11-113" fmla="*/ 996287 w 1535373"/>
                <a:gd name="connsiteY11-114" fmla="*/ 340826 h 914032"/>
                <a:gd name="connsiteX12-115" fmla="*/ 921224 w 1535373"/>
                <a:gd name="connsiteY12-116" fmla="*/ 450008 h 914032"/>
                <a:gd name="connsiteX13-117" fmla="*/ 777922 w 1535373"/>
                <a:gd name="connsiteY13-118" fmla="*/ 388593 h 914032"/>
                <a:gd name="connsiteX14-119" fmla="*/ 812042 w 1535373"/>
                <a:gd name="connsiteY14-120" fmla="*/ 204349 h 914032"/>
                <a:gd name="connsiteX0-121" fmla="*/ 788188 w 1511519"/>
                <a:gd name="connsiteY0-122" fmla="*/ 204349 h 914032"/>
                <a:gd name="connsiteX1-123" fmla="*/ 184245 w 1511519"/>
                <a:gd name="connsiteY1-124" fmla="*/ 12686 h 914032"/>
                <a:gd name="connsiteX2-125" fmla="*/ 135349 w 1511519"/>
                <a:gd name="connsiteY2-126" fmla="*/ 306113 h 914032"/>
                <a:gd name="connsiteX3-127" fmla="*/ 0 w 1511519"/>
                <a:gd name="connsiteY3-128" fmla="*/ 518188 h 914032"/>
                <a:gd name="connsiteX4-129" fmla="*/ 576647 w 1511519"/>
                <a:gd name="connsiteY4-130" fmla="*/ 757083 h 914032"/>
                <a:gd name="connsiteX5-131" fmla="*/ 685830 w 1511519"/>
                <a:gd name="connsiteY5-132" fmla="*/ 647901 h 914032"/>
                <a:gd name="connsiteX6-133" fmla="*/ 863250 w 1511519"/>
                <a:gd name="connsiteY6-134" fmla="*/ 695668 h 914032"/>
                <a:gd name="connsiteX7-135" fmla="*/ 1177149 w 1511519"/>
                <a:gd name="connsiteY7-136" fmla="*/ 914032 h 914032"/>
                <a:gd name="connsiteX8-137" fmla="*/ 1511519 w 1511519"/>
                <a:gd name="connsiteY8-138" fmla="*/ 818498 h 914032"/>
                <a:gd name="connsiteX9-139" fmla="*/ 1177149 w 1511519"/>
                <a:gd name="connsiteY9-140" fmla="*/ 682020 h 914032"/>
                <a:gd name="connsiteX10-141" fmla="*/ 1238564 w 1511519"/>
                <a:gd name="connsiteY10-142" fmla="*/ 450008 h 914032"/>
                <a:gd name="connsiteX11-143" fmla="*/ 972433 w 1511519"/>
                <a:gd name="connsiteY11-144" fmla="*/ 340826 h 914032"/>
                <a:gd name="connsiteX12-145" fmla="*/ 897370 w 1511519"/>
                <a:gd name="connsiteY12-146" fmla="*/ 450008 h 914032"/>
                <a:gd name="connsiteX13-147" fmla="*/ 754068 w 1511519"/>
                <a:gd name="connsiteY13-148" fmla="*/ 388593 h 914032"/>
                <a:gd name="connsiteX14-149" fmla="*/ 788188 w 1511519"/>
                <a:gd name="connsiteY14-150" fmla="*/ 204349 h 914032"/>
                <a:gd name="connsiteX0-151" fmla="*/ 802902 w 1526233"/>
                <a:gd name="connsiteY0-152" fmla="*/ 204349 h 914032"/>
                <a:gd name="connsiteX1-153" fmla="*/ 198959 w 1526233"/>
                <a:gd name="connsiteY1-154" fmla="*/ 12686 h 914032"/>
                <a:gd name="connsiteX2-155" fmla="*/ 150063 w 1526233"/>
                <a:gd name="connsiteY2-156" fmla="*/ 306113 h 914032"/>
                <a:gd name="connsiteX3-157" fmla="*/ 14714 w 1526233"/>
                <a:gd name="connsiteY3-158" fmla="*/ 518188 h 914032"/>
                <a:gd name="connsiteX4-159" fmla="*/ 591361 w 1526233"/>
                <a:gd name="connsiteY4-160" fmla="*/ 757083 h 914032"/>
                <a:gd name="connsiteX5-161" fmla="*/ 700544 w 1526233"/>
                <a:gd name="connsiteY5-162" fmla="*/ 647901 h 914032"/>
                <a:gd name="connsiteX6-163" fmla="*/ 877964 w 1526233"/>
                <a:gd name="connsiteY6-164" fmla="*/ 695668 h 914032"/>
                <a:gd name="connsiteX7-165" fmla="*/ 1191863 w 1526233"/>
                <a:gd name="connsiteY7-166" fmla="*/ 914032 h 914032"/>
                <a:gd name="connsiteX8-167" fmla="*/ 1526233 w 1526233"/>
                <a:gd name="connsiteY8-168" fmla="*/ 818498 h 914032"/>
                <a:gd name="connsiteX9-169" fmla="*/ 1191863 w 1526233"/>
                <a:gd name="connsiteY9-170" fmla="*/ 682020 h 914032"/>
                <a:gd name="connsiteX10-171" fmla="*/ 1253278 w 1526233"/>
                <a:gd name="connsiteY10-172" fmla="*/ 450008 h 914032"/>
                <a:gd name="connsiteX11-173" fmla="*/ 987147 w 1526233"/>
                <a:gd name="connsiteY11-174" fmla="*/ 340826 h 914032"/>
                <a:gd name="connsiteX12-175" fmla="*/ 912084 w 1526233"/>
                <a:gd name="connsiteY12-176" fmla="*/ 450008 h 914032"/>
                <a:gd name="connsiteX13-177" fmla="*/ 768782 w 1526233"/>
                <a:gd name="connsiteY13-178" fmla="*/ 388593 h 914032"/>
                <a:gd name="connsiteX14-179" fmla="*/ 802902 w 1526233"/>
                <a:gd name="connsiteY14-180" fmla="*/ 204349 h 914032"/>
                <a:gd name="connsiteX0-181" fmla="*/ 802902 w 1526233"/>
                <a:gd name="connsiteY0-182" fmla="*/ 204349 h 914032"/>
                <a:gd name="connsiteX1-183" fmla="*/ 198959 w 1526233"/>
                <a:gd name="connsiteY1-184" fmla="*/ 12686 h 914032"/>
                <a:gd name="connsiteX2-185" fmla="*/ 150063 w 1526233"/>
                <a:gd name="connsiteY2-186" fmla="*/ 306113 h 914032"/>
                <a:gd name="connsiteX3-187" fmla="*/ 14714 w 1526233"/>
                <a:gd name="connsiteY3-188" fmla="*/ 518188 h 914032"/>
                <a:gd name="connsiteX4-189" fmla="*/ 591361 w 1526233"/>
                <a:gd name="connsiteY4-190" fmla="*/ 757083 h 914032"/>
                <a:gd name="connsiteX5-191" fmla="*/ 700544 w 1526233"/>
                <a:gd name="connsiteY5-192" fmla="*/ 647901 h 914032"/>
                <a:gd name="connsiteX6-193" fmla="*/ 877964 w 1526233"/>
                <a:gd name="connsiteY6-194" fmla="*/ 695668 h 914032"/>
                <a:gd name="connsiteX7-195" fmla="*/ 1191863 w 1526233"/>
                <a:gd name="connsiteY7-196" fmla="*/ 914032 h 914032"/>
                <a:gd name="connsiteX8-197" fmla="*/ 1526233 w 1526233"/>
                <a:gd name="connsiteY8-198" fmla="*/ 818498 h 914032"/>
                <a:gd name="connsiteX9-199" fmla="*/ 1191863 w 1526233"/>
                <a:gd name="connsiteY9-200" fmla="*/ 682020 h 914032"/>
                <a:gd name="connsiteX10-201" fmla="*/ 1253278 w 1526233"/>
                <a:gd name="connsiteY10-202" fmla="*/ 450008 h 914032"/>
                <a:gd name="connsiteX11-203" fmla="*/ 987147 w 1526233"/>
                <a:gd name="connsiteY11-204" fmla="*/ 340826 h 914032"/>
                <a:gd name="connsiteX12-205" fmla="*/ 912084 w 1526233"/>
                <a:gd name="connsiteY12-206" fmla="*/ 450008 h 914032"/>
                <a:gd name="connsiteX13-207" fmla="*/ 768782 w 1526233"/>
                <a:gd name="connsiteY13-208" fmla="*/ 388593 h 914032"/>
                <a:gd name="connsiteX14-209" fmla="*/ 802902 w 1526233"/>
                <a:gd name="connsiteY14-210" fmla="*/ 204349 h 914032"/>
                <a:gd name="connsiteX0-211" fmla="*/ 800209 w 1523540"/>
                <a:gd name="connsiteY0-212" fmla="*/ 204349 h 914032"/>
                <a:gd name="connsiteX1-213" fmla="*/ 196266 w 1523540"/>
                <a:gd name="connsiteY1-214" fmla="*/ 12686 h 914032"/>
                <a:gd name="connsiteX2-215" fmla="*/ 147370 w 1523540"/>
                <a:gd name="connsiteY2-216" fmla="*/ 306113 h 914032"/>
                <a:gd name="connsiteX3-217" fmla="*/ 12021 w 1523540"/>
                <a:gd name="connsiteY3-218" fmla="*/ 518188 h 914032"/>
                <a:gd name="connsiteX4-219" fmla="*/ 588668 w 1523540"/>
                <a:gd name="connsiteY4-220" fmla="*/ 757083 h 914032"/>
                <a:gd name="connsiteX5-221" fmla="*/ 697851 w 1523540"/>
                <a:gd name="connsiteY5-222" fmla="*/ 647901 h 914032"/>
                <a:gd name="connsiteX6-223" fmla="*/ 875271 w 1523540"/>
                <a:gd name="connsiteY6-224" fmla="*/ 695668 h 914032"/>
                <a:gd name="connsiteX7-225" fmla="*/ 1189170 w 1523540"/>
                <a:gd name="connsiteY7-226" fmla="*/ 914032 h 914032"/>
                <a:gd name="connsiteX8-227" fmla="*/ 1523540 w 1523540"/>
                <a:gd name="connsiteY8-228" fmla="*/ 818498 h 914032"/>
                <a:gd name="connsiteX9-229" fmla="*/ 1189170 w 1523540"/>
                <a:gd name="connsiteY9-230" fmla="*/ 682020 h 914032"/>
                <a:gd name="connsiteX10-231" fmla="*/ 1250585 w 1523540"/>
                <a:gd name="connsiteY10-232" fmla="*/ 450008 h 914032"/>
                <a:gd name="connsiteX11-233" fmla="*/ 984454 w 1523540"/>
                <a:gd name="connsiteY11-234" fmla="*/ 340826 h 914032"/>
                <a:gd name="connsiteX12-235" fmla="*/ 909391 w 1523540"/>
                <a:gd name="connsiteY12-236" fmla="*/ 450008 h 914032"/>
                <a:gd name="connsiteX13-237" fmla="*/ 766089 w 1523540"/>
                <a:gd name="connsiteY13-238" fmla="*/ 388593 h 914032"/>
                <a:gd name="connsiteX14-239" fmla="*/ 800209 w 1523540"/>
                <a:gd name="connsiteY14-240" fmla="*/ 204349 h 914032"/>
                <a:gd name="connsiteX0-241" fmla="*/ 800209 w 1523540"/>
                <a:gd name="connsiteY0-242" fmla="*/ 204349 h 914032"/>
                <a:gd name="connsiteX1-243" fmla="*/ 196266 w 1523540"/>
                <a:gd name="connsiteY1-244" fmla="*/ 12686 h 914032"/>
                <a:gd name="connsiteX2-245" fmla="*/ 147370 w 1523540"/>
                <a:gd name="connsiteY2-246" fmla="*/ 306113 h 914032"/>
                <a:gd name="connsiteX3-247" fmla="*/ 12021 w 1523540"/>
                <a:gd name="connsiteY3-248" fmla="*/ 518188 h 914032"/>
                <a:gd name="connsiteX4-249" fmla="*/ 652279 w 1523540"/>
                <a:gd name="connsiteY4-250" fmla="*/ 757083 h 914032"/>
                <a:gd name="connsiteX5-251" fmla="*/ 697851 w 1523540"/>
                <a:gd name="connsiteY5-252" fmla="*/ 647901 h 914032"/>
                <a:gd name="connsiteX6-253" fmla="*/ 875271 w 1523540"/>
                <a:gd name="connsiteY6-254" fmla="*/ 695668 h 914032"/>
                <a:gd name="connsiteX7-255" fmla="*/ 1189170 w 1523540"/>
                <a:gd name="connsiteY7-256" fmla="*/ 914032 h 914032"/>
                <a:gd name="connsiteX8-257" fmla="*/ 1523540 w 1523540"/>
                <a:gd name="connsiteY8-258" fmla="*/ 818498 h 914032"/>
                <a:gd name="connsiteX9-259" fmla="*/ 1189170 w 1523540"/>
                <a:gd name="connsiteY9-260" fmla="*/ 682020 h 914032"/>
                <a:gd name="connsiteX10-261" fmla="*/ 1250585 w 1523540"/>
                <a:gd name="connsiteY10-262" fmla="*/ 450008 h 914032"/>
                <a:gd name="connsiteX11-263" fmla="*/ 984454 w 1523540"/>
                <a:gd name="connsiteY11-264" fmla="*/ 340826 h 914032"/>
                <a:gd name="connsiteX12-265" fmla="*/ 909391 w 1523540"/>
                <a:gd name="connsiteY12-266" fmla="*/ 450008 h 914032"/>
                <a:gd name="connsiteX13-267" fmla="*/ 766089 w 1523540"/>
                <a:gd name="connsiteY13-268" fmla="*/ 388593 h 914032"/>
                <a:gd name="connsiteX14-269" fmla="*/ 800209 w 1523540"/>
                <a:gd name="connsiteY14-270" fmla="*/ 204349 h 914032"/>
                <a:gd name="connsiteX0-271" fmla="*/ 800209 w 1523540"/>
                <a:gd name="connsiteY0-272" fmla="*/ 204349 h 914032"/>
                <a:gd name="connsiteX1-273" fmla="*/ 196266 w 1523540"/>
                <a:gd name="connsiteY1-274" fmla="*/ 12686 h 914032"/>
                <a:gd name="connsiteX2-275" fmla="*/ 147370 w 1523540"/>
                <a:gd name="connsiteY2-276" fmla="*/ 306113 h 914032"/>
                <a:gd name="connsiteX3-277" fmla="*/ 12021 w 1523540"/>
                <a:gd name="connsiteY3-278" fmla="*/ 518188 h 914032"/>
                <a:gd name="connsiteX4-279" fmla="*/ 652279 w 1523540"/>
                <a:gd name="connsiteY4-280" fmla="*/ 757083 h 914032"/>
                <a:gd name="connsiteX5-281" fmla="*/ 697851 w 1523540"/>
                <a:gd name="connsiteY5-282" fmla="*/ 647901 h 914032"/>
                <a:gd name="connsiteX6-283" fmla="*/ 875271 w 1523540"/>
                <a:gd name="connsiteY6-284" fmla="*/ 695668 h 914032"/>
                <a:gd name="connsiteX7-285" fmla="*/ 1189170 w 1523540"/>
                <a:gd name="connsiteY7-286" fmla="*/ 914032 h 914032"/>
                <a:gd name="connsiteX8-287" fmla="*/ 1523540 w 1523540"/>
                <a:gd name="connsiteY8-288" fmla="*/ 818498 h 914032"/>
                <a:gd name="connsiteX9-289" fmla="*/ 1189170 w 1523540"/>
                <a:gd name="connsiteY9-290" fmla="*/ 682020 h 914032"/>
                <a:gd name="connsiteX10-291" fmla="*/ 1250585 w 1523540"/>
                <a:gd name="connsiteY10-292" fmla="*/ 450008 h 914032"/>
                <a:gd name="connsiteX11-293" fmla="*/ 984454 w 1523540"/>
                <a:gd name="connsiteY11-294" fmla="*/ 340826 h 914032"/>
                <a:gd name="connsiteX12-295" fmla="*/ 909391 w 1523540"/>
                <a:gd name="connsiteY12-296" fmla="*/ 450008 h 914032"/>
                <a:gd name="connsiteX13-297" fmla="*/ 766089 w 1523540"/>
                <a:gd name="connsiteY13-298" fmla="*/ 388593 h 914032"/>
                <a:gd name="connsiteX14-299" fmla="*/ 800209 w 1523540"/>
                <a:gd name="connsiteY14-300" fmla="*/ 204349 h 914032"/>
                <a:gd name="connsiteX0-301" fmla="*/ 800209 w 1523540"/>
                <a:gd name="connsiteY0-302" fmla="*/ 204349 h 914032"/>
                <a:gd name="connsiteX1-303" fmla="*/ 196266 w 1523540"/>
                <a:gd name="connsiteY1-304" fmla="*/ 12686 h 914032"/>
                <a:gd name="connsiteX2-305" fmla="*/ 147370 w 1523540"/>
                <a:gd name="connsiteY2-306" fmla="*/ 306113 h 914032"/>
                <a:gd name="connsiteX3-307" fmla="*/ 12021 w 1523540"/>
                <a:gd name="connsiteY3-308" fmla="*/ 518188 h 914032"/>
                <a:gd name="connsiteX4-309" fmla="*/ 652279 w 1523540"/>
                <a:gd name="connsiteY4-310" fmla="*/ 757083 h 914032"/>
                <a:gd name="connsiteX5-311" fmla="*/ 697851 w 1523540"/>
                <a:gd name="connsiteY5-312" fmla="*/ 647901 h 914032"/>
                <a:gd name="connsiteX6-313" fmla="*/ 875271 w 1523540"/>
                <a:gd name="connsiteY6-314" fmla="*/ 695668 h 914032"/>
                <a:gd name="connsiteX7-315" fmla="*/ 1189170 w 1523540"/>
                <a:gd name="connsiteY7-316" fmla="*/ 914032 h 914032"/>
                <a:gd name="connsiteX8-317" fmla="*/ 1523540 w 1523540"/>
                <a:gd name="connsiteY8-318" fmla="*/ 818498 h 914032"/>
                <a:gd name="connsiteX9-319" fmla="*/ 1189170 w 1523540"/>
                <a:gd name="connsiteY9-320" fmla="*/ 682020 h 914032"/>
                <a:gd name="connsiteX10-321" fmla="*/ 1250585 w 1523540"/>
                <a:gd name="connsiteY10-322" fmla="*/ 450008 h 914032"/>
                <a:gd name="connsiteX11-323" fmla="*/ 984454 w 1523540"/>
                <a:gd name="connsiteY11-324" fmla="*/ 340826 h 914032"/>
                <a:gd name="connsiteX12-325" fmla="*/ 909391 w 1523540"/>
                <a:gd name="connsiteY12-326" fmla="*/ 450008 h 914032"/>
                <a:gd name="connsiteX13-327" fmla="*/ 766089 w 1523540"/>
                <a:gd name="connsiteY13-328" fmla="*/ 388593 h 914032"/>
                <a:gd name="connsiteX14-329" fmla="*/ 800209 w 1523540"/>
                <a:gd name="connsiteY14-330" fmla="*/ 204349 h 914032"/>
                <a:gd name="connsiteX0-331" fmla="*/ 800209 w 1523540"/>
                <a:gd name="connsiteY0-332" fmla="*/ 204349 h 914032"/>
                <a:gd name="connsiteX1-333" fmla="*/ 196266 w 1523540"/>
                <a:gd name="connsiteY1-334" fmla="*/ 12686 h 914032"/>
                <a:gd name="connsiteX2-335" fmla="*/ 147370 w 1523540"/>
                <a:gd name="connsiteY2-336" fmla="*/ 306113 h 914032"/>
                <a:gd name="connsiteX3-337" fmla="*/ 12021 w 1523540"/>
                <a:gd name="connsiteY3-338" fmla="*/ 518188 h 914032"/>
                <a:gd name="connsiteX4-339" fmla="*/ 636377 w 1523540"/>
                <a:gd name="connsiteY4-340" fmla="*/ 741181 h 914032"/>
                <a:gd name="connsiteX5-341" fmla="*/ 697851 w 1523540"/>
                <a:gd name="connsiteY5-342" fmla="*/ 647901 h 914032"/>
                <a:gd name="connsiteX6-343" fmla="*/ 875271 w 1523540"/>
                <a:gd name="connsiteY6-344" fmla="*/ 695668 h 914032"/>
                <a:gd name="connsiteX7-345" fmla="*/ 1189170 w 1523540"/>
                <a:gd name="connsiteY7-346" fmla="*/ 914032 h 914032"/>
                <a:gd name="connsiteX8-347" fmla="*/ 1523540 w 1523540"/>
                <a:gd name="connsiteY8-348" fmla="*/ 818498 h 914032"/>
                <a:gd name="connsiteX9-349" fmla="*/ 1189170 w 1523540"/>
                <a:gd name="connsiteY9-350" fmla="*/ 682020 h 914032"/>
                <a:gd name="connsiteX10-351" fmla="*/ 1250585 w 1523540"/>
                <a:gd name="connsiteY10-352" fmla="*/ 450008 h 914032"/>
                <a:gd name="connsiteX11-353" fmla="*/ 984454 w 1523540"/>
                <a:gd name="connsiteY11-354" fmla="*/ 340826 h 914032"/>
                <a:gd name="connsiteX12-355" fmla="*/ 909391 w 1523540"/>
                <a:gd name="connsiteY12-356" fmla="*/ 450008 h 914032"/>
                <a:gd name="connsiteX13-357" fmla="*/ 766089 w 1523540"/>
                <a:gd name="connsiteY13-358" fmla="*/ 388593 h 914032"/>
                <a:gd name="connsiteX14-359" fmla="*/ 800209 w 1523540"/>
                <a:gd name="connsiteY14-360" fmla="*/ 204349 h 914032"/>
                <a:gd name="connsiteX0-361" fmla="*/ 800209 w 1523540"/>
                <a:gd name="connsiteY0-362" fmla="*/ 204349 h 914032"/>
                <a:gd name="connsiteX1-363" fmla="*/ 196266 w 1523540"/>
                <a:gd name="connsiteY1-364" fmla="*/ 12686 h 914032"/>
                <a:gd name="connsiteX2-365" fmla="*/ 147370 w 1523540"/>
                <a:gd name="connsiteY2-366" fmla="*/ 306113 h 914032"/>
                <a:gd name="connsiteX3-367" fmla="*/ 12021 w 1523540"/>
                <a:gd name="connsiteY3-368" fmla="*/ 518188 h 914032"/>
                <a:gd name="connsiteX4-369" fmla="*/ 636377 w 1523540"/>
                <a:gd name="connsiteY4-370" fmla="*/ 741181 h 914032"/>
                <a:gd name="connsiteX5-371" fmla="*/ 697851 w 1523540"/>
                <a:gd name="connsiteY5-372" fmla="*/ 647901 h 914032"/>
                <a:gd name="connsiteX6-373" fmla="*/ 875271 w 1523540"/>
                <a:gd name="connsiteY6-374" fmla="*/ 695668 h 914032"/>
                <a:gd name="connsiteX7-375" fmla="*/ 1189170 w 1523540"/>
                <a:gd name="connsiteY7-376" fmla="*/ 914032 h 914032"/>
                <a:gd name="connsiteX8-377" fmla="*/ 1523540 w 1523540"/>
                <a:gd name="connsiteY8-378" fmla="*/ 818498 h 914032"/>
                <a:gd name="connsiteX9-379" fmla="*/ 1189170 w 1523540"/>
                <a:gd name="connsiteY9-380" fmla="*/ 682020 h 914032"/>
                <a:gd name="connsiteX10-381" fmla="*/ 1250585 w 1523540"/>
                <a:gd name="connsiteY10-382" fmla="*/ 450008 h 914032"/>
                <a:gd name="connsiteX11-383" fmla="*/ 984454 w 1523540"/>
                <a:gd name="connsiteY11-384" fmla="*/ 340826 h 914032"/>
                <a:gd name="connsiteX12-385" fmla="*/ 909391 w 1523540"/>
                <a:gd name="connsiteY12-386" fmla="*/ 450008 h 914032"/>
                <a:gd name="connsiteX13-387" fmla="*/ 766089 w 1523540"/>
                <a:gd name="connsiteY13-388" fmla="*/ 388593 h 914032"/>
                <a:gd name="connsiteX14-389" fmla="*/ 800209 w 1523540"/>
                <a:gd name="connsiteY14-390" fmla="*/ 204349 h 914032"/>
                <a:gd name="connsiteX0-391" fmla="*/ 800209 w 1523540"/>
                <a:gd name="connsiteY0-392" fmla="*/ 204349 h 914032"/>
                <a:gd name="connsiteX1-393" fmla="*/ 196266 w 1523540"/>
                <a:gd name="connsiteY1-394" fmla="*/ 12686 h 914032"/>
                <a:gd name="connsiteX2-395" fmla="*/ 147370 w 1523540"/>
                <a:gd name="connsiteY2-396" fmla="*/ 306113 h 914032"/>
                <a:gd name="connsiteX3-397" fmla="*/ 12021 w 1523540"/>
                <a:gd name="connsiteY3-398" fmla="*/ 518188 h 914032"/>
                <a:gd name="connsiteX4-399" fmla="*/ 636377 w 1523540"/>
                <a:gd name="connsiteY4-400" fmla="*/ 741181 h 914032"/>
                <a:gd name="connsiteX5-401" fmla="*/ 697851 w 1523540"/>
                <a:gd name="connsiteY5-402" fmla="*/ 647901 h 914032"/>
                <a:gd name="connsiteX6-403" fmla="*/ 875271 w 1523540"/>
                <a:gd name="connsiteY6-404" fmla="*/ 695668 h 914032"/>
                <a:gd name="connsiteX7-405" fmla="*/ 1189170 w 1523540"/>
                <a:gd name="connsiteY7-406" fmla="*/ 914032 h 914032"/>
                <a:gd name="connsiteX8-407" fmla="*/ 1523540 w 1523540"/>
                <a:gd name="connsiteY8-408" fmla="*/ 818498 h 914032"/>
                <a:gd name="connsiteX9-409" fmla="*/ 1189170 w 1523540"/>
                <a:gd name="connsiteY9-410" fmla="*/ 682020 h 914032"/>
                <a:gd name="connsiteX10-411" fmla="*/ 1250585 w 1523540"/>
                <a:gd name="connsiteY10-412" fmla="*/ 450008 h 914032"/>
                <a:gd name="connsiteX11-413" fmla="*/ 984454 w 1523540"/>
                <a:gd name="connsiteY11-414" fmla="*/ 340826 h 914032"/>
                <a:gd name="connsiteX12-415" fmla="*/ 909391 w 1523540"/>
                <a:gd name="connsiteY12-416" fmla="*/ 450008 h 914032"/>
                <a:gd name="connsiteX13-417" fmla="*/ 766089 w 1523540"/>
                <a:gd name="connsiteY13-418" fmla="*/ 388593 h 914032"/>
                <a:gd name="connsiteX14-419" fmla="*/ 800209 w 1523540"/>
                <a:gd name="connsiteY14-420" fmla="*/ 204349 h 914032"/>
                <a:gd name="connsiteX0-421" fmla="*/ 800209 w 1523540"/>
                <a:gd name="connsiteY0-422" fmla="*/ 204349 h 914032"/>
                <a:gd name="connsiteX1-423" fmla="*/ 196266 w 1523540"/>
                <a:gd name="connsiteY1-424" fmla="*/ 12686 h 914032"/>
                <a:gd name="connsiteX2-425" fmla="*/ 147370 w 1523540"/>
                <a:gd name="connsiteY2-426" fmla="*/ 306113 h 914032"/>
                <a:gd name="connsiteX3-427" fmla="*/ 12021 w 1523540"/>
                <a:gd name="connsiteY3-428" fmla="*/ 518188 h 914032"/>
                <a:gd name="connsiteX4-429" fmla="*/ 636377 w 1523540"/>
                <a:gd name="connsiteY4-430" fmla="*/ 741181 h 914032"/>
                <a:gd name="connsiteX5-431" fmla="*/ 697851 w 1523540"/>
                <a:gd name="connsiteY5-432" fmla="*/ 647901 h 914032"/>
                <a:gd name="connsiteX6-433" fmla="*/ 875271 w 1523540"/>
                <a:gd name="connsiteY6-434" fmla="*/ 695668 h 914032"/>
                <a:gd name="connsiteX7-435" fmla="*/ 1189170 w 1523540"/>
                <a:gd name="connsiteY7-436" fmla="*/ 914032 h 914032"/>
                <a:gd name="connsiteX8-437" fmla="*/ 1523540 w 1523540"/>
                <a:gd name="connsiteY8-438" fmla="*/ 818498 h 914032"/>
                <a:gd name="connsiteX9-439" fmla="*/ 1189170 w 1523540"/>
                <a:gd name="connsiteY9-440" fmla="*/ 682020 h 914032"/>
                <a:gd name="connsiteX10-441" fmla="*/ 1250585 w 1523540"/>
                <a:gd name="connsiteY10-442" fmla="*/ 450008 h 914032"/>
                <a:gd name="connsiteX11-443" fmla="*/ 984454 w 1523540"/>
                <a:gd name="connsiteY11-444" fmla="*/ 340826 h 914032"/>
                <a:gd name="connsiteX12-445" fmla="*/ 909391 w 1523540"/>
                <a:gd name="connsiteY12-446" fmla="*/ 450008 h 914032"/>
                <a:gd name="connsiteX13-447" fmla="*/ 766089 w 1523540"/>
                <a:gd name="connsiteY13-448" fmla="*/ 388593 h 914032"/>
                <a:gd name="connsiteX14-449" fmla="*/ 800209 w 1523540"/>
                <a:gd name="connsiteY14-450" fmla="*/ 204349 h 914032"/>
                <a:gd name="connsiteX0-451" fmla="*/ 800209 w 1523540"/>
                <a:gd name="connsiteY0-452" fmla="*/ 204349 h 914032"/>
                <a:gd name="connsiteX1-453" fmla="*/ 196266 w 1523540"/>
                <a:gd name="connsiteY1-454" fmla="*/ 12686 h 914032"/>
                <a:gd name="connsiteX2-455" fmla="*/ 147370 w 1523540"/>
                <a:gd name="connsiteY2-456" fmla="*/ 306113 h 914032"/>
                <a:gd name="connsiteX3-457" fmla="*/ 12021 w 1523540"/>
                <a:gd name="connsiteY3-458" fmla="*/ 518188 h 914032"/>
                <a:gd name="connsiteX4-459" fmla="*/ 636377 w 1523540"/>
                <a:gd name="connsiteY4-460" fmla="*/ 741181 h 914032"/>
                <a:gd name="connsiteX5-461" fmla="*/ 697851 w 1523540"/>
                <a:gd name="connsiteY5-462" fmla="*/ 647901 h 914032"/>
                <a:gd name="connsiteX6-463" fmla="*/ 875271 w 1523540"/>
                <a:gd name="connsiteY6-464" fmla="*/ 695668 h 914032"/>
                <a:gd name="connsiteX7-465" fmla="*/ 1189170 w 1523540"/>
                <a:gd name="connsiteY7-466" fmla="*/ 914032 h 914032"/>
                <a:gd name="connsiteX8-467" fmla="*/ 1523540 w 1523540"/>
                <a:gd name="connsiteY8-468" fmla="*/ 818498 h 914032"/>
                <a:gd name="connsiteX9-469" fmla="*/ 1189170 w 1523540"/>
                <a:gd name="connsiteY9-470" fmla="*/ 682020 h 914032"/>
                <a:gd name="connsiteX10-471" fmla="*/ 1250585 w 1523540"/>
                <a:gd name="connsiteY10-472" fmla="*/ 450008 h 914032"/>
                <a:gd name="connsiteX11-473" fmla="*/ 984454 w 1523540"/>
                <a:gd name="connsiteY11-474" fmla="*/ 340826 h 914032"/>
                <a:gd name="connsiteX12-475" fmla="*/ 909391 w 1523540"/>
                <a:gd name="connsiteY12-476" fmla="*/ 450008 h 914032"/>
                <a:gd name="connsiteX13-477" fmla="*/ 766089 w 1523540"/>
                <a:gd name="connsiteY13-478" fmla="*/ 388593 h 914032"/>
                <a:gd name="connsiteX14-479" fmla="*/ 800209 w 1523540"/>
                <a:gd name="connsiteY14-480" fmla="*/ 204349 h 914032"/>
                <a:gd name="connsiteX0-481" fmla="*/ 800209 w 1523540"/>
                <a:gd name="connsiteY0-482" fmla="*/ 204349 h 914032"/>
                <a:gd name="connsiteX1-483" fmla="*/ 196266 w 1523540"/>
                <a:gd name="connsiteY1-484" fmla="*/ 12686 h 914032"/>
                <a:gd name="connsiteX2-485" fmla="*/ 147370 w 1523540"/>
                <a:gd name="connsiteY2-486" fmla="*/ 306113 h 914032"/>
                <a:gd name="connsiteX3-487" fmla="*/ 12021 w 1523540"/>
                <a:gd name="connsiteY3-488" fmla="*/ 518188 h 914032"/>
                <a:gd name="connsiteX4-489" fmla="*/ 636377 w 1523540"/>
                <a:gd name="connsiteY4-490" fmla="*/ 741181 h 914032"/>
                <a:gd name="connsiteX5-491" fmla="*/ 697851 w 1523540"/>
                <a:gd name="connsiteY5-492" fmla="*/ 647901 h 914032"/>
                <a:gd name="connsiteX6-493" fmla="*/ 875271 w 1523540"/>
                <a:gd name="connsiteY6-494" fmla="*/ 695668 h 914032"/>
                <a:gd name="connsiteX7-495" fmla="*/ 1189170 w 1523540"/>
                <a:gd name="connsiteY7-496" fmla="*/ 914032 h 914032"/>
                <a:gd name="connsiteX8-497" fmla="*/ 1523540 w 1523540"/>
                <a:gd name="connsiteY8-498" fmla="*/ 818498 h 914032"/>
                <a:gd name="connsiteX9-499" fmla="*/ 1189170 w 1523540"/>
                <a:gd name="connsiteY9-500" fmla="*/ 682020 h 914032"/>
                <a:gd name="connsiteX10-501" fmla="*/ 1250585 w 1523540"/>
                <a:gd name="connsiteY10-502" fmla="*/ 450008 h 914032"/>
                <a:gd name="connsiteX11-503" fmla="*/ 984454 w 1523540"/>
                <a:gd name="connsiteY11-504" fmla="*/ 340826 h 914032"/>
                <a:gd name="connsiteX12-505" fmla="*/ 909391 w 1523540"/>
                <a:gd name="connsiteY12-506" fmla="*/ 450008 h 914032"/>
                <a:gd name="connsiteX13-507" fmla="*/ 766089 w 1523540"/>
                <a:gd name="connsiteY13-508" fmla="*/ 388593 h 914032"/>
                <a:gd name="connsiteX14-509" fmla="*/ 800209 w 1523540"/>
                <a:gd name="connsiteY14-510" fmla="*/ 204349 h 914032"/>
                <a:gd name="connsiteX0-511" fmla="*/ 800209 w 1523540"/>
                <a:gd name="connsiteY0-512" fmla="*/ 204349 h 914032"/>
                <a:gd name="connsiteX1-513" fmla="*/ 196266 w 1523540"/>
                <a:gd name="connsiteY1-514" fmla="*/ 12686 h 914032"/>
                <a:gd name="connsiteX2-515" fmla="*/ 147370 w 1523540"/>
                <a:gd name="connsiteY2-516" fmla="*/ 306113 h 914032"/>
                <a:gd name="connsiteX3-517" fmla="*/ 12021 w 1523540"/>
                <a:gd name="connsiteY3-518" fmla="*/ 518188 h 914032"/>
                <a:gd name="connsiteX4-519" fmla="*/ 636377 w 1523540"/>
                <a:gd name="connsiteY4-520" fmla="*/ 741181 h 914032"/>
                <a:gd name="connsiteX5-521" fmla="*/ 705803 w 1523540"/>
                <a:gd name="connsiteY5-522" fmla="*/ 624047 h 914032"/>
                <a:gd name="connsiteX6-523" fmla="*/ 875271 w 1523540"/>
                <a:gd name="connsiteY6-524" fmla="*/ 695668 h 914032"/>
                <a:gd name="connsiteX7-525" fmla="*/ 1189170 w 1523540"/>
                <a:gd name="connsiteY7-526" fmla="*/ 914032 h 914032"/>
                <a:gd name="connsiteX8-527" fmla="*/ 1523540 w 1523540"/>
                <a:gd name="connsiteY8-528" fmla="*/ 818498 h 914032"/>
                <a:gd name="connsiteX9-529" fmla="*/ 1189170 w 1523540"/>
                <a:gd name="connsiteY9-530" fmla="*/ 682020 h 914032"/>
                <a:gd name="connsiteX10-531" fmla="*/ 1250585 w 1523540"/>
                <a:gd name="connsiteY10-532" fmla="*/ 450008 h 914032"/>
                <a:gd name="connsiteX11-533" fmla="*/ 984454 w 1523540"/>
                <a:gd name="connsiteY11-534" fmla="*/ 340826 h 914032"/>
                <a:gd name="connsiteX12-535" fmla="*/ 909391 w 1523540"/>
                <a:gd name="connsiteY12-536" fmla="*/ 450008 h 914032"/>
                <a:gd name="connsiteX13-537" fmla="*/ 766089 w 1523540"/>
                <a:gd name="connsiteY13-538" fmla="*/ 388593 h 914032"/>
                <a:gd name="connsiteX14-539" fmla="*/ 800209 w 1523540"/>
                <a:gd name="connsiteY14-540" fmla="*/ 204349 h 914032"/>
                <a:gd name="connsiteX0-541" fmla="*/ 800209 w 1523540"/>
                <a:gd name="connsiteY0-542" fmla="*/ 204349 h 914032"/>
                <a:gd name="connsiteX1-543" fmla="*/ 196266 w 1523540"/>
                <a:gd name="connsiteY1-544" fmla="*/ 12686 h 914032"/>
                <a:gd name="connsiteX2-545" fmla="*/ 147370 w 1523540"/>
                <a:gd name="connsiteY2-546" fmla="*/ 306113 h 914032"/>
                <a:gd name="connsiteX3-547" fmla="*/ 12021 w 1523540"/>
                <a:gd name="connsiteY3-548" fmla="*/ 518188 h 914032"/>
                <a:gd name="connsiteX4-549" fmla="*/ 636377 w 1523540"/>
                <a:gd name="connsiteY4-550" fmla="*/ 741181 h 914032"/>
                <a:gd name="connsiteX5-551" fmla="*/ 705803 w 1523540"/>
                <a:gd name="connsiteY5-552" fmla="*/ 624047 h 914032"/>
                <a:gd name="connsiteX6-553" fmla="*/ 875271 w 1523540"/>
                <a:gd name="connsiteY6-554" fmla="*/ 695668 h 914032"/>
                <a:gd name="connsiteX7-555" fmla="*/ 1189170 w 1523540"/>
                <a:gd name="connsiteY7-556" fmla="*/ 914032 h 914032"/>
                <a:gd name="connsiteX8-557" fmla="*/ 1523540 w 1523540"/>
                <a:gd name="connsiteY8-558" fmla="*/ 818498 h 914032"/>
                <a:gd name="connsiteX9-559" fmla="*/ 1189170 w 1523540"/>
                <a:gd name="connsiteY9-560" fmla="*/ 682020 h 914032"/>
                <a:gd name="connsiteX10-561" fmla="*/ 1250585 w 1523540"/>
                <a:gd name="connsiteY10-562" fmla="*/ 450008 h 914032"/>
                <a:gd name="connsiteX11-563" fmla="*/ 984454 w 1523540"/>
                <a:gd name="connsiteY11-564" fmla="*/ 340826 h 914032"/>
                <a:gd name="connsiteX12-565" fmla="*/ 909391 w 1523540"/>
                <a:gd name="connsiteY12-566" fmla="*/ 450008 h 914032"/>
                <a:gd name="connsiteX13-567" fmla="*/ 766089 w 1523540"/>
                <a:gd name="connsiteY13-568" fmla="*/ 388593 h 914032"/>
                <a:gd name="connsiteX14-569" fmla="*/ 800209 w 1523540"/>
                <a:gd name="connsiteY14-570" fmla="*/ 204349 h 914032"/>
                <a:gd name="connsiteX0-571" fmla="*/ 800209 w 1523540"/>
                <a:gd name="connsiteY0-572" fmla="*/ 204349 h 914032"/>
                <a:gd name="connsiteX1-573" fmla="*/ 196266 w 1523540"/>
                <a:gd name="connsiteY1-574" fmla="*/ 12686 h 914032"/>
                <a:gd name="connsiteX2-575" fmla="*/ 147370 w 1523540"/>
                <a:gd name="connsiteY2-576" fmla="*/ 306113 h 914032"/>
                <a:gd name="connsiteX3-577" fmla="*/ 12021 w 1523540"/>
                <a:gd name="connsiteY3-578" fmla="*/ 518188 h 914032"/>
                <a:gd name="connsiteX4-579" fmla="*/ 636377 w 1523540"/>
                <a:gd name="connsiteY4-580" fmla="*/ 741181 h 914032"/>
                <a:gd name="connsiteX5-581" fmla="*/ 705803 w 1523540"/>
                <a:gd name="connsiteY5-582" fmla="*/ 624047 h 914032"/>
                <a:gd name="connsiteX6-583" fmla="*/ 859369 w 1523540"/>
                <a:gd name="connsiteY6-584" fmla="*/ 679765 h 914032"/>
                <a:gd name="connsiteX7-585" fmla="*/ 1189170 w 1523540"/>
                <a:gd name="connsiteY7-586" fmla="*/ 914032 h 914032"/>
                <a:gd name="connsiteX8-587" fmla="*/ 1523540 w 1523540"/>
                <a:gd name="connsiteY8-588" fmla="*/ 818498 h 914032"/>
                <a:gd name="connsiteX9-589" fmla="*/ 1189170 w 1523540"/>
                <a:gd name="connsiteY9-590" fmla="*/ 682020 h 914032"/>
                <a:gd name="connsiteX10-591" fmla="*/ 1250585 w 1523540"/>
                <a:gd name="connsiteY10-592" fmla="*/ 450008 h 914032"/>
                <a:gd name="connsiteX11-593" fmla="*/ 984454 w 1523540"/>
                <a:gd name="connsiteY11-594" fmla="*/ 340826 h 914032"/>
                <a:gd name="connsiteX12-595" fmla="*/ 909391 w 1523540"/>
                <a:gd name="connsiteY12-596" fmla="*/ 450008 h 914032"/>
                <a:gd name="connsiteX13-597" fmla="*/ 766089 w 1523540"/>
                <a:gd name="connsiteY13-598" fmla="*/ 388593 h 914032"/>
                <a:gd name="connsiteX14-599" fmla="*/ 800209 w 1523540"/>
                <a:gd name="connsiteY14-600" fmla="*/ 204349 h 914032"/>
                <a:gd name="connsiteX0-601" fmla="*/ 800209 w 1523540"/>
                <a:gd name="connsiteY0-602" fmla="*/ 204349 h 914032"/>
                <a:gd name="connsiteX1-603" fmla="*/ 196266 w 1523540"/>
                <a:gd name="connsiteY1-604" fmla="*/ 12686 h 914032"/>
                <a:gd name="connsiteX2-605" fmla="*/ 147370 w 1523540"/>
                <a:gd name="connsiteY2-606" fmla="*/ 306113 h 914032"/>
                <a:gd name="connsiteX3-607" fmla="*/ 12021 w 1523540"/>
                <a:gd name="connsiteY3-608" fmla="*/ 518188 h 914032"/>
                <a:gd name="connsiteX4-609" fmla="*/ 636377 w 1523540"/>
                <a:gd name="connsiteY4-610" fmla="*/ 741181 h 914032"/>
                <a:gd name="connsiteX5-611" fmla="*/ 705803 w 1523540"/>
                <a:gd name="connsiteY5-612" fmla="*/ 624047 h 914032"/>
                <a:gd name="connsiteX6-613" fmla="*/ 859369 w 1523540"/>
                <a:gd name="connsiteY6-614" fmla="*/ 679765 h 914032"/>
                <a:gd name="connsiteX7-615" fmla="*/ 1189170 w 1523540"/>
                <a:gd name="connsiteY7-616" fmla="*/ 914032 h 914032"/>
                <a:gd name="connsiteX8-617" fmla="*/ 1523540 w 1523540"/>
                <a:gd name="connsiteY8-618" fmla="*/ 818498 h 914032"/>
                <a:gd name="connsiteX9-619" fmla="*/ 1189170 w 1523540"/>
                <a:gd name="connsiteY9-620" fmla="*/ 682020 h 914032"/>
                <a:gd name="connsiteX10-621" fmla="*/ 1250585 w 1523540"/>
                <a:gd name="connsiteY10-622" fmla="*/ 450008 h 914032"/>
                <a:gd name="connsiteX11-623" fmla="*/ 984454 w 1523540"/>
                <a:gd name="connsiteY11-624" fmla="*/ 340826 h 914032"/>
                <a:gd name="connsiteX12-625" fmla="*/ 909391 w 1523540"/>
                <a:gd name="connsiteY12-626" fmla="*/ 450008 h 914032"/>
                <a:gd name="connsiteX13-627" fmla="*/ 766089 w 1523540"/>
                <a:gd name="connsiteY13-628" fmla="*/ 388593 h 914032"/>
                <a:gd name="connsiteX14-629" fmla="*/ 800209 w 1523540"/>
                <a:gd name="connsiteY14-630" fmla="*/ 204349 h 914032"/>
                <a:gd name="connsiteX0-631" fmla="*/ 800209 w 1523540"/>
                <a:gd name="connsiteY0-632" fmla="*/ 204349 h 914032"/>
                <a:gd name="connsiteX1-633" fmla="*/ 196266 w 1523540"/>
                <a:gd name="connsiteY1-634" fmla="*/ 12686 h 914032"/>
                <a:gd name="connsiteX2-635" fmla="*/ 147370 w 1523540"/>
                <a:gd name="connsiteY2-636" fmla="*/ 306113 h 914032"/>
                <a:gd name="connsiteX3-637" fmla="*/ 12021 w 1523540"/>
                <a:gd name="connsiteY3-638" fmla="*/ 518188 h 914032"/>
                <a:gd name="connsiteX4-639" fmla="*/ 636377 w 1523540"/>
                <a:gd name="connsiteY4-640" fmla="*/ 741181 h 914032"/>
                <a:gd name="connsiteX5-641" fmla="*/ 705803 w 1523540"/>
                <a:gd name="connsiteY5-642" fmla="*/ 624047 h 914032"/>
                <a:gd name="connsiteX6-643" fmla="*/ 859369 w 1523540"/>
                <a:gd name="connsiteY6-644" fmla="*/ 679765 h 914032"/>
                <a:gd name="connsiteX7-645" fmla="*/ 1189170 w 1523540"/>
                <a:gd name="connsiteY7-646" fmla="*/ 914032 h 914032"/>
                <a:gd name="connsiteX8-647" fmla="*/ 1523540 w 1523540"/>
                <a:gd name="connsiteY8-648" fmla="*/ 818498 h 914032"/>
                <a:gd name="connsiteX9-649" fmla="*/ 1189170 w 1523540"/>
                <a:gd name="connsiteY9-650" fmla="*/ 682020 h 914032"/>
                <a:gd name="connsiteX10-651" fmla="*/ 1250585 w 1523540"/>
                <a:gd name="connsiteY10-652" fmla="*/ 450008 h 914032"/>
                <a:gd name="connsiteX11-653" fmla="*/ 984454 w 1523540"/>
                <a:gd name="connsiteY11-654" fmla="*/ 340826 h 914032"/>
                <a:gd name="connsiteX12-655" fmla="*/ 909391 w 1523540"/>
                <a:gd name="connsiteY12-656" fmla="*/ 450008 h 914032"/>
                <a:gd name="connsiteX13-657" fmla="*/ 766089 w 1523540"/>
                <a:gd name="connsiteY13-658" fmla="*/ 388593 h 914032"/>
                <a:gd name="connsiteX14-659" fmla="*/ 800209 w 1523540"/>
                <a:gd name="connsiteY14-660" fmla="*/ 204349 h 914032"/>
                <a:gd name="connsiteX0-661" fmla="*/ 800209 w 1523540"/>
                <a:gd name="connsiteY0-662" fmla="*/ 204349 h 982628"/>
                <a:gd name="connsiteX1-663" fmla="*/ 196266 w 1523540"/>
                <a:gd name="connsiteY1-664" fmla="*/ 12686 h 982628"/>
                <a:gd name="connsiteX2-665" fmla="*/ 147370 w 1523540"/>
                <a:gd name="connsiteY2-666" fmla="*/ 306113 h 982628"/>
                <a:gd name="connsiteX3-667" fmla="*/ 12021 w 1523540"/>
                <a:gd name="connsiteY3-668" fmla="*/ 518188 h 982628"/>
                <a:gd name="connsiteX4-669" fmla="*/ 636377 w 1523540"/>
                <a:gd name="connsiteY4-670" fmla="*/ 741181 h 982628"/>
                <a:gd name="connsiteX5-671" fmla="*/ 705803 w 1523540"/>
                <a:gd name="connsiteY5-672" fmla="*/ 624047 h 982628"/>
                <a:gd name="connsiteX6-673" fmla="*/ 859369 w 1523540"/>
                <a:gd name="connsiteY6-674" fmla="*/ 679765 h 982628"/>
                <a:gd name="connsiteX7-675" fmla="*/ 1189170 w 1523540"/>
                <a:gd name="connsiteY7-676" fmla="*/ 914032 h 982628"/>
                <a:gd name="connsiteX8-677" fmla="*/ 1523540 w 1523540"/>
                <a:gd name="connsiteY8-678" fmla="*/ 818498 h 982628"/>
                <a:gd name="connsiteX9-679" fmla="*/ 1189170 w 1523540"/>
                <a:gd name="connsiteY9-680" fmla="*/ 682020 h 982628"/>
                <a:gd name="connsiteX10-681" fmla="*/ 1250585 w 1523540"/>
                <a:gd name="connsiteY10-682" fmla="*/ 450008 h 982628"/>
                <a:gd name="connsiteX11-683" fmla="*/ 984454 w 1523540"/>
                <a:gd name="connsiteY11-684" fmla="*/ 340826 h 982628"/>
                <a:gd name="connsiteX12-685" fmla="*/ 909391 w 1523540"/>
                <a:gd name="connsiteY12-686" fmla="*/ 450008 h 982628"/>
                <a:gd name="connsiteX13-687" fmla="*/ 766089 w 1523540"/>
                <a:gd name="connsiteY13-688" fmla="*/ 388593 h 982628"/>
                <a:gd name="connsiteX14-689" fmla="*/ 800209 w 1523540"/>
                <a:gd name="connsiteY14-690" fmla="*/ 204349 h 982628"/>
                <a:gd name="connsiteX0-691" fmla="*/ 800209 w 1554538"/>
                <a:gd name="connsiteY0-692" fmla="*/ 204349 h 982009"/>
                <a:gd name="connsiteX1-693" fmla="*/ 196266 w 1554538"/>
                <a:gd name="connsiteY1-694" fmla="*/ 12686 h 982009"/>
                <a:gd name="connsiteX2-695" fmla="*/ 147370 w 1554538"/>
                <a:gd name="connsiteY2-696" fmla="*/ 306113 h 982009"/>
                <a:gd name="connsiteX3-697" fmla="*/ 12021 w 1554538"/>
                <a:gd name="connsiteY3-698" fmla="*/ 518188 h 982009"/>
                <a:gd name="connsiteX4-699" fmla="*/ 636377 w 1554538"/>
                <a:gd name="connsiteY4-700" fmla="*/ 741181 h 982009"/>
                <a:gd name="connsiteX5-701" fmla="*/ 705803 w 1554538"/>
                <a:gd name="connsiteY5-702" fmla="*/ 624047 h 982009"/>
                <a:gd name="connsiteX6-703" fmla="*/ 859369 w 1554538"/>
                <a:gd name="connsiteY6-704" fmla="*/ 679765 h 982009"/>
                <a:gd name="connsiteX7-705" fmla="*/ 1189170 w 1554538"/>
                <a:gd name="connsiteY7-706" fmla="*/ 914032 h 982009"/>
                <a:gd name="connsiteX8-707" fmla="*/ 1523540 w 1554538"/>
                <a:gd name="connsiteY8-708" fmla="*/ 818498 h 982009"/>
                <a:gd name="connsiteX9-709" fmla="*/ 1189170 w 1554538"/>
                <a:gd name="connsiteY9-710" fmla="*/ 682020 h 982009"/>
                <a:gd name="connsiteX10-711" fmla="*/ 1250585 w 1554538"/>
                <a:gd name="connsiteY10-712" fmla="*/ 450008 h 982009"/>
                <a:gd name="connsiteX11-713" fmla="*/ 984454 w 1554538"/>
                <a:gd name="connsiteY11-714" fmla="*/ 340826 h 982009"/>
                <a:gd name="connsiteX12-715" fmla="*/ 909391 w 1554538"/>
                <a:gd name="connsiteY12-716" fmla="*/ 450008 h 982009"/>
                <a:gd name="connsiteX13-717" fmla="*/ 766089 w 1554538"/>
                <a:gd name="connsiteY13-718" fmla="*/ 388593 h 982009"/>
                <a:gd name="connsiteX14-719" fmla="*/ 800209 w 1554538"/>
                <a:gd name="connsiteY14-720" fmla="*/ 204349 h 982009"/>
                <a:gd name="connsiteX0-721" fmla="*/ 800209 w 1554538"/>
                <a:gd name="connsiteY0-722" fmla="*/ 204349 h 982009"/>
                <a:gd name="connsiteX1-723" fmla="*/ 196266 w 1554538"/>
                <a:gd name="connsiteY1-724" fmla="*/ 12686 h 982009"/>
                <a:gd name="connsiteX2-725" fmla="*/ 147370 w 1554538"/>
                <a:gd name="connsiteY2-726" fmla="*/ 306113 h 982009"/>
                <a:gd name="connsiteX3-727" fmla="*/ 12021 w 1554538"/>
                <a:gd name="connsiteY3-728" fmla="*/ 518188 h 982009"/>
                <a:gd name="connsiteX4-729" fmla="*/ 636377 w 1554538"/>
                <a:gd name="connsiteY4-730" fmla="*/ 741181 h 982009"/>
                <a:gd name="connsiteX5-731" fmla="*/ 705803 w 1554538"/>
                <a:gd name="connsiteY5-732" fmla="*/ 624047 h 982009"/>
                <a:gd name="connsiteX6-733" fmla="*/ 859369 w 1554538"/>
                <a:gd name="connsiteY6-734" fmla="*/ 679765 h 982009"/>
                <a:gd name="connsiteX7-735" fmla="*/ 1189170 w 1554538"/>
                <a:gd name="connsiteY7-736" fmla="*/ 914032 h 982009"/>
                <a:gd name="connsiteX8-737" fmla="*/ 1523540 w 1554538"/>
                <a:gd name="connsiteY8-738" fmla="*/ 818498 h 982009"/>
                <a:gd name="connsiteX9-739" fmla="*/ 1189170 w 1554538"/>
                <a:gd name="connsiteY9-740" fmla="*/ 682020 h 982009"/>
                <a:gd name="connsiteX10-741" fmla="*/ 1250585 w 1554538"/>
                <a:gd name="connsiteY10-742" fmla="*/ 450008 h 982009"/>
                <a:gd name="connsiteX11-743" fmla="*/ 984454 w 1554538"/>
                <a:gd name="connsiteY11-744" fmla="*/ 340826 h 982009"/>
                <a:gd name="connsiteX12-745" fmla="*/ 909391 w 1554538"/>
                <a:gd name="connsiteY12-746" fmla="*/ 450008 h 982009"/>
                <a:gd name="connsiteX13-747" fmla="*/ 766089 w 1554538"/>
                <a:gd name="connsiteY13-748" fmla="*/ 388593 h 982009"/>
                <a:gd name="connsiteX14-749" fmla="*/ 800209 w 1554538"/>
                <a:gd name="connsiteY14-750" fmla="*/ 204349 h 982009"/>
                <a:gd name="connsiteX0-751" fmla="*/ 800209 w 1554538"/>
                <a:gd name="connsiteY0-752" fmla="*/ 204349 h 982009"/>
                <a:gd name="connsiteX1-753" fmla="*/ 196266 w 1554538"/>
                <a:gd name="connsiteY1-754" fmla="*/ 12686 h 982009"/>
                <a:gd name="connsiteX2-755" fmla="*/ 147370 w 1554538"/>
                <a:gd name="connsiteY2-756" fmla="*/ 306113 h 982009"/>
                <a:gd name="connsiteX3-757" fmla="*/ 12021 w 1554538"/>
                <a:gd name="connsiteY3-758" fmla="*/ 518188 h 982009"/>
                <a:gd name="connsiteX4-759" fmla="*/ 636377 w 1554538"/>
                <a:gd name="connsiteY4-760" fmla="*/ 741181 h 982009"/>
                <a:gd name="connsiteX5-761" fmla="*/ 705803 w 1554538"/>
                <a:gd name="connsiteY5-762" fmla="*/ 624047 h 982009"/>
                <a:gd name="connsiteX6-763" fmla="*/ 859369 w 1554538"/>
                <a:gd name="connsiteY6-764" fmla="*/ 679765 h 982009"/>
                <a:gd name="connsiteX7-765" fmla="*/ 1189170 w 1554538"/>
                <a:gd name="connsiteY7-766" fmla="*/ 914032 h 982009"/>
                <a:gd name="connsiteX8-767" fmla="*/ 1523540 w 1554538"/>
                <a:gd name="connsiteY8-768" fmla="*/ 818498 h 982009"/>
                <a:gd name="connsiteX9-769" fmla="*/ 1173267 w 1554538"/>
                <a:gd name="connsiteY9-770" fmla="*/ 634312 h 982009"/>
                <a:gd name="connsiteX10-771" fmla="*/ 1250585 w 1554538"/>
                <a:gd name="connsiteY10-772" fmla="*/ 450008 h 982009"/>
                <a:gd name="connsiteX11-773" fmla="*/ 984454 w 1554538"/>
                <a:gd name="connsiteY11-774" fmla="*/ 340826 h 982009"/>
                <a:gd name="connsiteX12-775" fmla="*/ 909391 w 1554538"/>
                <a:gd name="connsiteY12-776" fmla="*/ 450008 h 982009"/>
                <a:gd name="connsiteX13-777" fmla="*/ 766089 w 1554538"/>
                <a:gd name="connsiteY13-778" fmla="*/ 388593 h 982009"/>
                <a:gd name="connsiteX14-779" fmla="*/ 800209 w 1554538"/>
                <a:gd name="connsiteY14-780" fmla="*/ 204349 h 982009"/>
                <a:gd name="connsiteX0-781" fmla="*/ 800209 w 1554538"/>
                <a:gd name="connsiteY0-782" fmla="*/ 204349 h 982009"/>
                <a:gd name="connsiteX1-783" fmla="*/ 196266 w 1554538"/>
                <a:gd name="connsiteY1-784" fmla="*/ 12686 h 982009"/>
                <a:gd name="connsiteX2-785" fmla="*/ 147370 w 1554538"/>
                <a:gd name="connsiteY2-786" fmla="*/ 306113 h 982009"/>
                <a:gd name="connsiteX3-787" fmla="*/ 12021 w 1554538"/>
                <a:gd name="connsiteY3-788" fmla="*/ 518188 h 982009"/>
                <a:gd name="connsiteX4-789" fmla="*/ 636377 w 1554538"/>
                <a:gd name="connsiteY4-790" fmla="*/ 741181 h 982009"/>
                <a:gd name="connsiteX5-791" fmla="*/ 705803 w 1554538"/>
                <a:gd name="connsiteY5-792" fmla="*/ 624047 h 982009"/>
                <a:gd name="connsiteX6-793" fmla="*/ 859369 w 1554538"/>
                <a:gd name="connsiteY6-794" fmla="*/ 679765 h 982009"/>
                <a:gd name="connsiteX7-795" fmla="*/ 1189170 w 1554538"/>
                <a:gd name="connsiteY7-796" fmla="*/ 914032 h 982009"/>
                <a:gd name="connsiteX8-797" fmla="*/ 1523540 w 1554538"/>
                <a:gd name="connsiteY8-798" fmla="*/ 818498 h 982009"/>
                <a:gd name="connsiteX9-799" fmla="*/ 1173267 w 1554538"/>
                <a:gd name="connsiteY9-800" fmla="*/ 634312 h 982009"/>
                <a:gd name="connsiteX10-801" fmla="*/ 1250585 w 1554538"/>
                <a:gd name="connsiteY10-802" fmla="*/ 450008 h 982009"/>
                <a:gd name="connsiteX11-803" fmla="*/ 984454 w 1554538"/>
                <a:gd name="connsiteY11-804" fmla="*/ 340826 h 982009"/>
                <a:gd name="connsiteX12-805" fmla="*/ 909391 w 1554538"/>
                <a:gd name="connsiteY12-806" fmla="*/ 450008 h 982009"/>
                <a:gd name="connsiteX13-807" fmla="*/ 766089 w 1554538"/>
                <a:gd name="connsiteY13-808" fmla="*/ 388593 h 982009"/>
                <a:gd name="connsiteX14-809" fmla="*/ 800209 w 1554538"/>
                <a:gd name="connsiteY14-810" fmla="*/ 204349 h 982009"/>
                <a:gd name="connsiteX0-811" fmla="*/ 800209 w 1542543"/>
                <a:gd name="connsiteY0-812" fmla="*/ 204349 h 976908"/>
                <a:gd name="connsiteX1-813" fmla="*/ 196266 w 1542543"/>
                <a:gd name="connsiteY1-814" fmla="*/ 12686 h 976908"/>
                <a:gd name="connsiteX2-815" fmla="*/ 147370 w 1542543"/>
                <a:gd name="connsiteY2-816" fmla="*/ 306113 h 976908"/>
                <a:gd name="connsiteX3-817" fmla="*/ 12021 w 1542543"/>
                <a:gd name="connsiteY3-818" fmla="*/ 518188 h 976908"/>
                <a:gd name="connsiteX4-819" fmla="*/ 636377 w 1542543"/>
                <a:gd name="connsiteY4-820" fmla="*/ 741181 h 976908"/>
                <a:gd name="connsiteX5-821" fmla="*/ 705803 w 1542543"/>
                <a:gd name="connsiteY5-822" fmla="*/ 624047 h 976908"/>
                <a:gd name="connsiteX6-823" fmla="*/ 859369 w 1542543"/>
                <a:gd name="connsiteY6-824" fmla="*/ 679765 h 976908"/>
                <a:gd name="connsiteX7-825" fmla="*/ 1189170 w 1542543"/>
                <a:gd name="connsiteY7-826" fmla="*/ 914032 h 976908"/>
                <a:gd name="connsiteX8-827" fmla="*/ 1507637 w 1542543"/>
                <a:gd name="connsiteY8-828" fmla="*/ 786693 h 976908"/>
                <a:gd name="connsiteX9-829" fmla="*/ 1173267 w 1542543"/>
                <a:gd name="connsiteY9-830" fmla="*/ 634312 h 976908"/>
                <a:gd name="connsiteX10-831" fmla="*/ 1250585 w 1542543"/>
                <a:gd name="connsiteY10-832" fmla="*/ 450008 h 976908"/>
                <a:gd name="connsiteX11-833" fmla="*/ 984454 w 1542543"/>
                <a:gd name="connsiteY11-834" fmla="*/ 340826 h 976908"/>
                <a:gd name="connsiteX12-835" fmla="*/ 909391 w 1542543"/>
                <a:gd name="connsiteY12-836" fmla="*/ 450008 h 976908"/>
                <a:gd name="connsiteX13-837" fmla="*/ 766089 w 1542543"/>
                <a:gd name="connsiteY13-838" fmla="*/ 388593 h 976908"/>
                <a:gd name="connsiteX14-839" fmla="*/ 800209 w 1542543"/>
                <a:gd name="connsiteY14-840" fmla="*/ 204349 h 976908"/>
                <a:gd name="connsiteX0-841" fmla="*/ 800209 w 1542543"/>
                <a:gd name="connsiteY0-842" fmla="*/ 204349 h 976908"/>
                <a:gd name="connsiteX1-843" fmla="*/ 196266 w 1542543"/>
                <a:gd name="connsiteY1-844" fmla="*/ 12686 h 976908"/>
                <a:gd name="connsiteX2-845" fmla="*/ 147370 w 1542543"/>
                <a:gd name="connsiteY2-846" fmla="*/ 306113 h 976908"/>
                <a:gd name="connsiteX3-847" fmla="*/ 12021 w 1542543"/>
                <a:gd name="connsiteY3-848" fmla="*/ 518188 h 976908"/>
                <a:gd name="connsiteX4-849" fmla="*/ 636377 w 1542543"/>
                <a:gd name="connsiteY4-850" fmla="*/ 741181 h 976908"/>
                <a:gd name="connsiteX5-851" fmla="*/ 705803 w 1542543"/>
                <a:gd name="connsiteY5-852" fmla="*/ 624047 h 976908"/>
                <a:gd name="connsiteX6-853" fmla="*/ 859369 w 1542543"/>
                <a:gd name="connsiteY6-854" fmla="*/ 679765 h 976908"/>
                <a:gd name="connsiteX7-855" fmla="*/ 1189170 w 1542543"/>
                <a:gd name="connsiteY7-856" fmla="*/ 914032 h 976908"/>
                <a:gd name="connsiteX8-857" fmla="*/ 1507637 w 1542543"/>
                <a:gd name="connsiteY8-858" fmla="*/ 786693 h 976908"/>
                <a:gd name="connsiteX9-859" fmla="*/ 1173267 w 1542543"/>
                <a:gd name="connsiteY9-860" fmla="*/ 634312 h 976908"/>
                <a:gd name="connsiteX10-861" fmla="*/ 1250585 w 1542543"/>
                <a:gd name="connsiteY10-862" fmla="*/ 450008 h 976908"/>
                <a:gd name="connsiteX11-863" fmla="*/ 984454 w 1542543"/>
                <a:gd name="connsiteY11-864" fmla="*/ 340826 h 976908"/>
                <a:gd name="connsiteX12-865" fmla="*/ 909391 w 1542543"/>
                <a:gd name="connsiteY12-866" fmla="*/ 450008 h 976908"/>
                <a:gd name="connsiteX13-867" fmla="*/ 766089 w 1542543"/>
                <a:gd name="connsiteY13-868" fmla="*/ 388593 h 976908"/>
                <a:gd name="connsiteX14-869" fmla="*/ 800209 w 1542543"/>
                <a:gd name="connsiteY14-870" fmla="*/ 204349 h 976908"/>
                <a:gd name="connsiteX0-871" fmla="*/ 800209 w 1522966"/>
                <a:gd name="connsiteY0-872" fmla="*/ 204349 h 975249"/>
                <a:gd name="connsiteX1-873" fmla="*/ 196266 w 1522966"/>
                <a:gd name="connsiteY1-874" fmla="*/ 12686 h 975249"/>
                <a:gd name="connsiteX2-875" fmla="*/ 147370 w 1522966"/>
                <a:gd name="connsiteY2-876" fmla="*/ 306113 h 975249"/>
                <a:gd name="connsiteX3-877" fmla="*/ 12021 w 1522966"/>
                <a:gd name="connsiteY3-878" fmla="*/ 518188 h 975249"/>
                <a:gd name="connsiteX4-879" fmla="*/ 636377 w 1522966"/>
                <a:gd name="connsiteY4-880" fmla="*/ 741181 h 975249"/>
                <a:gd name="connsiteX5-881" fmla="*/ 705803 w 1522966"/>
                <a:gd name="connsiteY5-882" fmla="*/ 624047 h 975249"/>
                <a:gd name="connsiteX6-883" fmla="*/ 859369 w 1522966"/>
                <a:gd name="connsiteY6-884" fmla="*/ 679765 h 975249"/>
                <a:gd name="connsiteX7-885" fmla="*/ 1189170 w 1522966"/>
                <a:gd name="connsiteY7-886" fmla="*/ 914032 h 975249"/>
                <a:gd name="connsiteX8-887" fmla="*/ 1507637 w 1522966"/>
                <a:gd name="connsiteY8-888" fmla="*/ 786693 h 975249"/>
                <a:gd name="connsiteX9-889" fmla="*/ 1173267 w 1522966"/>
                <a:gd name="connsiteY9-890" fmla="*/ 634312 h 975249"/>
                <a:gd name="connsiteX10-891" fmla="*/ 1250585 w 1522966"/>
                <a:gd name="connsiteY10-892" fmla="*/ 450008 h 975249"/>
                <a:gd name="connsiteX11-893" fmla="*/ 984454 w 1522966"/>
                <a:gd name="connsiteY11-894" fmla="*/ 340826 h 975249"/>
                <a:gd name="connsiteX12-895" fmla="*/ 909391 w 1522966"/>
                <a:gd name="connsiteY12-896" fmla="*/ 450008 h 975249"/>
                <a:gd name="connsiteX13-897" fmla="*/ 766089 w 1522966"/>
                <a:gd name="connsiteY13-898" fmla="*/ 388593 h 975249"/>
                <a:gd name="connsiteX14-899" fmla="*/ 800209 w 1522966"/>
                <a:gd name="connsiteY14-900" fmla="*/ 204349 h 975249"/>
                <a:gd name="connsiteX0-901" fmla="*/ 800209 w 1538655"/>
                <a:gd name="connsiteY0-902" fmla="*/ 204349 h 976321"/>
                <a:gd name="connsiteX1-903" fmla="*/ 196266 w 1538655"/>
                <a:gd name="connsiteY1-904" fmla="*/ 12686 h 976321"/>
                <a:gd name="connsiteX2-905" fmla="*/ 147370 w 1538655"/>
                <a:gd name="connsiteY2-906" fmla="*/ 306113 h 976321"/>
                <a:gd name="connsiteX3-907" fmla="*/ 12021 w 1538655"/>
                <a:gd name="connsiteY3-908" fmla="*/ 518188 h 976321"/>
                <a:gd name="connsiteX4-909" fmla="*/ 636377 w 1538655"/>
                <a:gd name="connsiteY4-910" fmla="*/ 741181 h 976321"/>
                <a:gd name="connsiteX5-911" fmla="*/ 705803 w 1538655"/>
                <a:gd name="connsiteY5-912" fmla="*/ 624047 h 976321"/>
                <a:gd name="connsiteX6-913" fmla="*/ 859369 w 1538655"/>
                <a:gd name="connsiteY6-914" fmla="*/ 679765 h 976321"/>
                <a:gd name="connsiteX7-915" fmla="*/ 1189170 w 1538655"/>
                <a:gd name="connsiteY7-916" fmla="*/ 914032 h 976321"/>
                <a:gd name="connsiteX8-917" fmla="*/ 1507637 w 1538655"/>
                <a:gd name="connsiteY8-918" fmla="*/ 786693 h 976321"/>
                <a:gd name="connsiteX9-919" fmla="*/ 1173267 w 1538655"/>
                <a:gd name="connsiteY9-920" fmla="*/ 634312 h 976321"/>
                <a:gd name="connsiteX10-921" fmla="*/ 1250585 w 1538655"/>
                <a:gd name="connsiteY10-922" fmla="*/ 450008 h 976321"/>
                <a:gd name="connsiteX11-923" fmla="*/ 984454 w 1538655"/>
                <a:gd name="connsiteY11-924" fmla="*/ 340826 h 976321"/>
                <a:gd name="connsiteX12-925" fmla="*/ 909391 w 1538655"/>
                <a:gd name="connsiteY12-926" fmla="*/ 450008 h 976321"/>
                <a:gd name="connsiteX13-927" fmla="*/ 766089 w 1538655"/>
                <a:gd name="connsiteY13-928" fmla="*/ 388593 h 976321"/>
                <a:gd name="connsiteX14-929" fmla="*/ 800209 w 1538655"/>
                <a:gd name="connsiteY14-930" fmla="*/ 204349 h 976321"/>
                <a:gd name="connsiteX0-931" fmla="*/ 800209 w 1556774"/>
                <a:gd name="connsiteY0-932" fmla="*/ 204349 h 981339"/>
                <a:gd name="connsiteX1-933" fmla="*/ 196266 w 1556774"/>
                <a:gd name="connsiteY1-934" fmla="*/ 12686 h 981339"/>
                <a:gd name="connsiteX2-935" fmla="*/ 147370 w 1556774"/>
                <a:gd name="connsiteY2-936" fmla="*/ 306113 h 981339"/>
                <a:gd name="connsiteX3-937" fmla="*/ 12021 w 1556774"/>
                <a:gd name="connsiteY3-938" fmla="*/ 518188 h 981339"/>
                <a:gd name="connsiteX4-939" fmla="*/ 636377 w 1556774"/>
                <a:gd name="connsiteY4-940" fmla="*/ 741181 h 981339"/>
                <a:gd name="connsiteX5-941" fmla="*/ 705803 w 1556774"/>
                <a:gd name="connsiteY5-942" fmla="*/ 624047 h 981339"/>
                <a:gd name="connsiteX6-943" fmla="*/ 859369 w 1556774"/>
                <a:gd name="connsiteY6-944" fmla="*/ 679765 h 981339"/>
                <a:gd name="connsiteX7-945" fmla="*/ 1189170 w 1556774"/>
                <a:gd name="connsiteY7-946" fmla="*/ 914032 h 981339"/>
                <a:gd name="connsiteX8-947" fmla="*/ 1507637 w 1556774"/>
                <a:gd name="connsiteY8-948" fmla="*/ 786693 h 981339"/>
                <a:gd name="connsiteX9-949" fmla="*/ 1173267 w 1556774"/>
                <a:gd name="connsiteY9-950" fmla="*/ 634312 h 981339"/>
                <a:gd name="connsiteX10-951" fmla="*/ 1250585 w 1556774"/>
                <a:gd name="connsiteY10-952" fmla="*/ 450008 h 981339"/>
                <a:gd name="connsiteX11-953" fmla="*/ 984454 w 1556774"/>
                <a:gd name="connsiteY11-954" fmla="*/ 340826 h 981339"/>
                <a:gd name="connsiteX12-955" fmla="*/ 909391 w 1556774"/>
                <a:gd name="connsiteY12-956" fmla="*/ 450008 h 981339"/>
                <a:gd name="connsiteX13-957" fmla="*/ 766089 w 1556774"/>
                <a:gd name="connsiteY13-958" fmla="*/ 388593 h 981339"/>
                <a:gd name="connsiteX14-959" fmla="*/ 800209 w 1556774"/>
                <a:gd name="connsiteY14-960" fmla="*/ 204349 h 981339"/>
                <a:gd name="connsiteX0-961" fmla="*/ 800209 w 1556774"/>
                <a:gd name="connsiteY0-962" fmla="*/ 204349 h 981339"/>
                <a:gd name="connsiteX1-963" fmla="*/ 196266 w 1556774"/>
                <a:gd name="connsiteY1-964" fmla="*/ 12686 h 981339"/>
                <a:gd name="connsiteX2-965" fmla="*/ 147370 w 1556774"/>
                <a:gd name="connsiteY2-966" fmla="*/ 306113 h 981339"/>
                <a:gd name="connsiteX3-967" fmla="*/ 12021 w 1556774"/>
                <a:gd name="connsiteY3-968" fmla="*/ 518188 h 981339"/>
                <a:gd name="connsiteX4-969" fmla="*/ 636377 w 1556774"/>
                <a:gd name="connsiteY4-970" fmla="*/ 741181 h 981339"/>
                <a:gd name="connsiteX5-971" fmla="*/ 705803 w 1556774"/>
                <a:gd name="connsiteY5-972" fmla="*/ 624047 h 981339"/>
                <a:gd name="connsiteX6-973" fmla="*/ 859369 w 1556774"/>
                <a:gd name="connsiteY6-974" fmla="*/ 679765 h 981339"/>
                <a:gd name="connsiteX7-975" fmla="*/ 1189170 w 1556774"/>
                <a:gd name="connsiteY7-976" fmla="*/ 914032 h 981339"/>
                <a:gd name="connsiteX8-977" fmla="*/ 1507637 w 1556774"/>
                <a:gd name="connsiteY8-978" fmla="*/ 786693 h 981339"/>
                <a:gd name="connsiteX9-979" fmla="*/ 1173267 w 1556774"/>
                <a:gd name="connsiteY9-980" fmla="*/ 634312 h 981339"/>
                <a:gd name="connsiteX10-981" fmla="*/ 1250585 w 1556774"/>
                <a:gd name="connsiteY10-982" fmla="*/ 450008 h 981339"/>
                <a:gd name="connsiteX11-983" fmla="*/ 984454 w 1556774"/>
                <a:gd name="connsiteY11-984" fmla="*/ 340826 h 981339"/>
                <a:gd name="connsiteX12-985" fmla="*/ 909391 w 1556774"/>
                <a:gd name="connsiteY12-986" fmla="*/ 450008 h 981339"/>
                <a:gd name="connsiteX13-987" fmla="*/ 766089 w 1556774"/>
                <a:gd name="connsiteY13-988" fmla="*/ 388593 h 981339"/>
                <a:gd name="connsiteX14-989" fmla="*/ 800209 w 1556774"/>
                <a:gd name="connsiteY14-990" fmla="*/ 204349 h 981339"/>
                <a:gd name="connsiteX0-991" fmla="*/ 800209 w 1556774"/>
                <a:gd name="connsiteY0-992" fmla="*/ 204349 h 981339"/>
                <a:gd name="connsiteX1-993" fmla="*/ 196266 w 1556774"/>
                <a:gd name="connsiteY1-994" fmla="*/ 12686 h 981339"/>
                <a:gd name="connsiteX2-995" fmla="*/ 147370 w 1556774"/>
                <a:gd name="connsiteY2-996" fmla="*/ 306113 h 981339"/>
                <a:gd name="connsiteX3-997" fmla="*/ 12021 w 1556774"/>
                <a:gd name="connsiteY3-998" fmla="*/ 518188 h 981339"/>
                <a:gd name="connsiteX4-999" fmla="*/ 636377 w 1556774"/>
                <a:gd name="connsiteY4-1000" fmla="*/ 741181 h 981339"/>
                <a:gd name="connsiteX5-1001" fmla="*/ 705803 w 1556774"/>
                <a:gd name="connsiteY5-1002" fmla="*/ 624047 h 981339"/>
                <a:gd name="connsiteX6-1003" fmla="*/ 859369 w 1556774"/>
                <a:gd name="connsiteY6-1004" fmla="*/ 679765 h 981339"/>
                <a:gd name="connsiteX7-1005" fmla="*/ 1189170 w 1556774"/>
                <a:gd name="connsiteY7-1006" fmla="*/ 914032 h 981339"/>
                <a:gd name="connsiteX8-1007" fmla="*/ 1507637 w 1556774"/>
                <a:gd name="connsiteY8-1008" fmla="*/ 786693 h 981339"/>
                <a:gd name="connsiteX9-1009" fmla="*/ 1173267 w 1556774"/>
                <a:gd name="connsiteY9-1010" fmla="*/ 634312 h 981339"/>
                <a:gd name="connsiteX10-1011" fmla="*/ 1250585 w 1556774"/>
                <a:gd name="connsiteY10-1012" fmla="*/ 450008 h 981339"/>
                <a:gd name="connsiteX11-1013" fmla="*/ 984454 w 1556774"/>
                <a:gd name="connsiteY11-1014" fmla="*/ 340826 h 981339"/>
                <a:gd name="connsiteX12-1015" fmla="*/ 909391 w 1556774"/>
                <a:gd name="connsiteY12-1016" fmla="*/ 450008 h 981339"/>
                <a:gd name="connsiteX13-1017" fmla="*/ 766089 w 1556774"/>
                <a:gd name="connsiteY13-1018" fmla="*/ 388593 h 981339"/>
                <a:gd name="connsiteX14-1019" fmla="*/ 800209 w 1556774"/>
                <a:gd name="connsiteY14-1020" fmla="*/ 204349 h 981339"/>
                <a:gd name="connsiteX0-1021" fmla="*/ 800209 w 1556774"/>
                <a:gd name="connsiteY0-1022" fmla="*/ 204349 h 981339"/>
                <a:gd name="connsiteX1-1023" fmla="*/ 196266 w 1556774"/>
                <a:gd name="connsiteY1-1024" fmla="*/ 12686 h 981339"/>
                <a:gd name="connsiteX2-1025" fmla="*/ 147370 w 1556774"/>
                <a:gd name="connsiteY2-1026" fmla="*/ 306113 h 981339"/>
                <a:gd name="connsiteX3-1027" fmla="*/ 12021 w 1556774"/>
                <a:gd name="connsiteY3-1028" fmla="*/ 518188 h 981339"/>
                <a:gd name="connsiteX4-1029" fmla="*/ 636377 w 1556774"/>
                <a:gd name="connsiteY4-1030" fmla="*/ 741181 h 981339"/>
                <a:gd name="connsiteX5-1031" fmla="*/ 705803 w 1556774"/>
                <a:gd name="connsiteY5-1032" fmla="*/ 624047 h 981339"/>
                <a:gd name="connsiteX6-1033" fmla="*/ 859369 w 1556774"/>
                <a:gd name="connsiteY6-1034" fmla="*/ 679765 h 981339"/>
                <a:gd name="connsiteX7-1035" fmla="*/ 1189170 w 1556774"/>
                <a:gd name="connsiteY7-1036" fmla="*/ 914032 h 981339"/>
                <a:gd name="connsiteX8-1037" fmla="*/ 1507637 w 1556774"/>
                <a:gd name="connsiteY8-1038" fmla="*/ 786693 h 981339"/>
                <a:gd name="connsiteX9-1039" fmla="*/ 1173267 w 1556774"/>
                <a:gd name="connsiteY9-1040" fmla="*/ 634312 h 981339"/>
                <a:gd name="connsiteX10-1041" fmla="*/ 1250585 w 1556774"/>
                <a:gd name="connsiteY10-1042" fmla="*/ 450008 h 981339"/>
                <a:gd name="connsiteX11-1043" fmla="*/ 984454 w 1556774"/>
                <a:gd name="connsiteY11-1044" fmla="*/ 340826 h 981339"/>
                <a:gd name="connsiteX12-1045" fmla="*/ 909391 w 1556774"/>
                <a:gd name="connsiteY12-1046" fmla="*/ 450008 h 981339"/>
                <a:gd name="connsiteX13-1047" fmla="*/ 766089 w 1556774"/>
                <a:gd name="connsiteY13-1048" fmla="*/ 388593 h 981339"/>
                <a:gd name="connsiteX14-1049" fmla="*/ 800209 w 1556774"/>
                <a:gd name="connsiteY14-1050" fmla="*/ 204349 h 981339"/>
                <a:gd name="connsiteX0-1051" fmla="*/ 800209 w 1556774"/>
                <a:gd name="connsiteY0-1052" fmla="*/ 204349 h 981339"/>
                <a:gd name="connsiteX1-1053" fmla="*/ 196266 w 1556774"/>
                <a:gd name="connsiteY1-1054" fmla="*/ 12686 h 981339"/>
                <a:gd name="connsiteX2-1055" fmla="*/ 147370 w 1556774"/>
                <a:gd name="connsiteY2-1056" fmla="*/ 306113 h 981339"/>
                <a:gd name="connsiteX3-1057" fmla="*/ 12021 w 1556774"/>
                <a:gd name="connsiteY3-1058" fmla="*/ 518188 h 981339"/>
                <a:gd name="connsiteX4-1059" fmla="*/ 636377 w 1556774"/>
                <a:gd name="connsiteY4-1060" fmla="*/ 741181 h 981339"/>
                <a:gd name="connsiteX5-1061" fmla="*/ 705803 w 1556774"/>
                <a:gd name="connsiteY5-1062" fmla="*/ 624047 h 981339"/>
                <a:gd name="connsiteX6-1063" fmla="*/ 859369 w 1556774"/>
                <a:gd name="connsiteY6-1064" fmla="*/ 679765 h 981339"/>
                <a:gd name="connsiteX7-1065" fmla="*/ 1189170 w 1556774"/>
                <a:gd name="connsiteY7-1066" fmla="*/ 914032 h 981339"/>
                <a:gd name="connsiteX8-1067" fmla="*/ 1507637 w 1556774"/>
                <a:gd name="connsiteY8-1068" fmla="*/ 786693 h 981339"/>
                <a:gd name="connsiteX9-1069" fmla="*/ 1173267 w 1556774"/>
                <a:gd name="connsiteY9-1070" fmla="*/ 634312 h 981339"/>
                <a:gd name="connsiteX10-1071" fmla="*/ 1250585 w 1556774"/>
                <a:gd name="connsiteY10-1072" fmla="*/ 450008 h 981339"/>
                <a:gd name="connsiteX11-1073" fmla="*/ 964576 w 1556774"/>
                <a:gd name="connsiteY11-1074" fmla="*/ 344802 h 981339"/>
                <a:gd name="connsiteX12-1075" fmla="*/ 909391 w 1556774"/>
                <a:gd name="connsiteY12-1076" fmla="*/ 450008 h 981339"/>
                <a:gd name="connsiteX13-1077" fmla="*/ 766089 w 1556774"/>
                <a:gd name="connsiteY13-1078" fmla="*/ 388593 h 981339"/>
                <a:gd name="connsiteX14-1079" fmla="*/ 800209 w 1556774"/>
                <a:gd name="connsiteY14-1080" fmla="*/ 204349 h 981339"/>
                <a:gd name="connsiteX0-1081" fmla="*/ 800209 w 1556774"/>
                <a:gd name="connsiteY0-1082" fmla="*/ 204349 h 981339"/>
                <a:gd name="connsiteX1-1083" fmla="*/ 196266 w 1556774"/>
                <a:gd name="connsiteY1-1084" fmla="*/ 12686 h 981339"/>
                <a:gd name="connsiteX2-1085" fmla="*/ 147370 w 1556774"/>
                <a:gd name="connsiteY2-1086" fmla="*/ 306113 h 981339"/>
                <a:gd name="connsiteX3-1087" fmla="*/ 12021 w 1556774"/>
                <a:gd name="connsiteY3-1088" fmla="*/ 518188 h 981339"/>
                <a:gd name="connsiteX4-1089" fmla="*/ 636377 w 1556774"/>
                <a:gd name="connsiteY4-1090" fmla="*/ 741181 h 981339"/>
                <a:gd name="connsiteX5-1091" fmla="*/ 705803 w 1556774"/>
                <a:gd name="connsiteY5-1092" fmla="*/ 624047 h 981339"/>
                <a:gd name="connsiteX6-1093" fmla="*/ 859369 w 1556774"/>
                <a:gd name="connsiteY6-1094" fmla="*/ 679765 h 981339"/>
                <a:gd name="connsiteX7-1095" fmla="*/ 1189170 w 1556774"/>
                <a:gd name="connsiteY7-1096" fmla="*/ 914032 h 981339"/>
                <a:gd name="connsiteX8-1097" fmla="*/ 1507637 w 1556774"/>
                <a:gd name="connsiteY8-1098" fmla="*/ 786693 h 981339"/>
                <a:gd name="connsiteX9-1099" fmla="*/ 1173267 w 1556774"/>
                <a:gd name="connsiteY9-1100" fmla="*/ 634312 h 981339"/>
                <a:gd name="connsiteX10-1101" fmla="*/ 1250585 w 1556774"/>
                <a:gd name="connsiteY10-1102" fmla="*/ 450008 h 981339"/>
                <a:gd name="connsiteX11-1103" fmla="*/ 964576 w 1556774"/>
                <a:gd name="connsiteY11-1104" fmla="*/ 344802 h 981339"/>
                <a:gd name="connsiteX12-1105" fmla="*/ 909391 w 1556774"/>
                <a:gd name="connsiteY12-1106" fmla="*/ 450008 h 981339"/>
                <a:gd name="connsiteX13-1107" fmla="*/ 766089 w 1556774"/>
                <a:gd name="connsiteY13-1108" fmla="*/ 388593 h 981339"/>
                <a:gd name="connsiteX14-1109" fmla="*/ 800209 w 1556774"/>
                <a:gd name="connsiteY14-1110" fmla="*/ 204349 h 981339"/>
                <a:gd name="connsiteX0-1111" fmla="*/ 800209 w 1556774"/>
                <a:gd name="connsiteY0-1112" fmla="*/ 204349 h 981339"/>
                <a:gd name="connsiteX1-1113" fmla="*/ 196266 w 1556774"/>
                <a:gd name="connsiteY1-1114" fmla="*/ 12686 h 981339"/>
                <a:gd name="connsiteX2-1115" fmla="*/ 147370 w 1556774"/>
                <a:gd name="connsiteY2-1116" fmla="*/ 306113 h 981339"/>
                <a:gd name="connsiteX3-1117" fmla="*/ 12021 w 1556774"/>
                <a:gd name="connsiteY3-1118" fmla="*/ 518188 h 981339"/>
                <a:gd name="connsiteX4-1119" fmla="*/ 636377 w 1556774"/>
                <a:gd name="connsiteY4-1120" fmla="*/ 741181 h 981339"/>
                <a:gd name="connsiteX5-1121" fmla="*/ 705803 w 1556774"/>
                <a:gd name="connsiteY5-1122" fmla="*/ 624047 h 981339"/>
                <a:gd name="connsiteX6-1123" fmla="*/ 859369 w 1556774"/>
                <a:gd name="connsiteY6-1124" fmla="*/ 679765 h 981339"/>
                <a:gd name="connsiteX7-1125" fmla="*/ 1189170 w 1556774"/>
                <a:gd name="connsiteY7-1126" fmla="*/ 914032 h 981339"/>
                <a:gd name="connsiteX8-1127" fmla="*/ 1507637 w 1556774"/>
                <a:gd name="connsiteY8-1128" fmla="*/ 786693 h 981339"/>
                <a:gd name="connsiteX9-1129" fmla="*/ 1173267 w 1556774"/>
                <a:gd name="connsiteY9-1130" fmla="*/ 634312 h 981339"/>
                <a:gd name="connsiteX10-1131" fmla="*/ 1250585 w 1556774"/>
                <a:gd name="connsiteY10-1132" fmla="*/ 450008 h 981339"/>
                <a:gd name="connsiteX11-1133" fmla="*/ 964576 w 1556774"/>
                <a:gd name="connsiteY11-1134" fmla="*/ 344802 h 981339"/>
                <a:gd name="connsiteX12-1135" fmla="*/ 909391 w 1556774"/>
                <a:gd name="connsiteY12-1136" fmla="*/ 450008 h 981339"/>
                <a:gd name="connsiteX13-1137" fmla="*/ 766089 w 1556774"/>
                <a:gd name="connsiteY13-1138" fmla="*/ 388593 h 981339"/>
                <a:gd name="connsiteX14-1139" fmla="*/ 800209 w 1556774"/>
                <a:gd name="connsiteY14-1140" fmla="*/ 204349 h 981339"/>
                <a:gd name="connsiteX0-1141" fmla="*/ 800209 w 1556774"/>
                <a:gd name="connsiteY0-1142" fmla="*/ 204349 h 981339"/>
                <a:gd name="connsiteX1-1143" fmla="*/ 196266 w 1556774"/>
                <a:gd name="connsiteY1-1144" fmla="*/ 12686 h 981339"/>
                <a:gd name="connsiteX2-1145" fmla="*/ 147370 w 1556774"/>
                <a:gd name="connsiteY2-1146" fmla="*/ 306113 h 981339"/>
                <a:gd name="connsiteX3-1147" fmla="*/ 12021 w 1556774"/>
                <a:gd name="connsiteY3-1148" fmla="*/ 518188 h 981339"/>
                <a:gd name="connsiteX4-1149" fmla="*/ 636377 w 1556774"/>
                <a:gd name="connsiteY4-1150" fmla="*/ 741181 h 981339"/>
                <a:gd name="connsiteX5-1151" fmla="*/ 705803 w 1556774"/>
                <a:gd name="connsiteY5-1152" fmla="*/ 624047 h 981339"/>
                <a:gd name="connsiteX6-1153" fmla="*/ 859369 w 1556774"/>
                <a:gd name="connsiteY6-1154" fmla="*/ 679765 h 981339"/>
                <a:gd name="connsiteX7-1155" fmla="*/ 1189170 w 1556774"/>
                <a:gd name="connsiteY7-1156" fmla="*/ 914032 h 981339"/>
                <a:gd name="connsiteX8-1157" fmla="*/ 1507637 w 1556774"/>
                <a:gd name="connsiteY8-1158" fmla="*/ 786693 h 981339"/>
                <a:gd name="connsiteX9-1159" fmla="*/ 1173267 w 1556774"/>
                <a:gd name="connsiteY9-1160" fmla="*/ 634312 h 981339"/>
                <a:gd name="connsiteX10-1161" fmla="*/ 1250585 w 1556774"/>
                <a:gd name="connsiteY10-1162" fmla="*/ 450008 h 981339"/>
                <a:gd name="connsiteX11-1163" fmla="*/ 964576 w 1556774"/>
                <a:gd name="connsiteY11-1164" fmla="*/ 344802 h 981339"/>
                <a:gd name="connsiteX12-1165" fmla="*/ 909391 w 1556774"/>
                <a:gd name="connsiteY12-1166" fmla="*/ 450008 h 981339"/>
                <a:gd name="connsiteX13-1167" fmla="*/ 766089 w 1556774"/>
                <a:gd name="connsiteY13-1168" fmla="*/ 388593 h 981339"/>
                <a:gd name="connsiteX14-1169" fmla="*/ 800209 w 1556774"/>
                <a:gd name="connsiteY14-1170" fmla="*/ 204349 h 981339"/>
                <a:gd name="connsiteX0-1171" fmla="*/ 800209 w 1556774"/>
                <a:gd name="connsiteY0-1172" fmla="*/ 204349 h 981339"/>
                <a:gd name="connsiteX1-1173" fmla="*/ 196266 w 1556774"/>
                <a:gd name="connsiteY1-1174" fmla="*/ 12686 h 981339"/>
                <a:gd name="connsiteX2-1175" fmla="*/ 147370 w 1556774"/>
                <a:gd name="connsiteY2-1176" fmla="*/ 306113 h 981339"/>
                <a:gd name="connsiteX3-1177" fmla="*/ 12021 w 1556774"/>
                <a:gd name="connsiteY3-1178" fmla="*/ 518188 h 981339"/>
                <a:gd name="connsiteX4-1179" fmla="*/ 636377 w 1556774"/>
                <a:gd name="connsiteY4-1180" fmla="*/ 741181 h 981339"/>
                <a:gd name="connsiteX5-1181" fmla="*/ 705803 w 1556774"/>
                <a:gd name="connsiteY5-1182" fmla="*/ 624047 h 981339"/>
                <a:gd name="connsiteX6-1183" fmla="*/ 859369 w 1556774"/>
                <a:gd name="connsiteY6-1184" fmla="*/ 679765 h 981339"/>
                <a:gd name="connsiteX7-1185" fmla="*/ 1189170 w 1556774"/>
                <a:gd name="connsiteY7-1186" fmla="*/ 914032 h 981339"/>
                <a:gd name="connsiteX8-1187" fmla="*/ 1507637 w 1556774"/>
                <a:gd name="connsiteY8-1188" fmla="*/ 786693 h 981339"/>
                <a:gd name="connsiteX9-1189" fmla="*/ 1173267 w 1556774"/>
                <a:gd name="connsiteY9-1190" fmla="*/ 634312 h 981339"/>
                <a:gd name="connsiteX10-1191" fmla="*/ 1250585 w 1556774"/>
                <a:gd name="connsiteY10-1192" fmla="*/ 438081 h 981339"/>
                <a:gd name="connsiteX11-1193" fmla="*/ 964576 w 1556774"/>
                <a:gd name="connsiteY11-1194" fmla="*/ 344802 h 981339"/>
                <a:gd name="connsiteX12-1195" fmla="*/ 909391 w 1556774"/>
                <a:gd name="connsiteY12-1196" fmla="*/ 450008 h 981339"/>
                <a:gd name="connsiteX13-1197" fmla="*/ 766089 w 1556774"/>
                <a:gd name="connsiteY13-1198" fmla="*/ 388593 h 981339"/>
                <a:gd name="connsiteX14-1199" fmla="*/ 800209 w 1556774"/>
                <a:gd name="connsiteY14-1200" fmla="*/ 204349 h 981339"/>
                <a:gd name="connsiteX0-1201" fmla="*/ 800209 w 1556774"/>
                <a:gd name="connsiteY0-1202" fmla="*/ 204349 h 981339"/>
                <a:gd name="connsiteX1-1203" fmla="*/ 196266 w 1556774"/>
                <a:gd name="connsiteY1-1204" fmla="*/ 12686 h 981339"/>
                <a:gd name="connsiteX2-1205" fmla="*/ 147370 w 1556774"/>
                <a:gd name="connsiteY2-1206" fmla="*/ 306113 h 981339"/>
                <a:gd name="connsiteX3-1207" fmla="*/ 12021 w 1556774"/>
                <a:gd name="connsiteY3-1208" fmla="*/ 518188 h 981339"/>
                <a:gd name="connsiteX4-1209" fmla="*/ 636377 w 1556774"/>
                <a:gd name="connsiteY4-1210" fmla="*/ 741181 h 981339"/>
                <a:gd name="connsiteX5-1211" fmla="*/ 705803 w 1556774"/>
                <a:gd name="connsiteY5-1212" fmla="*/ 624047 h 981339"/>
                <a:gd name="connsiteX6-1213" fmla="*/ 859369 w 1556774"/>
                <a:gd name="connsiteY6-1214" fmla="*/ 679765 h 981339"/>
                <a:gd name="connsiteX7-1215" fmla="*/ 1189170 w 1556774"/>
                <a:gd name="connsiteY7-1216" fmla="*/ 914032 h 981339"/>
                <a:gd name="connsiteX8-1217" fmla="*/ 1507637 w 1556774"/>
                <a:gd name="connsiteY8-1218" fmla="*/ 786693 h 981339"/>
                <a:gd name="connsiteX9-1219" fmla="*/ 1173267 w 1556774"/>
                <a:gd name="connsiteY9-1220" fmla="*/ 634312 h 981339"/>
                <a:gd name="connsiteX10-1221" fmla="*/ 1250585 w 1556774"/>
                <a:gd name="connsiteY10-1222" fmla="*/ 438081 h 981339"/>
                <a:gd name="connsiteX11-1223" fmla="*/ 964576 w 1556774"/>
                <a:gd name="connsiteY11-1224" fmla="*/ 344802 h 981339"/>
                <a:gd name="connsiteX12-1225" fmla="*/ 909391 w 1556774"/>
                <a:gd name="connsiteY12-1226" fmla="*/ 450008 h 981339"/>
                <a:gd name="connsiteX13-1227" fmla="*/ 766089 w 1556774"/>
                <a:gd name="connsiteY13-1228" fmla="*/ 388593 h 981339"/>
                <a:gd name="connsiteX14-1229" fmla="*/ 800209 w 1556774"/>
                <a:gd name="connsiteY14-1230" fmla="*/ 204349 h 981339"/>
                <a:gd name="connsiteX0-1231" fmla="*/ 800209 w 1556774"/>
                <a:gd name="connsiteY0-1232" fmla="*/ 204349 h 981339"/>
                <a:gd name="connsiteX1-1233" fmla="*/ 196266 w 1556774"/>
                <a:gd name="connsiteY1-1234" fmla="*/ 12686 h 981339"/>
                <a:gd name="connsiteX2-1235" fmla="*/ 147370 w 1556774"/>
                <a:gd name="connsiteY2-1236" fmla="*/ 306113 h 981339"/>
                <a:gd name="connsiteX3-1237" fmla="*/ 12021 w 1556774"/>
                <a:gd name="connsiteY3-1238" fmla="*/ 518188 h 981339"/>
                <a:gd name="connsiteX4-1239" fmla="*/ 636377 w 1556774"/>
                <a:gd name="connsiteY4-1240" fmla="*/ 741181 h 981339"/>
                <a:gd name="connsiteX5-1241" fmla="*/ 705803 w 1556774"/>
                <a:gd name="connsiteY5-1242" fmla="*/ 624047 h 981339"/>
                <a:gd name="connsiteX6-1243" fmla="*/ 859369 w 1556774"/>
                <a:gd name="connsiteY6-1244" fmla="*/ 679765 h 981339"/>
                <a:gd name="connsiteX7-1245" fmla="*/ 1189170 w 1556774"/>
                <a:gd name="connsiteY7-1246" fmla="*/ 914032 h 981339"/>
                <a:gd name="connsiteX8-1247" fmla="*/ 1507637 w 1556774"/>
                <a:gd name="connsiteY8-1248" fmla="*/ 786693 h 981339"/>
                <a:gd name="connsiteX9-1249" fmla="*/ 1173267 w 1556774"/>
                <a:gd name="connsiteY9-1250" fmla="*/ 634312 h 981339"/>
                <a:gd name="connsiteX10-1251" fmla="*/ 1250585 w 1556774"/>
                <a:gd name="connsiteY10-1252" fmla="*/ 438081 h 981339"/>
                <a:gd name="connsiteX11-1253" fmla="*/ 964576 w 1556774"/>
                <a:gd name="connsiteY11-1254" fmla="*/ 344802 h 981339"/>
                <a:gd name="connsiteX12-1255" fmla="*/ 909391 w 1556774"/>
                <a:gd name="connsiteY12-1256" fmla="*/ 450008 h 981339"/>
                <a:gd name="connsiteX13-1257" fmla="*/ 766089 w 1556774"/>
                <a:gd name="connsiteY13-1258" fmla="*/ 388593 h 981339"/>
                <a:gd name="connsiteX14-1259" fmla="*/ 800209 w 1556774"/>
                <a:gd name="connsiteY14-1260" fmla="*/ 204349 h 981339"/>
                <a:gd name="connsiteX0-1261" fmla="*/ 800209 w 1527868"/>
                <a:gd name="connsiteY0-1262" fmla="*/ 204349 h 975126"/>
                <a:gd name="connsiteX1-1263" fmla="*/ 196266 w 1527868"/>
                <a:gd name="connsiteY1-1264" fmla="*/ 12686 h 975126"/>
                <a:gd name="connsiteX2-1265" fmla="*/ 147370 w 1527868"/>
                <a:gd name="connsiteY2-1266" fmla="*/ 306113 h 975126"/>
                <a:gd name="connsiteX3-1267" fmla="*/ 12021 w 1527868"/>
                <a:gd name="connsiteY3-1268" fmla="*/ 518188 h 975126"/>
                <a:gd name="connsiteX4-1269" fmla="*/ 636377 w 1527868"/>
                <a:gd name="connsiteY4-1270" fmla="*/ 741181 h 975126"/>
                <a:gd name="connsiteX5-1271" fmla="*/ 705803 w 1527868"/>
                <a:gd name="connsiteY5-1272" fmla="*/ 624047 h 975126"/>
                <a:gd name="connsiteX6-1273" fmla="*/ 859369 w 1527868"/>
                <a:gd name="connsiteY6-1274" fmla="*/ 679765 h 975126"/>
                <a:gd name="connsiteX7-1275" fmla="*/ 1189170 w 1527868"/>
                <a:gd name="connsiteY7-1276" fmla="*/ 914032 h 975126"/>
                <a:gd name="connsiteX8-1277" fmla="*/ 1467881 w 1527868"/>
                <a:gd name="connsiteY8-1278" fmla="*/ 742961 h 975126"/>
                <a:gd name="connsiteX9-1279" fmla="*/ 1173267 w 1527868"/>
                <a:gd name="connsiteY9-1280" fmla="*/ 634312 h 975126"/>
                <a:gd name="connsiteX10-1281" fmla="*/ 1250585 w 1527868"/>
                <a:gd name="connsiteY10-1282" fmla="*/ 438081 h 975126"/>
                <a:gd name="connsiteX11-1283" fmla="*/ 964576 w 1527868"/>
                <a:gd name="connsiteY11-1284" fmla="*/ 344802 h 975126"/>
                <a:gd name="connsiteX12-1285" fmla="*/ 909391 w 1527868"/>
                <a:gd name="connsiteY12-1286" fmla="*/ 450008 h 975126"/>
                <a:gd name="connsiteX13-1287" fmla="*/ 766089 w 1527868"/>
                <a:gd name="connsiteY13-1288" fmla="*/ 388593 h 975126"/>
                <a:gd name="connsiteX14-1289" fmla="*/ 800209 w 1527868"/>
                <a:gd name="connsiteY14-1290" fmla="*/ 204349 h 975126"/>
                <a:gd name="connsiteX0-1291" fmla="*/ 800209 w 1527868"/>
                <a:gd name="connsiteY0-1292" fmla="*/ 204349 h 975126"/>
                <a:gd name="connsiteX1-1293" fmla="*/ 196266 w 1527868"/>
                <a:gd name="connsiteY1-1294" fmla="*/ 12686 h 975126"/>
                <a:gd name="connsiteX2-1295" fmla="*/ 147370 w 1527868"/>
                <a:gd name="connsiteY2-1296" fmla="*/ 306113 h 975126"/>
                <a:gd name="connsiteX3-1297" fmla="*/ 12021 w 1527868"/>
                <a:gd name="connsiteY3-1298" fmla="*/ 518188 h 975126"/>
                <a:gd name="connsiteX4-1299" fmla="*/ 636377 w 1527868"/>
                <a:gd name="connsiteY4-1300" fmla="*/ 741181 h 975126"/>
                <a:gd name="connsiteX5-1301" fmla="*/ 705803 w 1527868"/>
                <a:gd name="connsiteY5-1302" fmla="*/ 624047 h 975126"/>
                <a:gd name="connsiteX6-1303" fmla="*/ 859369 w 1527868"/>
                <a:gd name="connsiteY6-1304" fmla="*/ 679765 h 975126"/>
                <a:gd name="connsiteX7-1305" fmla="*/ 1189170 w 1527868"/>
                <a:gd name="connsiteY7-1306" fmla="*/ 914032 h 975126"/>
                <a:gd name="connsiteX8-1307" fmla="*/ 1467881 w 1527868"/>
                <a:gd name="connsiteY8-1308" fmla="*/ 742961 h 975126"/>
                <a:gd name="connsiteX9-1309" fmla="*/ 1173267 w 1527868"/>
                <a:gd name="connsiteY9-1310" fmla="*/ 634312 h 975126"/>
                <a:gd name="connsiteX10-1311" fmla="*/ 1250585 w 1527868"/>
                <a:gd name="connsiteY10-1312" fmla="*/ 438081 h 975126"/>
                <a:gd name="connsiteX11-1313" fmla="*/ 964576 w 1527868"/>
                <a:gd name="connsiteY11-1314" fmla="*/ 344802 h 975126"/>
                <a:gd name="connsiteX12-1315" fmla="*/ 909391 w 1527868"/>
                <a:gd name="connsiteY12-1316" fmla="*/ 450008 h 975126"/>
                <a:gd name="connsiteX13-1317" fmla="*/ 766089 w 1527868"/>
                <a:gd name="connsiteY13-1318" fmla="*/ 388593 h 975126"/>
                <a:gd name="connsiteX14-1319" fmla="*/ 800209 w 1527868"/>
                <a:gd name="connsiteY14-1320" fmla="*/ 204349 h 975126"/>
                <a:gd name="connsiteX0-1321" fmla="*/ 800209 w 1499884"/>
                <a:gd name="connsiteY0-1322" fmla="*/ 204349 h 986483"/>
                <a:gd name="connsiteX1-1323" fmla="*/ 196266 w 1499884"/>
                <a:gd name="connsiteY1-1324" fmla="*/ 12686 h 986483"/>
                <a:gd name="connsiteX2-1325" fmla="*/ 147370 w 1499884"/>
                <a:gd name="connsiteY2-1326" fmla="*/ 306113 h 986483"/>
                <a:gd name="connsiteX3-1327" fmla="*/ 12021 w 1499884"/>
                <a:gd name="connsiteY3-1328" fmla="*/ 518188 h 986483"/>
                <a:gd name="connsiteX4-1329" fmla="*/ 636377 w 1499884"/>
                <a:gd name="connsiteY4-1330" fmla="*/ 741181 h 986483"/>
                <a:gd name="connsiteX5-1331" fmla="*/ 705803 w 1499884"/>
                <a:gd name="connsiteY5-1332" fmla="*/ 624047 h 986483"/>
                <a:gd name="connsiteX6-1333" fmla="*/ 859369 w 1499884"/>
                <a:gd name="connsiteY6-1334" fmla="*/ 679765 h 986483"/>
                <a:gd name="connsiteX7-1335" fmla="*/ 1189170 w 1499884"/>
                <a:gd name="connsiteY7-1336" fmla="*/ 914032 h 986483"/>
                <a:gd name="connsiteX8-1337" fmla="*/ 1467881 w 1499884"/>
                <a:gd name="connsiteY8-1338" fmla="*/ 742961 h 986483"/>
                <a:gd name="connsiteX9-1339" fmla="*/ 1173267 w 1499884"/>
                <a:gd name="connsiteY9-1340" fmla="*/ 634312 h 986483"/>
                <a:gd name="connsiteX10-1341" fmla="*/ 1250585 w 1499884"/>
                <a:gd name="connsiteY10-1342" fmla="*/ 438081 h 986483"/>
                <a:gd name="connsiteX11-1343" fmla="*/ 964576 w 1499884"/>
                <a:gd name="connsiteY11-1344" fmla="*/ 344802 h 986483"/>
                <a:gd name="connsiteX12-1345" fmla="*/ 909391 w 1499884"/>
                <a:gd name="connsiteY12-1346" fmla="*/ 450008 h 986483"/>
                <a:gd name="connsiteX13-1347" fmla="*/ 766089 w 1499884"/>
                <a:gd name="connsiteY13-1348" fmla="*/ 388593 h 986483"/>
                <a:gd name="connsiteX14-1349" fmla="*/ 800209 w 1499884"/>
                <a:gd name="connsiteY14-1350" fmla="*/ 204349 h 986483"/>
                <a:gd name="connsiteX0-1351" fmla="*/ 800209 w 1505435"/>
                <a:gd name="connsiteY0-1352" fmla="*/ 204349 h 1015754"/>
                <a:gd name="connsiteX1-1353" fmla="*/ 196266 w 1505435"/>
                <a:gd name="connsiteY1-1354" fmla="*/ 12686 h 1015754"/>
                <a:gd name="connsiteX2-1355" fmla="*/ 147370 w 1505435"/>
                <a:gd name="connsiteY2-1356" fmla="*/ 306113 h 1015754"/>
                <a:gd name="connsiteX3-1357" fmla="*/ 12021 w 1505435"/>
                <a:gd name="connsiteY3-1358" fmla="*/ 518188 h 1015754"/>
                <a:gd name="connsiteX4-1359" fmla="*/ 636377 w 1505435"/>
                <a:gd name="connsiteY4-1360" fmla="*/ 741181 h 1015754"/>
                <a:gd name="connsiteX5-1361" fmla="*/ 705803 w 1505435"/>
                <a:gd name="connsiteY5-1362" fmla="*/ 624047 h 1015754"/>
                <a:gd name="connsiteX6-1363" fmla="*/ 859369 w 1505435"/>
                <a:gd name="connsiteY6-1364" fmla="*/ 679765 h 1015754"/>
                <a:gd name="connsiteX7-1365" fmla="*/ 1189170 w 1505435"/>
                <a:gd name="connsiteY7-1366" fmla="*/ 914032 h 1015754"/>
                <a:gd name="connsiteX8-1367" fmla="*/ 1467881 w 1505435"/>
                <a:gd name="connsiteY8-1368" fmla="*/ 742961 h 1015754"/>
                <a:gd name="connsiteX9-1369" fmla="*/ 1173267 w 1505435"/>
                <a:gd name="connsiteY9-1370" fmla="*/ 634312 h 1015754"/>
                <a:gd name="connsiteX10-1371" fmla="*/ 1250585 w 1505435"/>
                <a:gd name="connsiteY10-1372" fmla="*/ 438081 h 1015754"/>
                <a:gd name="connsiteX11-1373" fmla="*/ 964576 w 1505435"/>
                <a:gd name="connsiteY11-1374" fmla="*/ 344802 h 1015754"/>
                <a:gd name="connsiteX12-1375" fmla="*/ 909391 w 1505435"/>
                <a:gd name="connsiteY12-1376" fmla="*/ 450008 h 1015754"/>
                <a:gd name="connsiteX13-1377" fmla="*/ 766089 w 1505435"/>
                <a:gd name="connsiteY13-1378" fmla="*/ 388593 h 1015754"/>
                <a:gd name="connsiteX14-1379" fmla="*/ 800209 w 1505435"/>
                <a:gd name="connsiteY14-1380" fmla="*/ 204349 h 101575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/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-1" fmla="*/ 430619 w 798902"/>
              <a:gd name="connsiteY0-2" fmla="*/ 1331843 h 2449001"/>
              <a:gd name="connsiteX1-3" fmla="*/ 541938 w 798902"/>
              <a:gd name="connsiteY1-4" fmla="*/ 1379551 h 2449001"/>
              <a:gd name="connsiteX2-5" fmla="*/ 780476 w 798902"/>
              <a:gd name="connsiteY2-6" fmla="*/ 1375575 h 2449001"/>
              <a:gd name="connsiteX3-7" fmla="*/ 625426 w 798902"/>
              <a:gd name="connsiteY3-8" fmla="*/ 1741335 h 2449001"/>
              <a:gd name="connsiteX4-9" fmla="*/ 609523 w 798902"/>
              <a:gd name="connsiteY4-10" fmla="*/ 2441050 h 2449001"/>
              <a:gd name="connsiteX5-11" fmla="*/ 319301 w 798902"/>
              <a:gd name="connsiteY5-12" fmla="*/ 2445025 h 2449001"/>
              <a:gd name="connsiteX6-13" fmla="*/ 211958 w 798902"/>
              <a:gd name="connsiteY6-14" fmla="*/ 1673750 h 2449001"/>
              <a:gd name="connsiteX7-15" fmla="*/ 207983 w 798902"/>
              <a:gd name="connsiteY7-16" fmla="*/ 2441050 h 2449001"/>
              <a:gd name="connsiteX8-17" fmla="*/ 136421 w 798902"/>
              <a:gd name="connsiteY8-18" fmla="*/ 2449001 h 2449001"/>
              <a:gd name="connsiteX9-19" fmla="*/ 5224 w 798902"/>
              <a:gd name="connsiteY9-20" fmla="*/ 1701579 h 2449001"/>
              <a:gd name="connsiteX10-21" fmla="*/ 37029 w 798902"/>
              <a:gd name="connsiteY10-22" fmla="*/ 1582309 h 2449001"/>
              <a:gd name="connsiteX11-23" fmla="*/ 76786 w 798902"/>
              <a:gd name="connsiteY11-24" fmla="*/ 1566407 h 2449001"/>
              <a:gd name="connsiteX12-25" fmla="*/ 89266 w 798902"/>
              <a:gd name="connsiteY12-26" fmla="*/ 1389262 h 2449001"/>
              <a:gd name="connsiteX13-27" fmla="*/ 339179 w 798902"/>
              <a:gd name="connsiteY13-28" fmla="*/ 1375575 h 2449001"/>
              <a:gd name="connsiteX14-29" fmla="*/ 430619 w 798902"/>
              <a:gd name="connsiteY14-30" fmla="*/ 1331843 h 2449001"/>
              <a:gd name="connsiteX15-31" fmla="*/ 243762 w 798902"/>
              <a:gd name="connsiteY15-32" fmla="*/ 0 h 2449001"/>
              <a:gd name="connsiteX16-33" fmla="*/ 557838 w 798902"/>
              <a:gd name="connsiteY16-34" fmla="*/ 0 h 2449001"/>
              <a:gd name="connsiteX17-35" fmla="*/ 689036 w 798902"/>
              <a:gd name="connsiteY17-36" fmla="*/ 962108 h 2449001"/>
              <a:gd name="connsiteX18-37" fmla="*/ 724816 w 798902"/>
              <a:gd name="connsiteY18-38" fmla="*/ 1307990 h 2449001"/>
              <a:gd name="connsiteX19-39" fmla="*/ 414715 w 798902"/>
              <a:gd name="connsiteY19-40" fmla="*/ 1268233 h 2449001"/>
              <a:gd name="connsiteX20-41" fmla="*/ 104615 w 798902"/>
              <a:gd name="connsiteY20-42" fmla="*/ 1288111 h 2449001"/>
              <a:gd name="connsiteX21-43" fmla="*/ 124493 w 798902"/>
              <a:gd name="connsiteY21-44" fmla="*/ 1017766 h 2449001"/>
              <a:gd name="connsiteX22-45" fmla="*/ 243762 w 798902"/>
              <a:gd name="connsiteY22-46" fmla="*/ 0 h 2449001"/>
              <a:gd name="connsiteX0-47" fmla="*/ 430619 w 784764"/>
              <a:gd name="connsiteY0-48" fmla="*/ 1331843 h 2449001"/>
              <a:gd name="connsiteX1-49" fmla="*/ 541938 w 784764"/>
              <a:gd name="connsiteY1-50" fmla="*/ 1379551 h 2449001"/>
              <a:gd name="connsiteX2-51" fmla="*/ 763368 w 784764"/>
              <a:gd name="connsiteY2-52" fmla="*/ 1406369 h 2449001"/>
              <a:gd name="connsiteX3-53" fmla="*/ 625426 w 784764"/>
              <a:gd name="connsiteY3-54" fmla="*/ 1741335 h 2449001"/>
              <a:gd name="connsiteX4-55" fmla="*/ 609523 w 784764"/>
              <a:gd name="connsiteY4-56" fmla="*/ 2441050 h 2449001"/>
              <a:gd name="connsiteX5-57" fmla="*/ 319301 w 784764"/>
              <a:gd name="connsiteY5-58" fmla="*/ 2445025 h 2449001"/>
              <a:gd name="connsiteX6-59" fmla="*/ 211958 w 784764"/>
              <a:gd name="connsiteY6-60" fmla="*/ 1673750 h 2449001"/>
              <a:gd name="connsiteX7-61" fmla="*/ 207983 w 784764"/>
              <a:gd name="connsiteY7-62" fmla="*/ 2441050 h 2449001"/>
              <a:gd name="connsiteX8-63" fmla="*/ 136421 w 784764"/>
              <a:gd name="connsiteY8-64" fmla="*/ 2449001 h 2449001"/>
              <a:gd name="connsiteX9-65" fmla="*/ 5224 w 784764"/>
              <a:gd name="connsiteY9-66" fmla="*/ 1701579 h 2449001"/>
              <a:gd name="connsiteX10-67" fmla="*/ 37029 w 784764"/>
              <a:gd name="connsiteY10-68" fmla="*/ 1582309 h 2449001"/>
              <a:gd name="connsiteX11-69" fmla="*/ 76786 w 784764"/>
              <a:gd name="connsiteY11-70" fmla="*/ 1566407 h 2449001"/>
              <a:gd name="connsiteX12-71" fmla="*/ 89266 w 784764"/>
              <a:gd name="connsiteY12-72" fmla="*/ 1389262 h 2449001"/>
              <a:gd name="connsiteX13-73" fmla="*/ 339179 w 784764"/>
              <a:gd name="connsiteY13-74" fmla="*/ 1375575 h 2449001"/>
              <a:gd name="connsiteX14-75" fmla="*/ 430619 w 784764"/>
              <a:gd name="connsiteY14-76" fmla="*/ 1331843 h 2449001"/>
              <a:gd name="connsiteX15-77" fmla="*/ 243762 w 784764"/>
              <a:gd name="connsiteY15-78" fmla="*/ 0 h 2449001"/>
              <a:gd name="connsiteX16-79" fmla="*/ 557838 w 784764"/>
              <a:gd name="connsiteY16-80" fmla="*/ 0 h 2449001"/>
              <a:gd name="connsiteX17-81" fmla="*/ 689036 w 784764"/>
              <a:gd name="connsiteY17-82" fmla="*/ 962108 h 2449001"/>
              <a:gd name="connsiteX18-83" fmla="*/ 724816 w 784764"/>
              <a:gd name="connsiteY18-84" fmla="*/ 1307990 h 2449001"/>
              <a:gd name="connsiteX19-85" fmla="*/ 414715 w 784764"/>
              <a:gd name="connsiteY19-86" fmla="*/ 1268233 h 2449001"/>
              <a:gd name="connsiteX20-87" fmla="*/ 104615 w 784764"/>
              <a:gd name="connsiteY20-88" fmla="*/ 1288111 h 2449001"/>
              <a:gd name="connsiteX21-89" fmla="*/ 124493 w 784764"/>
              <a:gd name="connsiteY21-90" fmla="*/ 1017766 h 2449001"/>
              <a:gd name="connsiteX22-91" fmla="*/ 243762 w 784764"/>
              <a:gd name="connsiteY22-92" fmla="*/ 0 h 2449001"/>
              <a:gd name="connsiteX0-93" fmla="*/ 430619 w 784764"/>
              <a:gd name="connsiteY0-94" fmla="*/ 1331843 h 2449001"/>
              <a:gd name="connsiteX1-95" fmla="*/ 541938 w 784764"/>
              <a:gd name="connsiteY1-96" fmla="*/ 1379551 h 2449001"/>
              <a:gd name="connsiteX2-97" fmla="*/ 763368 w 784764"/>
              <a:gd name="connsiteY2-98" fmla="*/ 1406369 h 2449001"/>
              <a:gd name="connsiteX3-99" fmla="*/ 625426 w 784764"/>
              <a:gd name="connsiteY3-100" fmla="*/ 1741335 h 2449001"/>
              <a:gd name="connsiteX4-101" fmla="*/ 609523 w 784764"/>
              <a:gd name="connsiteY4-102" fmla="*/ 2441050 h 2449001"/>
              <a:gd name="connsiteX5-103" fmla="*/ 319301 w 784764"/>
              <a:gd name="connsiteY5-104" fmla="*/ 2445025 h 2449001"/>
              <a:gd name="connsiteX6-105" fmla="*/ 211958 w 784764"/>
              <a:gd name="connsiteY6-106" fmla="*/ 1673750 h 2449001"/>
              <a:gd name="connsiteX7-107" fmla="*/ 207983 w 784764"/>
              <a:gd name="connsiteY7-108" fmla="*/ 2441050 h 2449001"/>
              <a:gd name="connsiteX8-109" fmla="*/ 136421 w 784764"/>
              <a:gd name="connsiteY8-110" fmla="*/ 2449001 h 2449001"/>
              <a:gd name="connsiteX9-111" fmla="*/ 5224 w 784764"/>
              <a:gd name="connsiteY9-112" fmla="*/ 1701579 h 2449001"/>
              <a:gd name="connsiteX10-113" fmla="*/ 37029 w 784764"/>
              <a:gd name="connsiteY10-114" fmla="*/ 1582309 h 2449001"/>
              <a:gd name="connsiteX11-115" fmla="*/ 76786 w 784764"/>
              <a:gd name="connsiteY11-116" fmla="*/ 1566407 h 2449001"/>
              <a:gd name="connsiteX12-117" fmla="*/ 89266 w 784764"/>
              <a:gd name="connsiteY12-118" fmla="*/ 1389262 h 2449001"/>
              <a:gd name="connsiteX13-119" fmla="*/ 339179 w 784764"/>
              <a:gd name="connsiteY13-120" fmla="*/ 1375575 h 2449001"/>
              <a:gd name="connsiteX14-121" fmla="*/ 430619 w 784764"/>
              <a:gd name="connsiteY14-122" fmla="*/ 1331843 h 2449001"/>
              <a:gd name="connsiteX15-123" fmla="*/ 243762 w 784764"/>
              <a:gd name="connsiteY15-124" fmla="*/ 0 h 2449001"/>
              <a:gd name="connsiteX16-125" fmla="*/ 557838 w 784764"/>
              <a:gd name="connsiteY16-126" fmla="*/ 0 h 2449001"/>
              <a:gd name="connsiteX17-127" fmla="*/ 689036 w 784764"/>
              <a:gd name="connsiteY17-128" fmla="*/ 962108 h 2449001"/>
              <a:gd name="connsiteX18-129" fmla="*/ 724816 w 784764"/>
              <a:gd name="connsiteY18-130" fmla="*/ 1307990 h 2449001"/>
              <a:gd name="connsiteX19-131" fmla="*/ 414715 w 784764"/>
              <a:gd name="connsiteY19-132" fmla="*/ 1268233 h 2449001"/>
              <a:gd name="connsiteX20-133" fmla="*/ 104615 w 784764"/>
              <a:gd name="connsiteY20-134" fmla="*/ 1288111 h 2449001"/>
              <a:gd name="connsiteX21-135" fmla="*/ 124493 w 784764"/>
              <a:gd name="connsiteY21-136" fmla="*/ 1017766 h 2449001"/>
              <a:gd name="connsiteX22-137" fmla="*/ 243762 w 784764"/>
              <a:gd name="connsiteY22-138" fmla="*/ 0 h 2449001"/>
              <a:gd name="connsiteX0-139" fmla="*/ 430619 w 784764"/>
              <a:gd name="connsiteY0-140" fmla="*/ 1331843 h 2449001"/>
              <a:gd name="connsiteX1-141" fmla="*/ 541938 w 784764"/>
              <a:gd name="connsiteY1-142" fmla="*/ 1379551 h 2449001"/>
              <a:gd name="connsiteX2-143" fmla="*/ 763368 w 784764"/>
              <a:gd name="connsiteY2-144" fmla="*/ 1406369 h 2449001"/>
              <a:gd name="connsiteX3-145" fmla="*/ 625426 w 784764"/>
              <a:gd name="connsiteY3-146" fmla="*/ 1741335 h 2449001"/>
              <a:gd name="connsiteX4-147" fmla="*/ 609523 w 784764"/>
              <a:gd name="connsiteY4-148" fmla="*/ 2441050 h 2449001"/>
              <a:gd name="connsiteX5-149" fmla="*/ 319301 w 784764"/>
              <a:gd name="connsiteY5-150" fmla="*/ 2445025 h 2449001"/>
              <a:gd name="connsiteX6-151" fmla="*/ 211958 w 784764"/>
              <a:gd name="connsiteY6-152" fmla="*/ 1673750 h 2449001"/>
              <a:gd name="connsiteX7-153" fmla="*/ 207983 w 784764"/>
              <a:gd name="connsiteY7-154" fmla="*/ 2441050 h 2449001"/>
              <a:gd name="connsiteX8-155" fmla="*/ 136421 w 784764"/>
              <a:gd name="connsiteY8-156" fmla="*/ 2449001 h 2449001"/>
              <a:gd name="connsiteX9-157" fmla="*/ 5224 w 784764"/>
              <a:gd name="connsiteY9-158" fmla="*/ 1701579 h 2449001"/>
              <a:gd name="connsiteX10-159" fmla="*/ 37029 w 784764"/>
              <a:gd name="connsiteY10-160" fmla="*/ 1582309 h 2449001"/>
              <a:gd name="connsiteX11-161" fmla="*/ 76786 w 784764"/>
              <a:gd name="connsiteY11-162" fmla="*/ 1566407 h 2449001"/>
              <a:gd name="connsiteX12-163" fmla="*/ 89266 w 784764"/>
              <a:gd name="connsiteY12-164" fmla="*/ 1389262 h 2449001"/>
              <a:gd name="connsiteX13-165" fmla="*/ 339179 w 784764"/>
              <a:gd name="connsiteY13-166" fmla="*/ 1375575 h 2449001"/>
              <a:gd name="connsiteX14-167" fmla="*/ 430619 w 784764"/>
              <a:gd name="connsiteY14-168" fmla="*/ 1331843 h 2449001"/>
              <a:gd name="connsiteX15-169" fmla="*/ 243762 w 784764"/>
              <a:gd name="connsiteY15-170" fmla="*/ 0 h 2449001"/>
              <a:gd name="connsiteX16-171" fmla="*/ 557838 w 784764"/>
              <a:gd name="connsiteY16-172" fmla="*/ 0 h 2449001"/>
              <a:gd name="connsiteX17-173" fmla="*/ 689036 w 784764"/>
              <a:gd name="connsiteY17-174" fmla="*/ 962108 h 2449001"/>
              <a:gd name="connsiteX18-175" fmla="*/ 724816 w 784764"/>
              <a:gd name="connsiteY18-176" fmla="*/ 1307990 h 2449001"/>
              <a:gd name="connsiteX19-177" fmla="*/ 414715 w 784764"/>
              <a:gd name="connsiteY19-178" fmla="*/ 1268233 h 2449001"/>
              <a:gd name="connsiteX20-179" fmla="*/ 104615 w 784764"/>
              <a:gd name="connsiteY20-180" fmla="*/ 1288111 h 2449001"/>
              <a:gd name="connsiteX21-181" fmla="*/ 124493 w 784764"/>
              <a:gd name="connsiteY21-182" fmla="*/ 1017766 h 2449001"/>
              <a:gd name="connsiteX22-183" fmla="*/ 243762 w 784764"/>
              <a:gd name="connsiteY22-184" fmla="*/ 0 h 2449001"/>
              <a:gd name="connsiteX0-185" fmla="*/ 430997 w 785142"/>
              <a:gd name="connsiteY0-186" fmla="*/ 1331843 h 2449001"/>
              <a:gd name="connsiteX1-187" fmla="*/ 542316 w 785142"/>
              <a:gd name="connsiteY1-188" fmla="*/ 1379551 h 2449001"/>
              <a:gd name="connsiteX2-189" fmla="*/ 763746 w 785142"/>
              <a:gd name="connsiteY2-190" fmla="*/ 1406369 h 2449001"/>
              <a:gd name="connsiteX3-191" fmla="*/ 625804 w 785142"/>
              <a:gd name="connsiteY3-192" fmla="*/ 1741335 h 2449001"/>
              <a:gd name="connsiteX4-193" fmla="*/ 609901 w 785142"/>
              <a:gd name="connsiteY4-194" fmla="*/ 2441050 h 2449001"/>
              <a:gd name="connsiteX5-195" fmla="*/ 319679 w 785142"/>
              <a:gd name="connsiteY5-196" fmla="*/ 2445025 h 2449001"/>
              <a:gd name="connsiteX6-197" fmla="*/ 212336 w 785142"/>
              <a:gd name="connsiteY6-198" fmla="*/ 1673750 h 2449001"/>
              <a:gd name="connsiteX7-199" fmla="*/ 208361 w 785142"/>
              <a:gd name="connsiteY7-200" fmla="*/ 2441050 h 2449001"/>
              <a:gd name="connsiteX8-201" fmla="*/ 136799 w 785142"/>
              <a:gd name="connsiteY8-202" fmla="*/ 2449001 h 2449001"/>
              <a:gd name="connsiteX9-203" fmla="*/ 5602 w 785142"/>
              <a:gd name="connsiteY9-204" fmla="*/ 1701579 h 2449001"/>
              <a:gd name="connsiteX10-205" fmla="*/ 37407 w 785142"/>
              <a:gd name="connsiteY10-206" fmla="*/ 1582309 h 2449001"/>
              <a:gd name="connsiteX11-207" fmla="*/ 101115 w 785142"/>
              <a:gd name="connsiteY11-208" fmla="*/ 1597201 h 2449001"/>
              <a:gd name="connsiteX12-209" fmla="*/ 89644 w 785142"/>
              <a:gd name="connsiteY12-210" fmla="*/ 1389262 h 2449001"/>
              <a:gd name="connsiteX13-211" fmla="*/ 339557 w 785142"/>
              <a:gd name="connsiteY13-212" fmla="*/ 1375575 h 2449001"/>
              <a:gd name="connsiteX14-213" fmla="*/ 430997 w 785142"/>
              <a:gd name="connsiteY14-214" fmla="*/ 1331843 h 2449001"/>
              <a:gd name="connsiteX15-215" fmla="*/ 244140 w 785142"/>
              <a:gd name="connsiteY15-216" fmla="*/ 0 h 2449001"/>
              <a:gd name="connsiteX16-217" fmla="*/ 558216 w 785142"/>
              <a:gd name="connsiteY16-218" fmla="*/ 0 h 2449001"/>
              <a:gd name="connsiteX17-219" fmla="*/ 689414 w 785142"/>
              <a:gd name="connsiteY17-220" fmla="*/ 962108 h 2449001"/>
              <a:gd name="connsiteX18-221" fmla="*/ 725194 w 785142"/>
              <a:gd name="connsiteY18-222" fmla="*/ 1307990 h 2449001"/>
              <a:gd name="connsiteX19-223" fmla="*/ 415093 w 785142"/>
              <a:gd name="connsiteY19-224" fmla="*/ 1268233 h 2449001"/>
              <a:gd name="connsiteX20-225" fmla="*/ 104993 w 785142"/>
              <a:gd name="connsiteY20-226" fmla="*/ 1288111 h 2449001"/>
              <a:gd name="connsiteX21-227" fmla="*/ 124871 w 785142"/>
              <a:gd name="connsiteY21-228" fmla="*/ 1017766 h 2449001"/>
              <a:gd name="connsiteX22-229" fmla="*/ 244140 w 785142"/>
              <a:gd name="connsiteY22-230" fmla="*/ 0 h 2449001"/>
              <a:gd name="connsiteX0-231" fmla="*/ 430997 w 785142"/>
              <a:gd name="connsiteY0-232" fmla="*/ 1331843 h 2449001"/>
              <a:gd name="connsiteX1-233" fmla="*/ 542316 w 785142"/>
              <a:gd name="connsiteY1-234" fmla="*/ 1379551 h 2449001"/>
              <a:gd name="connsiteX2-235" fmla="*/ 763746 w 785142"/>
              <a:gd name="connsiteY2-236" fmla="*/ 1406369 h 2449001"/>
              <a:gd name="connsiteX3-237" fmla="*/ 625804 w 785142"/>
              <a:gd name="connsiteY3-238" fmla="*/ 1741335 h 2449001"/>
              <a:gd name="connsiteX4-239" fmla="*/ 609901 w 785142"/>
              <a:gd name="connsiteY4-240" fmla="*/ 2441050 h 2449001"/>
              <a:gd name="connsiteX5-241" fmla="*/ 319679 w 785142"/>
              <a:gd name="connsiteY5-242" fmla="*/ 2445025 h 2449001"/>
              <a:gd name="connsiteX6-243" fmla="*/ 212336 w 785142"/>
              <a:gd name="connsiteY6-244" fmla="*/ 1673750 h 2449001"/>
              <a:gd name="connsiteX7-245" fmla="*/ 208361 w 785142"/>
              <a:gd name="connsiteY7-246" fmla="*/ 2441050 h 2449001"/>
              <a:gd name="connsiteX8-247" fmla="*/ 136799 w 785142"/>
              <a:gd name="connsiteY8-248" fmla="*/ 2449001 h 2449001"/>
              <a:gd name="connsiteX9-249" fmla="*/ 5602 w 785142"/>
              <a:gd name="connsiteY9-250" fmla="*/ 1701579 h 2449001"/>
              <a:gd name="connsiteX10-251" fmla="*/ 37407 w 785142"/>
              <a:gd name="connsiteY10-252" fmla="*/ 1582309 h 2449001"/>
              <a:gd name="connsiteX11-253" fmla="*/ 101115 w 785142"/>
              <a:gd name="connsiteY11-254" fmla="*/ 1597201 h 2449001"/>
              <a:gd name="connsiteX12-255" fmla="*/ 89644 w 785142"/>
              <a:gd name="connsiteY12-256" fmla="*/ 1389262 h 2449001"/>
              <a:gd name="connsiteX13-257" fmla="*/ 339557 w 785142"/>
              <a:gd name="connsiteY13-258" fmla="*/ 1375575 h 2449001"/>
              <a:gd name="connsiteX14-259" fmla="*/ 430997 w 785142"/>
              <a:gd name="connsiteY14-260" fmla="*/ 1331843 h 2449001"/>
              <a:gd name="connsiteX15-261" fmla="*/ 244140 w 785142"/>
              <a:gd name="connsiteY15-262" fmla="*/ 0 h 2449001"/>
              <a:gd name="connsiteX16-263" fmla="*/ 558216 w 785142"/>
              <a:gd name="connsiteY16-264" fmla="*/ 0 h 2449001"/>
              <a:gd name="connsiteX17-265" fmla="*/ 689414 w 785142"/>
              <a:gd name="connsiteY17-266" fmla="*/ 962108 h 2449001"/>
              <a:gd name="connsiteX18-267" fmla="*/ 725194 w 785142"/>
              <a:gd name="connsiteY18-268" fmla="*/ 1307990 h 2449001"/>
              <a:gd name="connsiteX19-269" fmla="*/ 415093 w 785142"/>
              <a:gd name="connsiteY19-270" fmla="*/ 1268233 h 2449001"/>
              <a:gd name="connsiteX20-271" fmla="*/ 104993 w 785142"/>
              <a:gd name="connsiteY20-272" fmla="*/ 1288111 h 2449001"/>
              <a:gd name="connsiteX21-273" fmla="*/ 124871 w 785142"/>
              <a:gd name="connsiteY21-274" fmla="*/ 1017766 h 2449001"/>
              <a:gd name="connsiteX22-275" fmla="*/ 244140 w 785142"/>
              <a:gd name="connsiteY22-276" fmla="*/ 0 h 2449001"/>
              <a:gd name="connsiteX0-277" fmla="*/ 425685 w 779830"/>
              <a:gd name="connsiteY0-278" fmla="*/ 1331843 h 2449001"/>
              <a:gd name="connsiteX1-279" fmla="*/ 537004 w 779830"/>
              <a:gd name="connsiteY1-280" fmla="*/ 1379551 h 2449001"/>
              <a:gd name="connsiteX2-281" fmla="*/ 758434 w 779830"/>
              <a:gd name="connsiteY2-282" fmla="*/ 1406369 h 2449001"/>
              <a:gd name="connsiteX3-283" fmla="*/ 620492 w 779830"/>
              <a:gd name="connsiteY3-284" fmla="*/ 1741335 h 2449001"/>
              <a:gd name="connsiteX4-285" fmla="*/ 604589 w 779830"/>
              <a:gd name="connsiteY4-286" fmla="*/ 2441050 h 2449001"/>
              <a:gd name="connsiteX5-287" fmla="*/ 314367 w 779830"/>
              <a:gd name="connsiteY5-288" fmla="*/ 2445025 h 2449001"/>
              <a:gd name="connsiteX6-289" fmla="*/ 207024 w 779830"/>
              <a:gd name="connsiteY6-290" fmla="*/ 1673750 h 2449001"/>
              <a:gd name="connsiteX7-291" fmla="*/ 203049 w 779830"/>
              <a:gd name="connsiteY7-292" fmla="*/ 2441050 h 2449001"/>
              <a:gd name="connsiteX8-293" fmla="*/ 131487 w 779830"/>
              <a:gd name="connsiteY8-294" fmla="*/ 2449001 h 2449001"/>
              <a:gd name="connsiteX9-295" fmla="*/ 290 w 779830"/>
              <a:gd name="connsiteY9-296" fmla="*/ 1701579 h 2449001"/>
              <a:gd name="connsiteX10-297" fmla="*/ 95803 w 779830"/>
              <a:gd name="connsiteY10-298" fmla="*/ 1597201 h 2449001"/>
              <a:gd name="connsiteX11-299" fmla="*/ 84332 w 779830"/>
              <a:gd name="connsiteY11-300" fmla="*/ 1389262 h 2449001"/>
              <a:gd name="connsiteX12-301" fmla="*/ 334245 w 779830"/>
              <a:gd name="connsiteY12-302" fmla="*/ 1375575 h 2449001"/>
              <a:gd name="connsiteX13-303" fmla="*/ 425685 w 779830"/>
              <a:gd name="connsiteY13-304" fmla="*/ 1331843 h 2449001"/>
              <a:gd name="connsiteX14-305" fmla="*/ 238828 w 779830"/>
              <a:gd name="connsiteY14-306" fmla="*/ 0 h 2449001"/>
              <a:gd name="connsiteX15-307" fmla="*/ 552904 w 779830"/>
              <a:gd name="connsiteY15-308" fmla="*/ 0 h 2449001"/>
              <a:gd name="connsiteX16-309" fmla="*/ 684102 w 779830"/>
              <a:gd name="connsiteY16-310" fmla="*/ 962108 h 2449001"/>
              <a:gd name="connsiteX17-311" fmla="*/ 719882 w 779830"/>
              <a:gd name="connsiteY17-312" fmla="*/ 1307990 h 2449001"/>
              <a:gd name="connsiteX18-313" fmla="*/ 409781 w 779830"/>
              <a:gd name="connsiteY18-314" fmla="*/ 1268233 h 2449001"/>
              <a:gd name="connsiteX19-315" fmla="*/ 99681 w 779830"/>
              <a:gd name="connsiteY19-316" fmla="*/ 1288111 h 2449001"/>
              <a:gd name="connsiteX20-317" fmla="*/ 119559 w 779830"/>
              <a:gd name="connsiteY20-318" fmla="*/ 1017766 h 2449001"/>
              <a:gd name="connsiteX21-319" fmla="*/ 238828 w 779830"/>
              <a:gd name="connsiteY21-320" fmla="*/ 0 h 2449001"/>
              <a:gd name="connsiteX0-321" fmla="*/ 425766 w 779911"/>
              <a:gd name="connsiteY0-322" fmla="*/ 1331843 h 2449001"/>
              <a:gd name="connsiteX1-323" fmla="*/ 537085 w 779911"/>
              <a:gd name="connsiteY1-324" fmla="*/ 1379551 h 2449001"/>
              <a:gd name="connsiteX2-325" fmla="*/ 758515 w 779911"/>
              <a:gd name="connsiteY2-326" fmla="*/ 1406369 h 2449001"/>
              <a:gd name="connsiteX3-327" fmla="*/ 620573 w 779911"/>
              <a:gd name="connsiteY3-328" fmla="*/ 1741335 h 2449001"/>
              <a:gd name="connsiteX4-329" fmla="*/ 604670 w 779911"/>
              <a:gd name="connsiteY4-330" fmla="*/ 2441050 h 2449001"/>
              <a:gd name="connsiteX5-331" fmla="*/ 314448 w 779911"/>
              <a:gd name="connsiteY5-332" fmla="*/ 2445025 h 2449001"/>
              <a:gd name="connsiteX6-333" fmla="*/ 207105 w 779911"/>
              <a:gd name="connsiteY6-334" fmla="*/ 1673750 h 2449001"/>
              <a:gd name="connsiteX7-335" fmla="*/ 203130 w 779911"/>
              <a:gd name="connsiteY7-336" fmla="*/ 2441050 h 2449001"/>
              <a:gd name="connsiteX8-337" fmla="*/ 131568 w 779911"/>
              <a:gd name="connsiteY8-338" fmla="*/ 2449001 h 2449001"/>
              <a:gd name="connsiteX9-339" fmla="*/ 371 w 779911"/>
              <a:gd name="connsiteY9-340" fmla="*/ 1701579 h 2449001"/>
              <a:gd name="connsiteX10-341" fmla="*/ 95884 w 779911"/>
              <a:gd name="connsiteY10-342" fmla="*/ 1597201 h 2449001"/>
              <a:gd name="connsiteX11-343" fmla="*/ 84413 w 779911"/>
              <a:gd name="connsiteY11-344" fmla="*/ 1389262 h 2449001"/>
              <a:gd name="connsiteX12-345" fmla="*/ 334326 w 779911"/>
              <a:gd name="connsiteY12-346" fmla="*/ 1375575 h 2449001"/>
              <a:gd name="connsiteX13-347" fmla="*/ 425766 w 779911"/>
              <a:gd name="connsiteY13-348" fmla="*/ 1331843 h 2449001"/>
              <a:gd name="connsiteX14-349" fmla="*/ 238909 w 779911"/>
              <a:gd name="connsiteY14-350" fmla="*/ 0 h 2449001"/>
              <a:gd name="connsiteX15-351" fmla="*/ 552985 w 779911"/>
              <a:gd name="connsiteY15-352" fmla="*/ 0 h 2449001"/>
              <a:gd name="connsiteX16-353" fmla="*/ 684183 w 779911"/>
              <a:gd name="connsiteY16-354" fmla="*/ 962108 h 2449001"/>
              <a:gd name="connsiteX17-355" fmla="*/ 719963 w 779911"/>
              <a:gd name="connsiteY17-356" fmla="*/ 1307990 h 2449001"/>
              <a:gd name="connsiteX18-357" fmla="*/ 409862 w 779911"/>
              <a:gd name="connsiteY18-358" fmla="*/ 1268233 h 2449001"/>
              <a:gd name="connsiteX19-359" fmla="*/ 99762 w 779911"/>
              <a:gd name="connsiteY19-360" fmla="*/ 1288111 h 2449001"/>
              <a:gd name="connsiteX20-361" fmla="*/ 119640 w 779911"/>
              <a:gd name="connsiteY20-362" fmla="*/ 1017766 h 2449001"/>
              <a:gd name="connsiteX21-363" fmla="*/ 238909 w 779911"/>
              <a:gd name="connsiteY21-364" fmla="*/ 0 h 2449001"/>
              <a:gd name="connsiteX0-365" fmla="*/ 425696 w 779841"/>
              <a:gd name="connsiteY0-366" fmla="*/ 1331843 h 2449001"/>
              <a:gd name="connsiteX1-367" fmla="*/ 537015 w 779841"/>
              <a:gd name="connsiteY1-368" fmla="*/ 1379551 h 2449001"/>
              <a:gd name="connsiteX2-369" fmla="*/ 758445 w 779841"/>
              <a:gd name="connsiteY2-370" fmla="*/ 1406369 h 2449001"/>
              <a:gd name="connsiteX3-371" fmla="*/ 620503 w 779841"/>
              <a:gd name="connsiteY3-372" fmla="*/ 1741335 h 2449001"/>
              <a:gd name="connsiteX4-373" fmla="*/ 604600 w 779841"/>
              <a:gd name="connsiteY4-374" fmla="*/ 2441050 h 2449001"/>
              <a:gd name="connsiteX5-375" fmla="*/ 314378 w 779841"/>
              <a:gd name="connsiteY5-376" fmla="*/ 2445025 h 2449001"/>
              <a:gd name="connsiteX6-377" fmla="*/ 207035 w 779841"/>
              <a:gd name="connsiteY6-378" fmla="*/ 1673750 h 2449001"/>
              <a:gd name="connsiteX7-379" fmla="*/ 203060 w 779841"/>
              <a:gd name="connsiteY7-380" fmla="*/ 2441050 h 2449001"/>
              <a:gd name="connsiteX8-381" fmla="*/ 131498 w 779841"/>
              <a:gd name="connsiteY8-382" fmla="*/ 2449001 h 2449001"/>
              <a:gd name="connsiteX9-383" fmla="*/ 301 w 779841"/>
              <a:gd name="connsiteY9-384" fmla="*/ 1701579 h 2449001"/>
              <a:gd name="connsiteX10-385" fmla="*/ 95814 w 779841"/>
              <a:gd name="connsiteY10-386" fmla="*/ 1597201 h 2449001"/>
              <a:gd name="connsiteX11-387" fmla="*/ 84343 w 779841"/>
              <a:gd name="connsiteY11-388" fmla="*/ 1389262 h 2449001"/>
              <a:gd name="connsiteX12-389" fmla="*/ 334256 w 779841"/>
              <a:gd name="connsiteY12-390" fmla="*/ 1375575 h 2449001"/>
              <a:gd name="connsiteX13-391" fmla="*/ 425696 w 779841"/>
              <a:gd name="connsiteY13-392" fmla="*/ 1331843 h 2449001"/>
              <a:gd name="connsiteX14-393" fmla="*/ 238839 w 779841"/>
              <a:gd name="connsiteY14-394" fmla="*/ 0 h 2449001"/>
              <a:gd name="connsiteX15-395" fmla="*/ 552915 w 779841"/>
              <a:gd name="connsiteY15-396" fmla="*/ 0 h 2449001"/>
              <a:gd name="connsiteX16-397" fmla="*/ 684113 w 779841"/>
              <a:gd name="connsiteY16-398" fmla="*/ 962108 h 2449001"/>
              <a:gd name="connsiteX17-399" fmla="*/ 719893 w 779841"/>
              <a:gd name="connsiteY17-400" fmla="*/ 1307990 h 2449001"/>
              <a:gd name="connsiteX18-401" fmla="*/ 409792 w 779841"/>
              <a:gd name="connsiteY18-402" fmla="*/ 1268233 h 2449001"/>
              <a:gd name="connsiteX19-403" fmla="*/ 99692 w 779841"/>
              <a:gd name="connsiteY19-404" fmla="*/ 1288111 h 2449001"/>
              <a:gd name="connsiteX20-405" fmla="*/ 119570 w 779841"/>
              <a:gd name="connsiteY20-406" fmla="*/ 1017766 h 2449001"/>
              <a:gd name="connsiteX21-407" fmla="*/ 238839 w 779841"/>
              <a:gd name="connsiteY21-408" fmla="*/ 0 h 2449001"/>
              <a:gd name="connsiteX0-409" fmla="*/ 425696 w 794874"/>
              <a:gd name="connsiteY0-410" fmla="*/ 1331843 h 2449001"/>
              <a:gd name="connsiteX1-411" fmla="*/ 537015 w 794874"/>
              <a:gd name="connsiteY1-412" fmla="*/ 1379551 h 2449001"/>
              <a:gd name="connsiteX2-413" fmla="*/ 758445 w 794874"/>
              <a:gd name="connsiteY2-414" fmla="*/ 1406369 h 2449001"/>
              <a:gd name="connsiteX3-415" fmla="*/ 620503 w 794874"/>
              <a:gd name="connsiteY3-416" fmla="*/ 1741335 h 2449001"/>
              <a:gd name="connsiteX4-417" fmla="*/ 604600 w 794874"/>
              <a:gd name="connsiteY4-418" fmla="*/ 2441050 h 2449001"/>
              <a:gd name="connsiteX5-419" fmla="*/ 314378 w 794874"/>
              <a:gd name="connsiteY5-420" fmla="*/ 2445025 h 2449001"/>
              <a:gd name="connsiteX6-421" fmla="*/ 207035 w 794874"/>
              <a:gd name="connsiteY6-422" fmla="*/ 1673750 h 2449001"/>
              <a:gd name="connsiteX7-423" fmla="*/ 203060 w 794874"/>
              <a:gd name="connsiteY7-424" fmla="*/ 2441050 h 2449001"/>
              <a:gd name="connsiteX8-425" fmla="*/ 131498 w 794874"/>
              <a:gd name="connsiteY8-426" fmla="*/ 2449001 h 2449001"/>
              <a:gd name="connsiteX9-427" fmla="*/ 301 w 794874"/>
              <a:gd name="connsiteY9-428" fmla="*/ 1701579 h 2449001"/>
              <a:gd name="connsiteX10-429" fmla="*/ 95814 w 794874"/>
              <a:gd name="connsiteY10-430" fmla="*/ 1597201 h 2449001"/>
              <a:gd name="connsiteX11-431" fmla="*/ 84343 w 794874"/>
              <a:gd name="connsiteY11-432" fmla="*/ 1389262 h 2449001"/>
              <a:gd name="connsiteX12-433" fmla="*/ 334256 w 794874"/>
              <a:gd name="connsiteY12-434" fmla="*/ 1375575 h 2449001"/>
              <a:gd name="connsiteX13-435" fmla="*/ 425696 w 794874"/>
              <a:gd name="connsiteY13-436" fmla="*/ 1331843 h 2449001"/>
              <a:gd name="connsiteX14-437" fmla="*/ 238839 w 794874"/>
              <a:gd name="connsiteY14-438" fmla="*/ 0 h 2449001"/>
              <a:gd name="connsiteX15-439" fmla="*/ 552915 w 794874"/>
              <a:gd name="connsiteY15-440" fmla="*/ 0 h 2449001"/>
              <a:gd name="connsiteX16-441" fmla="*/ 684113 w 794874"/>
              <a:gd name="connsiteY16-442" fmla="*/ 962108 h 2449001"/>
              <a:gd name="connsiteX17-443" fmla="*/ 719893 w 794874"/>
              <a:gd name="connsiteY17-444" fmla="*/ 1307990 h 2449001"/>
              <a:gd name="connsiteX18-445" fmla="*/ 409792 w 794874"/>
              <a:gd name="connsiteY18-446" fmla="*/ 1268233 h 2449001"/>
              <a:gd name="connsiteX19-447" fmla="*/ 99692 w 794874"/>
              <a:gd name="connsiteY19-448" fmla="*/ 1288111 h 2449001"/>
              <a:gd name="connsiteX20-449" fmla="*/ 119570 w 794874"/>
              <a:gd name="connsiteY20-450" fmla="*/ 1017766 h 2449001"/>
              <a:gd name="connsiteX21-451" fmla="*/ 238839 w 794874"/>
              <a:gd name="connsiteY21-452" fmla="*/ 0 h 2449001"/>
              <a:gd name="connsiteX0-453" fmla="*/ 425696 w 794874"/>
              <a:gd name="connsiteY0-454" fmla="*/ 1331843 h 2449001"/>
              <a:gd name="connsiteX1-455" fmla="*/ 537015 w 794874"/>
              <a:gd name="connsiteY1-456" fmla="*/ 1379551 h 2449001"/>
              <a:gd name="connsiteX2-457" fmla="*/ 758445 w 794874"/>
              <a:gd name="connsiteY2-458" fmla="*/ 1406369 h 2449001"/>
              <a:gd name="connsiteX3-459" fmla="*/ 620503 w 794874"/>
              <a:gd name="connsiteY3-460" fmla="*/ 1741335 h 2449001"/>
              <a:gd name="connsiteX4-461" fmla="*/ 604600 w 794874"/>
              <a:gd name="connsiteY4-462" fmla="*/ 2441050 h 2449001"/>
              <a:gd name="connsiteX5-463" fmla="*/ 314378 w 794874"/>
              <a:gd name="connsiteY5-464" fmla="*/ 2445025 h 2449001"/>
              <a:gd name="connsiteX6-465" fmla="*/ 207035 w 794874"/>
              <a:gd name="connsiteY6-466" fmla="*/ 1673750 h 2449001"/>
              <a:gd name="connsiteX7-467" fmla="*/ 203060 w 794874"/>
              <a:gd name="connsiteY7-468" fmla="*/ 2441050 h 2449001"/>
              <a:gd name="connsiteX8-469" fmla="*/ 131498 w 794874"/>
              <a:gd name="connsiteY8-470" fmla="*/ 2449001 h 2449001"/>
              <a:gd name="connsiteX9-471" fmla="*/ 301 w 794874"/>
              <a:gd name="connsiteY9-472" fmla="*/ 1701579 h 2449001"/>
              <a:gd name="connsiteX10-473" fmla="*/ 95814 w 794874"/>
              <a:gd name="connsiteY10-474" fmla="*/ 1597201 h 2449001"/>
              <a:gd name="connsiteX11-475" fmla="*/ 84343 w 794874"/>
              <a:gd name="connsiteY11-476" fmla="*/ 1389262 h 2449001"/>
              <a:gd name="connsiteX12-477" fmla="*/ 334256 w 794874"/>
              <a:gd name="connsiteY12-478" fmla="*/ 1375575 h 2449001"/>
              <a:gd name="connsiteX13-479" fmla="*/ 425696 w 794874"/>
              <a:gd name="connsiteY13-480" fmla="*/ 1331843 h 2449001"/>
              <a:gd name="connsiteX14-481" fmla="*/ 238839 w 794874"/>
              <a:gd name="connsiteY14-482" fmla="*/ 0 h 2449001"/>
              <a:gd name="connsiteX15-483" fmla="*/ 552915 w 794874"/>
              <a:gd name="connsiteY15-484" fmla="*/ 0 h 2449001"/>
              <a:gd name="connsiteX16-485" fmla="*/ 684113 w 794874"/>
              <a:gd name="connsiteY16-486" fmla="*/ 962108 h 2449001"/>
              <a:gd name="connsiteX17-487" fmla="*/ 719893 w 794874"/>
              <a:gd name="connsiteY17-488" fmla="*/ 1307990 h 2449001"/>
              <a:gd name="connsiteX18-489" fmla="*/ 409792 w 794874"/>
              <a:gd name="connsiteY18-490" fmla="*/ 1268233 h 2449001"/>
              <a:gd name="connsiteX19-491" fmla="*/ 99692 w 794874"/>
              <a:gd name="connsiteY19-492" fmla="*/ 1288111 h 2449001"/>
              <a:gd name="connsiteX20-493" fmla="*/ 133257 w 794874"/>
              <a:gd name="connsiteY20-494" fmla="*/ 945913 h 2449001"/>
              <a:gd name="connsiteX21-495" fmla="*/ 238839 w 794874"/>
              <a:gd name="connsiteY21-496" fmla="*/ 0 h 2449001"/>
              <a:gd name="connsiteX0-497" fmla="*/ 425696 w 794874"/>
              <a:gd name="connsiteY0-498" fmla="*/ 1331843 h 2449001"/>
              <a:gd name="connsiteX1-499" fmla="*/ 537015 w 794874"/>
              <a:gd name="connsiteY1-500" fmla="*/ 1379551 h 2449001"/>
              <a:gd name="connsiteX2-501" fmla="*/ 758445 w 794874"/>
              <a:gd name="connsiteY2-502" fmla="*/ 1406369 h 2449001"/>
              <a:gd name="connsiteX3-503" fmla="*/ 620503 w 794874"/>
              <a:gd name="connsiteY3-504" fmla="*/ 1741335 h 2449001"/>
              <a:gd name="connsiteX4-505" fmla="*/ 604600 w 794874"/>
              <a:gd name="connsiteY4-506" fmla="*/ 2441050 h 2449001"/>
              <a:gd name="connsiteX5-507" fmla="*/ 314378 w 794874"/>
              <a:gd name="connsiteY5-508" fmla="*/ 2445025 h 2449001"/>
              <a:gd name="connsiteX6-509" fmla="*/ 207035 w 794874"/>
              <a:gd name="connsiteY6-510" fmla="*/ 1673750 h 2449001"/>
              <a:gd name="connsiteX7-511" fmla="*/ 203060 w 794874"/>
              <a:gd name="connsiteY7-512" fmla="*/ 2441050 h 2449001"/>
              <a:gd name="connsiteX8-513" fmla="*/ 131498 w 794874"/>
              <a:gd name="connsiteY8-514" fmla="*/ 2449001 h 2449001"/>
              <a:gd name="connsiteX9-515" fmla="*/ 301 w 794874"/>
              <a:gd name="connsiteY9-516" fmla="*/ 1701579 h 2449001"/>
              <a:gd name="connsiteX10-517" fmla="*/ 95814 w 794874"/>
              <a:gd name="connsiteY10-518" fmla="*/ 1597201 h 2449001"/>
              <a:gd name="connsiteX11-519" fmla="*/ 84343 w 794874"/>
              <a:gd name="connsiteY11-520" fmla="*/ 1389262 h 2449001"/>
              <a:gd name="connsiteX12-521" fmla="*/ 334256 w 794874"/>
              <a:gd name="connsiteY12-522" fmla="*/ 1375575 h 2449001"/>
              <a:gd name="connsiteX13-523" fmla="*/ 425696 w 794874"/>
              <a:gd name="connsiteY13-524" fmla="*/ 1331843 h 2449001"/>
              <a:gd name="connsiteX14-525" fmla="*/ 238839 w 794874"/>
              <a:gd name="connsiteY14-526" fmla="*/ 0 h 2449001"/>
              <a:gd name="connsiteX15-527" fmla="*/ 552915 w 794874"/>
              <a:gd name="connsiteY15-528" fmla="*/ 0 h 2449001"/>
              <a:gd name="connsiteX16-529" fmla="*/ 684113 w 794874"/>
              <a:gd name="connsiteY16-530" fmla="*/ 962108 h 2449001"/>
              <a:gd name="connsiteX17-531" fmla="*/ 719893 w 794874"/>
              <a:gd name="connsiteY17-532" fmla="*/ 1307990 h 2449001"/>
              <a:gd name="connsiteX18-533" fmla="*/ 409792 w 794874"/>
              <a:gd name="connsiteY18-534" fmla="*/ 1268233 h 2449001"/>
              <a:gd name="connsiteX19-535" fmla="*/ 99692 w 794874"/>
              <a:gd name="connsiteY19-536" fmla="*/ 1288111 h 2449001"/>
              <a:gd name="connsiteX20-537" fmla="*/ 133257 w 794874"/>
              <a:gd name="connsiteY20-538" fmla="*/ 945913 h 2449001"/>
              <a:gd name="connsiteX21-539" fmla="*/ 238839 w 794874"/>
              <a:gd name="connsiteY21-540" fmla="*/ 0 h 2449001"/>
              <a:gd name="connsiteX0-541" fmla="*/ 425696 w 794874"/>
              <a:gd name="connsiteY0-542" fmla="*/ 1331843 h 2449001"/>
              <a:gd name="connsiteX1-543" fmla="*/ 537015 w 794874"/>
              <a:gd name="connsiteY1-544" fmla="*/ 1379551 h 2449001"/>
              <a:gd name="connsiteX2-545" fmla="*/ 758445 w 794874"/>
              <a:gd name="connsiteY2-546" fmla="*/ 1406369 h 2449001"/>
              <a:gd name="connsiteX3-547" fmla="*/ 620503 w 794874"/>
              <a:gd name="connsiteY3-548" fmla="*/ 1741335 h 2449001"/>
              <a:gd name="connsiteX4-549" fmla="*/ 604600 w 794874"/>
              <a:gd name="connsiteY4-550" fmla="*/ 2441050 h 2449001"/>
              <a:gd name="connsiteX5-551" fmla="*/ 314378 w 794874"/>
              <a:gd name="connsiteY5-552" fmla="*/ 2445025 h 2449001"/>
              <a:gd name="connsiteX6-553" fmla="*/ 207035 w 794874"/>
              <a:gd name="connsiteY6-554" fmla="*/ 1673750 h 2449001"/>
              <a:gd name="connsiteX7-555" fmla="*/ 203060 w 794874"/>
              <a:gd name="connsiteY7-556" fmla="*/ 2441050 h 2449001"/>
              <a:gd name="connsiteX8-557" fmla="*/ 131498 w 794874"/>
              <a:gd name="connsiteY8-558" fmla="*/ 2449001 h 2449001"/>
              <a:gd name="connsiteX9-559" fmla="*/ 301 w 794874"/>
              <a:gd name="connsiteY9-560" fmla="*/ 1701579 h 2449001"/>
              <a:gd name="connsiteX10-561" fmla="*/ 95814 w 794874"/>
              <a:gd name="connsiteY10-562" fmla="*/ 1597201 h 2449001"/>
              <a:gd name="connsiteX11-563" fmla="*/ 84343 w 794874"/>
              <a:gd name="connsiteY11-564" fmla="*/ 1389262 h 2449001"/>
              <a:gd name="connsiteX12-565" fmla="*/ 334256 w 794874"/>
              <a:gd name="connsiteY12-566" fmla="*/ 1375575 h 2449001"/>
              <a:gd name="connsiteX13-567" fmla="*/ 425696 w 794874"/>
              <a:gd name="connsiteY13-568" fmla="*/ 1331843 h 2449001"/>
              <a:gd name="connsiteX14-569" fmla="*/ 218310 w 794874"/>
              <a:gd name="connsiteY14-570" fmla="*/ 0 h 2449001"/>
              <a:gd name="connsiteX15-571" fmla="*/ 552915 w 794874"/>
              <a:gd name="connsiteY15-572" fmla="*/ 0 h 2449001"/>
              <a:gd name="connsiteX16-573" fmla="*/ 684113 w 794874"/>
              <a:gd name="connsiteY16-574" fmla="*/ 962108 h 2449001"/>
              <a:gd name="connsiteX17-575" fmla="*/ 719893 w 794874"/>
              <a:gd name="connsiteY17-576" fmla="*/ 1307990 h 2449001"/>
              <a:gd name="connsiteX18-577" fmla="*/ 409792 w 794874"/>
              <a:gd name="connsiteY18-578" fmla="*/ 1268233 h 2449001"/>
              <a:gd name="connsiteX19-579" fmla="*/ 99692 w 794874"/>
              <a:gd name="connsiteY19-580" fmla="*/ 1288111 h 2449001"/>
              <a:gd name="connsiteX20-581" fmla="*/ 133257 w 794874"/>
              <a:gd name="connsiteY20-582" fmla="*/ 945913 h 2449001"/>
              <a:gd name="connsiteX21-583" fmla="*/ 218310 w 794874"/>
              <a:gd name="connsiteY21-584" fmla="*/ 0 h 2449001"/>
              <a:gd name="connsiteX0-585" fmla="*/ 425696 w 794874"/>
              <a:gd name="connsiteY0-586" fmla="*/ 1331843 h 2449001"/>
              <a:gd name="connsiteX1-587" fmla="*/ 537015 w 794874"/>
              <a:gd name="connsiteY1-588" fmla="*/ 1379551 h 2449001"/>
              <a:gd name="connsiteX2-589" fmla="*/ 758445 w 794874"/>
              <a:gd name="connsiteY2-590" fmla="*/ 1406369 h 2449001"/>
              <a:gd name="connsiteX3-591" fmla="*/ 620503 w 794874"/>
              <a:gd name="connsiteY3-592" fmla="*/ 1741335 h 2449001"/>
              <a:gd name="connsiteX4-593" fmla="*/ 604600 w 794874"/>
              <a:gd name="connsiteY4-594" fmla="*/ 2441050 h 2449001"/>
              <a:gd name="connsiteX5-595" fmla="*/ 314378 w 794874"/>
              <a:gd name="connsiteY5-596" fmla="*/ 2445025 h 2449001"/>
              <a:gd name="connsiteX6-597" fmla="*/ 207035 w 794874"/>
              <a:gd name="connsiteY6-598" fmla="*/ 1673750 h 2449001"/>
              <a:gd name="connsiteX7-599" fmla="*/ 203060 w 794874"/>
              <a:gd name="connsiteY7-600" fmla="*/ 2441050 h 2449001"/>
              <a:gd name="connsiteX8-601" fmla="*/ 131498 w 794874"/>
              <a:gd name="connsiteY8-602" fmla="*/ 2449001 h 2449001"/>
              <a:gd name="connsiteX9-603" fmla="*/ 301 w 794874"/>
              <a:gd name="connsiteY9-604" fmla="*/ 1701579 h 2449001"/>
              <a:gd name="connsiteX10-605" fmla="*/ 95814 w 794874"/>
              <a:gd name="connsiteY10-606" fmla="*/ 1597201 h 2449001"/>
              <a:gd name="connsiteX11-607" fmla="*/ 84343 w 794874"/>
              <a:gd name="connsiteY11-608" fmla="*/ 1389262 h 2449001"/>
              <a:gd name="connsiteX12-609" fmla="*/ 334256 w 794874"/>
              <a:gd name="connsiteY12-610" fmla="*/ 1375575 h 2449001"/>
              <a:gd name="connsiteX13-611" fmla="*/ 425696 w 794874"/>
              <a:gd name="connsiteY13-612" fmla="*/ 1331843 h 2449001"/>
              <a:gd name="connsiteX14-613" fmla="*/ 218310 w 794874"/>
              <a:gd name="connsiteY14-614" fmla="*/ 0 h 2449001"/>
              <a:gd name="connsiteX15-615" fmla="*/ 570023 w 794874"/>
              <a:gd name="connsiteY15-616" fmla="*/ 3422 h 2449001"/>
              <a:gd name="connsiteX16-617" fmla="*/ 684113 w 794874"/>
              <a:gd name="connsiteY16-618" fmla="*/ 962108 h 2449001"/>
              <a:gd name="connsiteX17-619" fmla="*/ 719893 w 794874"/>
              <a:gd name="connsiteY17-620" fmla="*/ 1307990 h 2449001"/>
              <a:gd name="connsiteX18-621" fmla="*/ 409792 w 794874"/>
              <a:gd name="connsiteY18-622" fmla="*/ 1268233 h 2449001"/>
              <a:gd name="connsiteX19-623" fmla="*/ 99692 w 794874"/>
              <a:gd name="connsiteY19-624" fmla="*/ 1288111 h 2449001"/>
              <a:gd name="connsiteX20-625" fmla="*/ 133257 w 794874"/>
              <a:gd name="connsiteY20-626" fmla="*/ 945913 h 2449001"/>
              <a:gd name="connsiteX21-627" fmla="*/ 218310 w 794874"/>
              <a:gd name="connsiteY21-628" fmla="*/ 0 h 2449001"/>
              <a:gd name="connsiteX0-629" fmla="*/ 425696 w 794874"/>
              <a:gd name="connsiteY0-630" fmla="*/ 1331843 h 2449001"/>
              <a:gd name="connsiteX1-631" fmla="*/ 537015 w 794874"/>
              <a:gd name="connsiteY1-632" fmla="*/ 1379551 h 2449001"/>
              <a:gd name="connsiteX2-633" fmla="*/ 758445 w 794874"/>
              <a:gd name="connsiteY2-634" fmla="*/ 1406369 h 2449001"/>
              <a:gd name="connsiteX3-635" fmla="*/ 620503 w 794874"/>
              <a:gd name="connsiteY3-636" fmla="*/ 1741335 h 2449001"/>
              <a:gd name="connsiteX4-637" fmla="*/ 604600 w 794874"/>
              <a:gd name="connsiteY4-638" fmla="*/ 2441050 h 2449001"/>
              <a:gd name="connsiteX5-639" fmla="*/ 314378 w 794874"/>
              <a:gd name="connsiteY5-640" fmla="*/ 2445025 h 2449001"/>
              <a:gd name="connsiteX6-641" fmla="*/ 207035 w 794874"/>
              <a:gd name="connsiteY6-642" fmla="*/ 1673750 h 2449001"/>
              <a:gd name="connsiteX7-643" fmla="*/ 203060 w 794874"/>
              <a:gd name="connsiteY7-644" fmla="*/ 2441050 h 2449001"/>
              <a:gd name="connsiteX8-645" fmla="*/ 131498 w 794874"/>
              <a:gd name="connsiteY8-646" fmla="*/ 2449001 h 2449001"/>
              <a:gd name="connsiteX9-647" fmla="*/ 301 w 794874"/>
              <a:gd name="connsiteY9-648" fmla="*/ 1701579 h 2449001"/>
              <a:gd name="connsiteX10-649" fmla="*/ 95814 w 794874"/>
              <a:gd name="connsiteY10-650" fmla="*/ 1597201 h 2449001"/>
              <a:gd name="connsiteX11-651" fmla="*/ 84343 w 794874"/>
              <a:gd name="connsiteY11-652" fmla="*/ 1389262 h 2449001"/>
              <a:gd name="connsiteX12-653" fmla="*/ 334256 w 794874"/>
              <a:gd name="connsiteY12-654" fmla="*/ 1375575 h 2449001"/>
              <a:gd name="connsiteX13-655" fmla="*/ 425696 w 794874"/>
              <a:gd name="connsiteY13-656" fmla="*/ 1331843 h 2449001"/>
              <a:gd name="connsiteX14-657" fmla="*/ 218310 w 794874"/>
              <a:gd name="connsiteY14-658" fmla="*/ 0 h 2449001"/>
              <a:gd name="connsiteX15-659" fmla="*/ 570023 w 794874"/>
              <a:gd name="connsiteY15-660" fmla="*/ 3422 h 2449001"/>
              <a:gd name="connsiteX16-661" fmla="*/ 684113 w 794874"/>
              <a:gd name="connsiteY16-662" fmla="*/ 962108 h 2449001"/>
              <a:gd name="connsiteX17-663" fmla="*/ 719893 w 794874"/>
              <a:gd name="connsiteY17-664" fmla="*/ 1307990 h 2449001"/>
              <a:gd name="connsiteX18-665" fmla="*/ 409792 w 794874"/>
              <a:gd name="connsiteY18-666" fmla="*/ 1268233 h 2449001"/>
              <a:gd name="connsiteX19-667" fmla="*/ 99692 w 794874"/>
              <a:gd name="connsiteY19-668" fmla="*/ 1288111 h 2449001"/>
              <a:gd name="connsiteX20-669" fmla="*/ 133257 w 794874"/>
              <a:gd name="connsiteY20-670" fmla="*/ 945913 h 2449001"/>
              <a:gd name="connsiteX21-671" fmla="*/ 218310 w 794874"/>
              <a:gd name="connsiteY21-672" fmla="*/ 0 h 2449001"/>
              <a:gd name="connsiteX0-673" fmla="*/ 425696 w 794874"/>
              <a:gd name="connsiteY0-674" fmla="*/ 1331843 h 2449001"/>
              <a:gd name="connsiteX1-675" fmla="*/ 537015 w 794874"/>
              <a:gd name="connsiteY1-676" fmla="*/ 1379551 h 2449001"/>
              <a:gd name="connsiteX2-677" fmla="*/ 758445 w 794874"/>
              <a:gd name="connsiteY2-678" fmla="*/ 1406369 h 2449001"/>
              <a:gd name="connsiteX3-679" fmla="*/ 620503 w 794874"/>
              <a:gd name="connsiteY3-680" fmla="*/ 1741335 h 2449001"/>
              <a:gd name="connsiteX4-681" fmla="*/ 604600 w 794874"/>
              <a:gd name="connsiteY4-682" fmla="*/ 2441050 h 2449001"/>
              <a:gd name="connsiteX5-683" fmla="*/ 314378 w 794874"/>
              <a:gd name="connsiteY5-684" fmla="*/ 2445025 h 2449001"/>
              <a:gd name="connsiteX6-685" fmla="*/ 207035 w 794874"/>
              <a:gd name="connsiteY6-686" fmla="*/ 1673750 h 2449001"/>
              <a:gd name="connsiteX7-687" fmla="*/ 203060 w 794874"/>
              <a:gd name="connsiteY7-688" fmla="*/ 2441050 h 2449001"/>
              <a:gd name="connsiteX8-689" fmla="*/ 131498 w 794874"/>
              <a:gd name="connsiteY8-690" fmla="*/ 2449001 h 2449001"/>
              <a:gd name="connsiteX9-691" fmla="*/ 301 w 794874"/>
              <a:gd name="connsiteY9-692" fmla="*/ 1701579 h 2449001"/>
              <a:gd name="connsiteX10-693" fmla="*/ 95814 w 794874"/>
              <a:gd name="connsiteY10-694" fmla="*/ 1597201 h 2449001"/>
              <a:gd name="connsiteX11-695" fmla="*/ 84343 w 794874"/>
              <a:gd name="connsiteY11-696" fmla="*/ 1389262 h 2449001"/>
              <a:gd name="connsiteX12-697" fmla="*/ 334256 w 794874"/>
              <a:gd name="connsiteY12-698" fmla="*/ 1375575 h 2449001"/>
              <a:gd name="connsiteX13-699" fmla="*/ 425696 w 794874"/>
              <a:gd name="connsiteY13-700" fmla="*/ 1331843 h 2449001"/>
              <a:gd name="connsiteX14-701" fmla="*/ 218310 w 794874"/>
              <a:gd name="connsiteY14-702" fmla="*/ 0 h 2449001"/>
              <a:gd name="connsiteX15-703" fmla="*/ 570023 w 794874"/>
              <a:gd name="connsiteY15-704" fmla="*/ 3422 h 2449001"/>
              <a:gd name="connsiteX16-705" fmla="*/ 684113 w 794874"/>
              <a:gd name="connsiteY16-706" fmla="*/ 962108 h 2449001"/>
              <a:gd name="connsiteX17-707" fmla="*/ 719893 w 794874"/>
              <a:gd name="connsiteY17-708" fmla="*/ 1307990 h 2449001"/>
              <a:gd name="connsiteX18-709" fmla="*/ 409792 w 794874"/>
              <a:gd name="connsiteY18-710" fmla="*/ 1268233 h 2449001"/>
              <a:gd name="connsiteX19-711" fmla="*/ 99692 w 794874"/>
              <a:gd name="connsiteY19-712" fmla="*/ 1288111 h 2449001"/>
              <a:gd name="connsiteX20-713" fmla="*/ 133257 w 794874"/>
              <a:gd name="connsiteY20-714" fmla="*/ 945913 h 2449001"/>
              <a:gd name="connsiteX21-715" fmla="*/ 218310 w 794874"/>
              <a:gd name="connsiteY21-716" fmla="*/ 0 h 2449001"/>
              <a:gd name="connsiteX0-717" fmla="*/ 425696 w 791314"/>
              <a:gd name="connsiteY0-718" fmla="*/ 1331843 h 2449001"/>
              <a:gd name="connsiteX1-719" fmla="*/ 537015 w 791314"/>
              <a:gd name="connsiteY1-720" fmla="*/ 1379551 h 2449001"/>
              <a:gd name="connsiteX2-721" fmla="*/ 758445 w 791314"/>
              <a:gd name="connsiteY2-722" fmla="*/ 1406369 h 2449001"/>
              <a:gd name="connsiteX3-723" fmla="*/ 620503 w 791314"/>
              <a:gd name="connsiteY3-724" fmla="*/ 1741335 h 2449001"/>
              <a:gd name="connsiteX4-725" fmla="*/ 604600 w 791314"/>
              <a:gd name="connsiteY4-726" fmla="*/ 2441050 h 2449001"/>
              <a:gd name="connsiteX5-727" fmla="*/ 314378 w 791314"/>
              <a:gd name="connsiteY5-728" fmla="*/ 2445025 h 2449001"/>
              <a:gd name="connsiteX6-729" fmla="*/ 207035 w 791314"/>
              <a:gd name="connsiteY6-730" fmla="*/ 1673750 h 2449001"/>
              <a:gd name="connsiteX7-731" fmla="*/ 203060 w 791314"/>
              <a:gd name="connsiteY7-732" fmla="*/ 2441050 h 2449001"/>
              <a:gd name="connsiteX8-733" fmla="*/ 131498 w 791314"/>
              <a:gd name="connsiteY8-734" fmla="*/ 2449001 h 2449001"/>
              <a:gd name="connsiteX9-735" fmla="*/ 301 w 791314"/>
              <a:gd name="connsiteY9-736" fmla="*/ 1701579 h 2449001"/>
              <a:gd name="connsiteX10-737" fmla="*/ 95814 w 791314"/>
              <a:gd name="connsiteY10-738" fmla="*/ 1597201 h 2449001"/>
              <a:gd name="connsiteX11-739" fmla="*/ 84343 w 791314"/>
              <a:gd name="connsiteY11-740" fmla="*/ 1389262 h 2449001"/>
              <a:gd name="connsiteX12-741" fmla="*/ 334256 w 791314"/>
              <a:gd name="connsiteY12-742" fmla="*/ 1375575 h 2449001"/>
              <a:gd name="connsiteX13-743" fmla="*/ 425696 w 791314"/>
              <a:gd name="connsiteY13-744" fmla="*/ 1331843 h 2449001"/>
              <a:gd name="connsiteX14-745" fmla="*/ 218310 w 791314"/>
              <a:gd name="connsiteY14-746" fmla="*/ 0 h 2449001"/>
              <a:gd name="connsiteX15-747" fmla="*/ 570023 w 791314"/>
              <a:gd name="connsiteY15-748" fmla="*/ 3422 h 2449001"/>
              <a:gd name="connsiteX16-749" fmla="*/ 677271 w 791314"/>
              <a:gd name="connsiteY16-750" fmla="*/ 938156 h 2449001"/>
              <a:gd name="connsiteX17-751" fmla="*/ 719893 w 791314"/>
              <a:gd name="connsiteY17-752" fmla="*/ 1307990 h 2449001"/>
              <a:gd name="connsiteX18-753" fmla="*/ 409792 w 791314"/>
              <a:gd name="connsiteY18-754" fmla="*/ 1268233 h 2449001"/>
              <a:gd name="connsiteX19-755" fmla="*/ 99692 w 791314"/>
              <a:gd name="connsiteY19-756" fmla="*/ 1288111 h 2449001"/>
              <a:gd name="connsiteX20-757" fmla="*/ 133257 w 791314"/>
              <a:gd name="connsiteY20-758" fmla="*/ 945913 h 2449001"/>
              <a:gd name="connsiteX21-759" fmla="*/ 218310 w 791314"/>
              <a:gd name="connsiteY21-760" fmla="*/ 0 h 2449001"/>
              <a:gd name="connsiteX0-761" fmla="*/ 425696 w 791740"/>
              <a:gd name="connsiteY0-762" fmla="*/ 1331843 h 2449001"/>
              <a:gd name="connsiteX1-763" fmla="*/ 537015 w 791740"/>
              <a:gd name="connsiteY1-764" fmla="*/ 1379551 h 2449001"/>
              <a:gd name="connsiteX2-765" fmla="*/ 775553 w 791740"/>
              <a:gd name="connsiteY2-766" fmla="*/ 1406369 h 2449001"/>
              <a:gd name="connsiteX3-767" fmla="*/ 620503 w 791740"/>
              <a:gd name="connsiteY3-768" fmla="*/ 1741335 h 2449001"/>
              <a:gd name="connsiteX4-769" fmla="*/ 604600 w 791740"/>
              <a:gd name="connsiteY4-770" fmla="*/ 2441050 h 2449001"/>
              <a:gd name="connsiteX5-771" fmla="*/ 314378 w 791740"/>
              <a:gd name="connsiteY5-772" fmla="*/ 2445025 h 2449001"/>
              <a:gd name="connsiteX6-773" fmla="*/ 207035 w 791740"/>
              <a:gd name="connsiteY6-774" fmla="*/ 1673750 h 2449001"/>
              <a:gd name="connsiteX7-775" fmla="*/ 203060 w 791740"/>
              <a:gd name="connsiteY7-776" fmla="*/ 2441050 h 2449001"/>
              <a:gd name="connsiteX8-777" fmla="*/ 131498 w 791740"/>
              <a:gd name="connsiteY8-778" fmla="*/ 2449001 h 2449001"/>
              <a:gd name="connsiteX9-779" fmla="*/ 301 w 791740"/>
              <a:gd name="connsiteY9-780" fmla="*/ 1701579 h 2449001"/>
              <a:gd name="connsiteX10-781" fmla="*/ 95814 w 791740"/>
              <a:gd name="connsiteY10-782" fmla="*/ 1597201 h 2449001"/>
              <a:gd name="connsiteX11-783" fmla="*/ 84343 w 791740"/>
              <a:gd name="connsiteY11-784" fmla="*/ 1389262 h 2449001"/>
              <a:gd name="connsiteX12-785" fmla="*/ 334256 w 791740"/>
              <a:gd name="connsiteY12-786" fmla="*/ 1375575 h 2449001"/>
              <a:gd name="connsiteX13-787" fmla="*/ 425696 w 791740"/>
              <a:gd name="connsiteY13-788" fmla="*/ 1331843 h 2449001"/>
              <a:gd name="connsiteX14-789" fmla="*/ 218310 w 791740"/>
              <a:gd name="connsiteY14-790" fmla="*/ 0 h 2449001"/>
              <a:gd name="connsiteX15-791" fmla="*/ 570023 w 791740"/>
              <a:gd name="connsiteY15-792" fmla="*/ 3422 h 2449001"/>
              <a:gd name="connsiteX16-793" fmla="*/ 677271 w 791740"/>
              <a:gd name="connsiteY16-794" fmla="*/ 938156 h 2449001"/>
              <a:gd name="connsiteX17-795" fmla="*/ 719893 w 791740"/>
              <a:gd name="connsiteY17-796" fmla="*/ 1307990 h 2449001"/>
              <a:gd name="connsiteX18-797" fmla="*/ 409792 w 791740"/>
              <a:gd name="connsiteY18-798" fmla="*/ 1268233 h 2449001"/>
              <a:gd name="connsiteX19-799" fmla="*/ 99692 w 791740"/>
              <a:gd name="connsiteY19-800" fmla="*/ 1288111 h 2449001"/>
              <a:gd name="connsiteX20-801" fmla="*/ 133257 w 791740"/>
              <a:gd name="connsiteY20-802" fmla="*/ 945913 h 2449001"/>
              <a:gd name="connsiteX21-803" fmla="*/ 218310 w 791740"/>
              <a:gd name="connsiteY21-804" fmla="*/ 0 h 2449001"/>
              <a:gd name="connsiteX0-805" fmla="*/ 425696 w 798638"/>
              <a:gd name="connsiteY0-806" fmla="*/ 1331843 h 2449001"/>
              <a:gd name="connsiteX1-807" fmla="*/ 537015 w 798638"/>
              <a:gd name="connsiteY1-808" fmla="*/ 1379551 h 2449001"/>
              <a:gd name="connsiteX2-809" fmla="*/ 775553 w 798638"/>
              <a:gd name="connsiteY2-810" fmla="*/ 1406369 h 2449001"/>
              <a:gd name="connsiteX3-811" fmla="*/ 620503 w 798638"/>
              <a:gd name="connsiteY3-812" fmla="*/ 1741335 h 2449001"/>
              <a:gd name="connsiteX4-813" fmla="*/ 604600 w 798638"/>
              <a:gd name="connsiteY4-814" fmla="*/ 2441050 h 2449001"/>
              <a:gd name="connsiteX5-815" fmla="*/ 314378 w 798638"/>
              <a:gd name="connsiteY5-816" fmla="*/ 2445025 h 2449001"/>
              <a:gd name="connsiteX6-817" fmla="*/ 207035 w 798638"/>
              <a:gd name="connsiteY6-818" fmla="*/ 1673750 h 2449001"/>
              <a:gd name="connsiteX7-819" fmla="*/ 203060 w 798638"/>
              <a:gd name="connsiteY7-820" fmla="*/ 2441050 h 2449001"/>
              <a:gd name="connsiteX8-821" fmla="*/ 131498 w 798638"/>
              <a:gd name="connsiteY8-822" fmla="*/ 2449001 h 2449001"/>
              <a:gd name="connsiteX9-823" fmla="*/ 301 w 798638"/>
              <a:gd name="connsiteY9-824" fmla="*/ 1701579 h 2449001"/>
              <a:gd name="connsiteX10-825" fmla="*/ 95814 w 798638"/>
              <a:gd name="connsiteY10-826" fmla="*/ 1597201 h 2449001"/>
              <a:gd name="connsiteX11-827" fmla="*/ 84343 w 798638"/>
              <a:gd name="connsiteY11-828" fmla="*/ 1389262 h 2449001"/>
              <a:gd name="connsiteX12-829" fmla="*/ 334256 w 798638"/>
              <a:gd name="connsiteY12-830" fmla="*/ 1375575 h 2449001"/>
              <a:gd name="connsiteX13-831" fmla="*/ 425696 w 798638"/>
              <a:gd name="connsiteY13-832" fmla="*/ 1331843 h 2449001"/>
              <a:gd name="connsiteX14-833" fmla="*/ 218310 w 798638"/>
              <a:gd name="connsiteY14-834" fmla="*/ 0 h 2449001"/>
              <a:gd name="connsiteX15-835" fmla="*/ 570023 w 798638"/>
              <a:gd name="connsiteY15-836" fmla="*/ 3422 h 2449001"/>
              <a:gd name="connsiteX16-837" fmla="*/ 677271 w 798638"/>
              <a:gd name="connsiteY16-838" fmla="*/ 938156 h 2449001"/>
              <a:gd name="connsiteX17-839" fmla="*/ 719893 w 798638"/>
              <a:gd name="connsiteY17-840" fmla="*/ 1307990 h 2449001"/>
              <a:gd name="connsiteX18-841" fmla="*/ 409792 w 798638"/>
              <a:gd name="connsiteY18-842" fmla="*/ 1268233 h 2449001"/>
              <a:gd name="connsiteX19-843" fmla="*/ 99692 w 798638"/>
              <a:gd name="connsiteY19-844" fmla="*/ 1288111 h 2449001"/>
              <a:gd name="connsiteX20-845" fmla="*/ 133257 w 798638"/>
              <a:gd name="connsiteY20-846" fmla="*/ 945913 h 2449001"/>
              <a:gd name="connsiteX21-847" fmla="*/ 218310 w 798638"/>
              <a:gd name="connsiteY21-848" fmla="*/ 0 h 2449001"/>
              <a:gd name="connsiteX0-849" fmla="*/ 425696 w 798137"/>
              <a:gd name="connsiteY0-850" fmla="*/ 1331843 h 2449001"/>
              <a:gd name="connsiteX1-851" fmla="*/ 537015 w 798137"/>
              <a:gd name="connsiteY1-852" fmla="*/ 1379551 h 2449001"/>
              <a:gd name="connsiteX2-853" fmla="*/ 775553 w 798137"/>
              <a:gd name="connsiteY2-854" fmla="*/ 1406369 h 2449001"/>
              <a:gd name="connsiteX3-855" fmla="*/ 613659 w 798137"/>
              <a:gd name="connsiteY3-856" fmla="*/ 1785816 h 2449001"/>
              <a:gd name="connsiteX4-857" fmla="*/ 604600 w 798137"/>
              <a:gd name="connsiteY4-858" fmla="*/ 2441050 h 2449001"/>
              <a:gd name="connsiteX5-859" fmla="*/ 314378 w 798137"/>
              <a:gd name="connsiteY5-860" fmla="*/ 2445025 h 2449001"/>
              <a:gd name="connsiteX6-861" fmla="*/ 207035 w 798137"/>
              <a:gd name="connsiteY6-862" fmla="*/ 1673750 h 2449001"/>
              <a:gd name="connsiteX7-863" fmla="*/ 203060 w 798137"/>
              <a:gd name="connsiteY7-864" fmla="*/ 2441050 h 2449001"/>
              <a:gd name="connsiteX8-865" fmla="*/ 131498 w 798137"/>
              <a:gd name="connsiteY8-866" fmla="*/ 2449001 h 2449001"/>
              <a:gd name="connsiteX9-867" fmla="*/ 301 w 798137"/>
              <a:gd name="connsiteY9-868" fmla="*/ 1701579 h 2449001"/>
              <a:gd name="connsiteX10-869" fmla="*/ 95814 w 798137"/>
              <a:gd name="connsiteY10-870" fmla="*/ 1597201 h 2449001"/>
              <a:gd name="connsiteX11-871" fmla="*/ 84343 w 798137"/>
              <a:gd name="connsiteY11-872" fmla="*/ 1389262 h 2449001"/>
              <a:gd name="connsiteX12-873" fmla="*/ 334256 w 798137"/>
              <a:gd name="connsiteY12-874" fmla="*/ 1375575 h 2449001"/>
              <a:gd name="connsiteX13-875" fmla="*/ 425696 w 798137"/>
              <a:gd name="connsiteY13-876" fmla="*/ 1331843 h 2449001"/>
              <a:gd name="connsiteX14-877" fmla="*/ 218310 w 798137"/>
              <a:gd name="connsiteY14-878" fmla="*/ 0 h 2449001"/>
              <a:gd name="connsiteX15-879" fmla="*/ 570023 w 798137"/>
              <a:gd name="connsiteY15-880" fmla="*/ 3422 h 2449001"/>
              <a:gd name="connsiteX16-881" fmla="*/ 677271 w 798137"/>
              <a:gd name="connsiteY16-882" fmla="*/ 938156 h 2449001"/>
              <a:gd name="connsiteX17-883" fmla="*/ 719893 w 798137"/>
              <a:gd name="connsiteY17-884" fmla="*/ 1307990 h 2449001"/>
              <a:gd name="connsiteX18-885" fmla="*/ 409792 w 798137"/>
              <a:gd name="connsiteY18-886" fmla="*/ 1268233 h 2449001"/>
              <a:gd name="connsiteX19-887" fmla="*/ 99692 w 798137"/>
              <a:gd name="connsiteY19-888" fmla="*/ 1288111 h 2449001"/>
              <a:gd name="connsiteX20-889" fmla="*/ 133257 w 798137"/>
              <a:gd name="connsiteY20-890" fmla="*/ 945913 h 2449001"/>
              <a:gd name="connsiteX21-891" fmla="*/ 218310 w 798137"/>
              <a:gd name="connsiteY21-892" fmla="*/ 0 h 2449001"/>
              <a:gd name="connsiteX0-893" fmla="*/ 425696 w 797686"/>
              <a:gd name="connsiteY0-894" fmla="*/ 1331843 h 2449001"/>
              <a:gd name="connsiteX1-895" fmla="*/ 537015 w 797686"/>
              <a:gd name="connsiteY1-896" fmla="*/ 1379551 h 2449001"/>
              <a:gd name="connsiteX2-897" fmla="*/ 775553 w 797686"/>
              <a:gd name="connsiteY2-898" fmla="*/ 1406369 h 2449001"/>
              <a:gd name="connsiteX3-899" fmla="*/ 613659 w 797686"/>
              <a:gd name="connsiteY3-900" fmla="*/ 1785816 h 2449001"/>
              <a:gd name="connsiteX4-901" fmla="*/ 604600 w 797686"/>
              <a:gd name="connsiteY4-902" fmla="*/ 2441050 h 2449001"/>
              <a:gd name="connsiteX5-903" fmla="*/ 314378 w 797686"/>
              <a:gd name="connsiteY5-904" fmla="*/ 2445025 h 2449001"/>
              <a:gd name="connsiteX6-905" fmla="*/ 207035 w 797686"/>
              <a:gd name="connsiteY6-906" fmla="*/ 1673750 h 2449001"/>
              <a:gd name="connsiteX7-907" fmla="*/ 203060 w 797686"/>
              <a:gd name="connsiteY7-908" fmla="*/ 2441050 h 2449001"/>
              <a:gd name="connsiteX8-909" fmla="*/ 131498 w 797686"/>
              <a:gd name="connsiteY8-910" fmla="*/ 2449001 h 2449001"/>
              <a:gd name="connsiteX9-911" fmla="*/ 301 w 797686"/>
              <a:gd name="connsiteY9-912" fmla="*/ 1701579 h 2449001"/>
              <a:gd name="connsiteX10-913" fmla="*/ 95814 w 797686"/>
              <a:gd name="connsiteY10-914" fmla="*/ 1597201 h 2449001"/>
              <a:gd name="connsiteX11-915" fmla="*/ 84343 w 797686"/>
              <a:gd name="connsiteY11-916" fmla="*/ 1389262 h 2449001"/>
              <a:gd name="connsiteX12-917" fmla="*/ 334256 w 797686"/>
              <a:gd name="connsiteY12-918" fmla="*/ 1375575 h 2449001"/>
              <a:gd name="connsiteX13-919" fmla="*/ 425696 w 797686"/>
              <a:gd name="connsiteY13-920" fmla="*/ 1331843 h 2449001"/>
              <a:gd name="connsiteX14-921" fmla="*/ 218310 w 797686"/>
              <a:gd name="connsiteY14-922" fmla="*/ 0 h 2449001"/>
              <a:gd name="connsiteX15-923" fmla="*/ 570023 w 797686"/>
              <a:gd name="connsiteY15-924" fmla="*/ 3422 h 2449001"/>
              <a:gd name="connsiteX16-925" fmla="*/ 677271 w 797686"/>
              <a:gd name="connsiteY16-926" fmla="*/ 938156 h 2449001"/>
              <a:gd name="connsiteX17-927" fmla="*/ 719893 w 797686"/>
              <a:gd name="connsiteY17-928" fmla="*/ 1307990 h 2449001"/>
              <a:gd name="connsiteX18-929" fmla="*/ 409792 w 797686"/>
              <a:gd name="connsiteY18-930" fmla="*/ 1268233 h 2449001"/>
              <a:gd name="connsiteX19-931" fmla="*/ 99692 w 797686"/>
              <a:gd name="connsiteY19-932" fmla="*/ 1288111 h 2449001"/>
              <a:gd name="connsiteX20-933" fmla="*/ 133257 w 797686"/>
              <a:gd name="connsiteY20-934" fmla="*/ 945913 h 2449001"/>
              <a:gd name="connsiteX21-935" fmla="*/ 218310 w 797686"/>
              <a:gd name="connsiteY21-936" fmla="*/ 0 h 2449001"/>
              <a:gd name="connsiteX0-937" fmla="*/ 425696 w 797686"/>
              <a:gd name="connsiteY0-938" fmla="*/ 1331843 h 2449001"/>
              <a:gd name="connsiteX1-939" fmla="*/ 537015 w 797686"/>
              <a:gd name="connsiteY1-940" fmla="*/ 1379551 h 2449001"/>
              <a:gd name="connsiteX2-941" fmla="*/ 775553 w 797686"/>
              <a:gd name="connsiteY2-942" fmla="*/ 1406369 h 2449001"/>
              <a:gd name="connsiteX3-943" fmla="*/ 613659 w 797686"/>
              <a:gd name="connsiteY3-944" fmla="*/ 1785816 h 2449001"/>
              <a:gd name="connsiteX4-945" fmla="*/ 604600 w 797686"/>
              <a:gd name="connsiteY4-946" fmla="*/ 2441050 h 2449001"/>
              <a:gd name="connsiteX5-947" fmla="*/ 314378 w 797686"/>
              <a:gd name="connsiteY5-948" fmla="*/ 2445025 h 2449001"/>
              <a:gd name="connsiteX6-949" fmla="*/ 213878 w 797686"/>
              <a:gd name="connsiteY6-950" fmla="*/ 1707967 h 2449001"/>
              <a:gd name="connsiteX7-951" fmla="*/ 203060 w 797686"/>
              <a:gd name="connsiteY7-952" fmla="*/ 2441050 h 2449001"/>
              <a:gd name="connsiteX8-953" fmla="*/ 131498 w 797686"/>
              <a:gd name="connsiteY8-954" fmla="*/ 2449001 h 2449001"/>
              <a:gd name="connsiteX9-955" fmla="*/ 301 w 797686"/>
              <a:gd name="connsiteY9-956" fmla="*/ 1701579 h 2449001"/>
              <a:gd name="connsiteX10-957" fmla="*/ 95814 w 797686"/>
              <a:gd name="connsiteY10-958" fmla="*/ 1597201 h 2449001"/>
              <a:gd name="connsiteX11-959" fmla="*/ 84343 w 797686"/>
              <a:gd name="connsiteY11-960" fmla="*/ 1389262 h 2449001"/>
              <a:gd name="connsiteX12-961" fmla="*/ 334256 w 797686"/>
              <a:gd name="connsiteY12-962" fmla="*/ 1375575 h 2449001"/>
              <a:gd name="connsiteX13-963" fmla="*/ 425696 w 797686"/>
              <a:gd name="connsiteY13-964" fmla="*/ 1331843 h 2449001"/>
              <a:gd name="connsiteX14-965" fmla="*/ 218310 w 797686"/>
              <a:gd name="connsiteY14-966" fmla="*/ 0 h 2449001"/>
              <a:gd name="connsiteX15-967" fmla="*/ 570023 w 797686"/>
              <a:gd name="connsiteY15-968" fmla="*/ 3422 h 2449001"/>
              <a:gd name="connsiteX16-969" fmla="*/ 677271 w 797686"/>
              <a:gd name="connsiteY16-970" fmla="*/ 938156 h 2449001"/>
              <a:gd name="connsiteX17-971" fmla="*/ 719893 w 797686"/>
              <a:gd name="connsiteY17-972" fmla="*/ 1307990 h 2449001"/>
              <a:gd name="connsiteX18-973" fmla="*/ 409792 w 797686"/>
              <a:gd name="connsiteY18-974" fmla="*/ 1268233 h 2449001"/>
              <a:gd name="connsiteX19-975" fmla="*/ 99692 w 797686"/>
              <a:gd name="connsiteY19-976" fmla="*/ 1288111 h 2449001"/>
              <a:gd name="connsiteX20-977" fmla="*/ 133257 w 797686"/>
              <a:gd name="connsiteY20-978" fmla="*/ 945913 h 2449001"/>
              <a:gd name="connsiteX21-979" fmla="*/ 218310 w 797686"/>
              <a:gd name="connsiteY21-980" fmla="*/ 0 h 2449001"/>
              <a:gd name="connsiteX0-981" fmla="*/ 425696 w 797686"/>
              <a:gd name="connsiteY0-982" fmla="*/ 1331843 h 2449001"/>
              <a:gd name="connsiteX1-983" fmla="*/ 537015 w 797686"/>
              <a:gd name="connsiteY1-984" fmla="*/ 1379551 h 2449001"/>
              <a:gd name="connsiteX2-985" fmla="*/ 775553 w 797686"/>
              <a:gd name="connsiteY2-986" fmla="*/ 1406369 h 2449001"/>
              <a:gd name="connsiteX3-987" fmla="*/ 613659 w 797686"/>
              <a:gd name="connsiteY3-988" fmla="*/ 1785816 h 2449001"/>
              <a:gd name="connsiteX4-989" fmla="*/ 604600 w 797686"/>
              <a:gd name="connsiteY4-990" fmla="*/ 2441050 h 2449001"/>
              <a:gd name="connsiteX5-991" fmla="*/ 314378 w 797686"/>
              <a:gd name="connsiteY5-992" fmla="*/ 2445025 h 2449001"/>
              <a:gd name="connsiteX6-993" fmla="*/ 213878 w 797686"/>
              <a:gd name="connsiteY6-994" fmla="*/ 1707967 h 2449001"/>
              <a:gd name="connsiteX7-995" fmla="*/ 203060 w 797686"/>
              <a:gd name="connsiteY7-996" fmla="*/ 2441050 h 2449001"/>
              <a:gd name="connsiteX8-997" fmla="*/ 131498 w 797686"/>
              <a:gd name="connsiteY8-998" fmla="*/ 2449001 h 2449001"/>
              <a:gd name="connsiteX9-999" fmla="*/ 301 w 797686"/>
              <a:gd name="connsiteY9-1000" fmla="*/ 1701579 h 2449001"/>
              <a:gd name="connsiteX10-1001" fmla="*/ 95814 w 797686"/>
              <a:gd name="connsiteY10-1002" fmla="*/ 1597201 h 2449001"/>
              <a:gd name="connsiteX11-1003" fmla="*/ 84343 w 797686"/>
              <a:gd name="connsiteY11-1004" fmla="*/ 1389262 h 2449001"/>
              <a:gd name="connsiteX12-1005" fmla="*/ 334256 w 797686"/>
              <a:gd name="connsiteY12-1006" fmla="*/ 1375575 h 2449001"/>
              <a:gd name="connsiteX13-1007" fmla="*/ 425696 w 797686"/>
              <a:gd name="connsiteY13-1008" fmla="*/ 1331843 h 2449001"/>
              <a:gd name="connsiteX14-1009" fmla="*/ 218310 w 797686"/>
              <a:gd name="connsiteY14-1010" fmla="*/ 0 h 2449001"/>
              <a:gd name="connsiteX15-1011" fmla="*/ 570023 w 797686"/>
              <a:gd name="connsiteY15-1012" fmla="*/ 3422 h 2449001"/>
              <a:gd name="connsiteX16-1013" fmla="*/ 677271 w 797686"/>
              <a:gd name="connsiteY16-1014" fmla="*/ 938156 h 2449001"/>
              <a:gd name="connsiteX17-1015" fmla="*/ 719893 w 797686"/>
              <a:gd name="connsiteY17-1016" fmla="*/ 1307990 h 2449001"/>
              <a:gd name="connsiteX18-1017" fmla="*/ 409792 w 797686"/>
              <a:gd name="connsiteY18-1018" fmla="*/ 1268233 h 2449001"/>
              <a:gd name="connsiteX19-1019" fmla="*/ 99692 w 797686"/>
              <a:gd name="connsiteY19-1020" fmla="*/ 1288111 h 2449001"/>
              <a:gd name="connsiteX20-1021" fmla="*/ 133257 w 797686"/>
              <a:gd name="connsiteY20-1022" fmla="*/ 945913 h 2449001"/>
              <a:gd name="connsiteX21-1023" fmla="*/ 218310 w 797686"/>
              <a:gd name="connsiteY21-1024" fmla="*/ 0 h 2449001"/>
              <a:gd name="connsiteX0-1025" fmla="*/ 425696 w 797686"/>
              <a:gd name="connsiteY0-1026" fmla="*/ 1331843 h 2449001"/>
              <a:gd name="connsiteX1-1027" fmla="*/ 537015 w 797686"/>
              <a:gd name="connsiteY1-1028" fmla="*/ 1379551 h 2449001"/>
              <a:gd name="connsiteX2-1029" fmla="*/ 775553 w 797686"/>
              <a:gd name="connsiteY2-1030" fmla="*/ 1406369 h 2449001"/>
              <a:gd name="connsiteX3-1031" fmla="*/ 613659 w 797686"/>
              <a:gd name="connsiteY3-1032" fmla="*/ 1785816 h 2449001"/>
              <a:gd name="connsiteX4-1033" fmla="*/ 604600 w 797686"/>
              <a:gd name="connsiteY4-1034" fmla="*/ 2441050 h 2449001"/>
              <a:gd name="connsiteX5-1035" fmla="*/ 314378 w 797686"/>
              <a:gd name="connsiteY5-1036" fmla="*/ 2445025 h 2449001"/>
              <a:gd name="connsiteX6-1037" fmla="*/ 224143 w 797686"/>
              <a:gd name="connsiteY6-1038" fmla="*/ 1721654 h 2449001"/>
              <a:gd name="connsiteX7-1039" fmla="*/ 203060 w 797686"/>
              <a:gd name="connsiteY7-1040" fmla="*/ 2441050 h 2449001"/>
              <a:gd name="connsiteX8-1041" fmla="*/ 131498 w 797686"/>
              <a:gd name="connsiteY8-1042" fmla="*/ 2449001 h 2449001"/>
              <a:gd name="connsiteX9-1043" fmla="*/ 301 w 797686"/>
              <a:gd name="connsiteY9-1044" fmla="*/ 1701579 h 2449001"/>
              <a:gd name="connsiteX10-1045" fmla="*/ 95814 w 797686"/>
              <a:gd name="connsiteY10-1046" fmla="*/ 1597201 h 2449001"/>
              <a:gd name="connsiteX11-1047" fmla="*/ 84343 w 797686"/>
              <a:gd name="connsiteY11-1048" fmla="*/ 1389262 h 2449001"/>
              <a:gd name="connsiteX12-1049" fmla="*/ 334256 w 797686"/>
              <a:gd name="connsiteY12-1050" fmla="*/ 1375575 h 2449001"/>
              <a:gd name="connsiteX13-1051" fmla="*/ 425696 w 797686"/>
              <a:gd name="connsiteY13-1052" fmla="*/ 1331843 h 2449001"/>
              <a:gd name="connsiteX14-1053" fmla="*/ 218310 w 797686"/>
              <a:gd name="connsiteY14-1054" fmla="*/ 0 h 2449001"/>
              <a:gd name="connsiteX15-1055" fmla="*/ 570023 w 797686"/>
              <a:gd name="connsiteY15-1056" fmla="*/ 3422 h 2449001"/>
              <a:gd name="connsiteX16-1057" fmla="*/ 677271 w 797686"/>
              <a:gd name="connsiteY16-1058" fmla="*/ 938156 h 2449001"/>
              <a:gd name="connsiteX17-1059" fmla="*/ 719893 w 797686"/>
              <a:gd name="connsiteY17-1060" fmla="*/ 1307990 h 2449001"/>
              <a:gd name="connsiteX18-1061" fmla="*/ 409792 w 797686"/>
              <a:gd name="connsiteY18-1062" fmla="*/ 1268233 h 2449001"/>
              <a:gd name="connsiteX19-1063" fmla="*/ 99692 w 797686"/>
              <a:gd name="connsiteY19-1064" fmla="*/ 1288111 h 2449001"/>
              <a:gd name="connsiteX20-1065" fmla="*/ 133257 w 797686"/>
              <a:gd name="connsiteY20-1066" fmla="*/ 945913 h 2449001"/>
              <a:gd name="connsiteX21-1067" fmla="*/ 218310 w 797686"/>
              <a:gd name="connsiteY21-1068" fmla="*/ 0 h 2449001"/>
              <a:gd name="connsiteX0-1069" fmla="*/ 425647 w 797637"/>
              <a:gd name="connsiteY0-1070" fmla="*/ 1331843 h 2449001"/>
              <a:gd name="connsiteX1-1071" fmla="*/ 536966 w 797637"/>
              <a:gd name="connsiteY1-1072" fmla="*/ 1379551 h 2449001"/>
              <a:gd name="connsiteX2-1073" fmla="*/ 775504 w 797637"/>
              <a:gd name="connsiteY2-1074" fmla="*/ 1406369 h 2449001"/>
              <a:gd name="connsiteX3-1075" fmla="*/ 613610 w 797637"/>
              <a:gd name="connsiteY3-1076" fmla="*/ 1785816 h 2449001"/>
              <a:gd name="connsiteX4-1077" fmla="*/ 604551 w 797637"/>
              <a:gd name="connsiteY4-1078" fmla="*/ 2441050 h 2449001"/>
              <a:gd name="connsiteX5-1079" fmla="*/ 314329 w 797637"/>
              <a:gd name="connsiteY5-1080" fmla="*/ 2445025 h 2449001"/>
              <a:gd name="connsiteX6-1081" fmla="*/ 224094 w 797637"/>
              <a:gd name="connsiteY6-1082" fmla="*/ 1721654 h 2449001"/>
              <a:gd name="connsiteX7-1083" fmla="*/ 203011 w 797637"/>
              <a:gd name="connsiteY7-1084" fmla="*/ 2441050 h 2449001"/>
              <a:gd name="connsiteX8-1085" fmla="*/ 131449 w 797637"/>
              <a:gd name="connsiteY8-1086" fmla="*/ 2449001 h 2449001"/>
              <a:gd name="connsiteX9-1087" fmla="*/ 252 w 797637"/>
              <a:gd name="connsiteY9-1088" fmla="*/ 1701579 h 2449001"/>
              <a:gd name="connsiteX10-1089" fmla="*/ 112873 w 797637"/>
              <a:gd name="connsiteY10-1090" fmla="*/ 1641682 h 2449001"/>
              <a:gd name="connsiteX11-1091" fmla="*/ 84294 w 797637"/>
              <a:gd name="connsiteY11-1092" fmla="*/ 1389262 h 2449001"/>
              <a:gd name="connsiteX12-1093" fmla="*/ 334207 w 797637"/>
              <a:gd name="connsiteY12-1094" fmla="*/ 1375575 h 2449001"/>
              <a:gd name="connsiteX13-1095" fmla="*/ 425647 w 797637"/>
              <a:gd name="connsiteY13-1096" fmla="*/ 1331843 h 2449001"/>
              <a:gd name="connsiteX14-1097" fmla="*/ 218261 w 797637"/>
              <a:gd name="connsiteY14-1098" fmla="*/ 0 h 2449001"/>
              <a:gd name="connsiteX15-1099" fmla="*/ 569974 w 797637"/>
              <a:gd name="connsiteY15-1100" fmla="*/ 3422 h 2449001"/>
              <a:gd name="connsiteX16-1101" fmla="*/ 677222 w 797637"/>
              <a:gd name="connsiteY16-1102" fmla="*/ 938156 h 2449001"/>
              <a:gd name="connsiteX17-1103" fmla="*/ 719844 w 797637"/>
              <a:gd name="connsiteY17-1104" fmla="*/ 1307990 h 2449001"/>
              <a:gd name="connsiteX18-1105" fmla="*/ 409743 w 797637"/>
              <a:gd name="connsiteY18-1106" fmla="*/ 1268233 h 2449001"/>
              <a:gd name="connsiteX19-1107" fmla="*/ 99643 w 797637"/>
              <a:gd name="connsiteY19-1108" fmla="*/ 1288111 h 2449001"/>
              <a:gd name="connsiteX20-1109" fmla="*/ 133208 w 797637"/>
              <a:gd name="connsiteY20-1110" fmla="*/ 945913 h 2449001"/>
              <a:gd name="connsiteX21-1111" fmla="*/ 218261 w 797637"/>
              <a:gd name="connsiteY21-1112" fmla="*/ 0 h 2449001"/>
              <a:gd name="connsiteX0-1113" fmla="*/ 425647 w 797637"/>
              <a:gd name="connsiteY0-1114" fmla="*/ 1331843 h 2449001"/>
              <a:gd name="connsiteX1-1115" fmla="*/ 536966 w 797637"/>
              <a:gd name="connsiteY1-1116" fmla="*/ 1379551 h 2449001"/>
              <a:gd name="connsiteX2-1117" fmla="*/ 775504 w 797637"/>
              <a:gd name="connsiteY2-1118" fmla="*/ 1406369 h 2449001"/>
              <a:gd name="connsiteX3-1119" fmla="*/ 613610 w 797637"/>
              <a:gd name="connsiteY3-1120" fmla="*/ 1785816 h 2449001"/>
              <a:gd name="connsiteX4-1121" fmla="*/ 604551 w 797637"/>
              <a:gd name="connsiteY4-1122" fmla="*/ 2441050 h 2449001"/>
              <a:gd name="connsiteX5-1123" fmla="*/ 314329 w 797637"/>
              <a:gd name="connsiteY5-1124" fmla="*/ 2445025 h 2449001"/>
              <a:gd name="connsiteX6-1125" fmla="*/ 224094 w 797637"/>
              <a:gd name="connsiteY6-1126" fmla="*/ 1721654 h 2449001"/>
              <a:gd name="connsiteX7-1127" fmla="*/ 203011 w 797637"/>
              <a:gd name="connsiteY7-1128" fmla="*/ 2441050 h 2449001"/>
              <a:gd name="connsiteX8-1129" fmla="*/ 131449 w 797637"/>
              <a:gd name="connsiteY8-1130" fmla="*/ 2449001 h 2449001"/>
              <a:gd name="connsiteX9-1131" fmla="*/ 252 w 797637"/>
              <a:gd name="connsiteY9-1132" fmla="*/ 1701579 h 2449001"/>
              <a:gd name="connsiteX10-1133" fmla="*/ 112873 w 797637"/>
              <a:gd name="connsiteY10-1134" fmla="*/ 1641682 h 2449001"/>
              <a:gd name="connsiteX11-1135" fmla="*/ 84294 w 797637"/>
              <a:gd name="connsiteY11-1136" fmla="*/ 1389262 h 2449001"/>
              <a:gd name="connsiteX12-1137" fmla="*/ 334207 w 797637"/>
              <a:gd name="connsiteY12-1138" fmla="*/ 1375575 h 2449001"/>
              <a:gd name="connsiteX13-1139" fmla="*/ 425647 w 797637"/>
              <a:gd name="connsiteY13-1140" fmla="*/ 1331843 h 2449001"/>
              <a:gd name="connsiteX14-1141" fmla="*/ 218261 w 797637"/>
              <a:gd name="connsiteY14-1142" fmla="*/ 0 h 2449001"/>
              <a:gd name="connsiteX15-1143" fmla="*/ 569974 w 797637"/>
              <a:gd name="connsiteY15-1144" fmla="*/ 3422 h 2449001"/>
              <a:gd name="connsiteX16-1145" fmla="*/ 677222 w 797637"/>
              <a:gd name="connsiteY16-1146" fmla="*/ 938156 h 2449001"/>
              <a:gd name="connsiteX17-1147" fmla="*/ 719844 w 797637"/>
              <a:gd name="connsiteY17-1148" fmla="*/ 1307990 h 2449001"/>
              <a:gd name="connsiteX18-1149" fmla="*/ 409743 w 797637"/>
              <a:gd name="connsiteY18-1150" fmla="*/ 1268233 h 2449001"/>
              <a:gd name="connsiteX19-1151" fmla="*/ 99643 w 797637"/>
              <a:gd name="connsiteY19-1152" fmla="*/ 1288111 h 2449001"/>
              <a:gd name="connsiteX20-1153" fmla="*/ 133208 w 797637"/>
              <a:gd name="connsiteY20-1154" fmla="*/ 945913 h 2449001"/>
              <a:gd name="connsiteX21-1155" fmla="*/ 218261 w 797637"/>
              <a:gd name="connsiteY21-1156" fmla="*/ 0 h 2449001"/>
              <a:gd name="connsiteX0-1157" fmla="*/ 425647 w 797637"/>
              <a:gd name="connsiteY0-1158" fmla="*/ 1331843 h 2449001"/>
              <a:gd name="connsiteX1-1159" fmla="*/ 536966 w 797637"/>
              <a:gd name="connsiteY1-1160" fmla="*/ 1379551 h 2449001"/>
              <a:gd name="connsiteX2-1161" fmla="*/ 775504 w 797637"/>
              <a:gd name="connsiteY2-1162" fmla="*/ 1406369 h 2449001"/>
              <a:gd name="connsiteX3-1163" fmla="*/ 613610 w 797637"/>
              <a:gd name="connsiteY3-1164" fmla="*/ 1785816 h 2449001"/>
              <a:gd name="connsiteX4-1165" fmla="*/ 604551 w 797637"/>
              <a:gd name="connsiteY4-1166" fmla="*/ 2441050 h 2449001"/>
              <a:gd name="connsiteX5-1167" fmla="*/ 314329 w 797637"/>
              <a:gd name="connsiteY5-1168" fmla="*/ 2445025 h 2449001"/>
              <a:gd name="connsiteX6-1169" fmla="*/ 224094 w 797637"/>
              <a:gd name="connsiteY6-1170" fmla="*/ 1721654 h 2449001"/>
              <a:gd name="connsiteX7-1171" fmla="*/ 203011 w 797637"/>
              <a:gd name="connsiteY7-1172" fmla="*/ 2441050 h 2449001"/>
              <a:gd name="connsiteX8-1173" fmla="*/ 131449 w 797637"/>
              <a:gd name="connsiteY8-1174" fmla="*/ 2449001 h 2449001"/>
              <a:gd name="connsiteX9-1175" fmla="*/ 252 w 797637"/>
              <a:gd name="connsiteY9-1176" fmla="*/ 1701579 h 2449001"/>
              <a:gd name="connsiteX10-1177" fmla="*/ 112873 w 797637"/>
              <a:gd name="connsiteY10-1178" fmla="*/ 1641682 h 2449001"/>
              <a:gd name="connsiteX11-1179" fmla="*/ 84294 w 797637"/>
              <a:gd name="connsiteY11-1180" fmla="*/ 1389262 h 2449001"/>
              <a:gd name="connsiteX12-1181" fmla="*/ 334207 w 797637"/>
              <a:gd name="connsiteY12-1182" fmla="*/ 1375575 h 2449001"/>
              <a:gd name="connsiteX13-1183" fmla="*/ 425647 w 797637"/>
              <a:gd name="connsiteY13-1184" fmla="*/ 1331843 h 2449001"/>
              <a:gd name="connsiteX14-1185" fmla="*/ 218261 w 797637"/>
              <a:gd name="connsiteY14-1186" fmla="*/ 0 h 2449001"/>
              <a:gd name="connsiteX15-1187" fmla="*/ 569974 w 797637"/>
              <a:gd name="connsiteY15-1188" fmla="*/ 3422 h 2449001"/>
              <a:gd name="connsiteX16-1189" fmla="*/ 677222 w 797637"/>
              <a:gd name="connsiteY16-1190" fmla="*/ 938156 h 2449001"/>
              <a:gd name="connsiteX17-1191" fmla="*/ 719844 w 797637"/>
              <a:gd name="connsiteY17-1192" fmla="*/ 1307990 h 2449001"/>
              <a:gd name="connsiteX18-1193" fmla="*/ 409743 w 797637"/>
              <a:gd name="connsiteY18-1194" fmla="*/ 1268233 h 2449001"/>
              <a:gd name="connsiteX19-1195" fmla="*/ 99643 w 797637"/>
              <a:gd name="connsiteY19-1196" fmla="*/ 1288111 h 2449001"/>
              <a:gd name="connsiteX20-1197" fmla="*/ 133208 w 797637"/>
              <a:gd name="connsiteY20-1198" fmla="*/ 945913 h 2449001"/>
              <a:gd name="connsiteX21-1199" fmla="*/ 218261 w 797637"/>
              <a:gd name="connsiteY21-1200" fmla="*/ 0 h 2449001"/>
              <a:gd name="connsiteX0-1201" fmla="*/ 405179 w 777169"/>
              <a:gd name="connsiteY0-1202" fmla="*/ 1331843 h 2449001"/>
              <a:gd name="connsiteX1-1203" fmla="*/ 516498 w 777169"/>
              <a:gd name="connsiteY1-1204" fmla="*/ 1379551 h 2449001"/>
              <a:gd name="connsiteX2-1205" fmla="*/ 755036 w 777169"/>
              <a:gd name="connsiteY2-1206" fmla="*/ 1406369 h 2449001"/>
              <a:gd name="connsiteX3-1207" fmla="*/ 593142 w 777169"/>
              <a:gd name="connsiteY3-1208" fmla="*/ 1785816 h 2449001"/>
              <a:gd name="connsiteX4-1209" fmla="*/ 584083 w 777169"/>
              <a:gd name="connsiteY4-1210" fmla="*/ 2441050 h 2449001"/>
              <a:gd name="connsiteX5-1211" fmla="*/ 293861 w 777169"/>
              <a:gd name="connsiteY5-1212" fmla="*/ 2445025 h 2449001"/>
              <a:gd name="connsiteX6-1213" fmla="*/ 203626 w 777169"/>
              <a:gd name="connsiteY6-1214" fmla="*/ 1721654 h 2449001"/>
              <a:gd name="connsiteX7-1215" fmla="*/ 182543 w 777169"/>
              <a:gd name="connsiteY7-1216" fmla="*/ 2441050 h 2449001"/>
              <a:gd name="connsiteX8-1217" fmla="*/ 110981 w 777169"/>
              <a:gd name="connsiteY8-1218" fmla="*/ 2449001 h 2449001"/>
              <a:gd name="connsiteX9-1219" fmla="*/ 313 w 777169"/>
              <a:gd name="connsiteY9-1220" fmla="*/ 1749481 h 2449001"/>
              <a:gd name="connsiteX10-1221" fmla="*/ 92405 w 777169"/>
              <a:gd name="connsiteY10-1222" fmla="*/ 1641682 h 2449001"/>
              <a:gd name="connsiteX11-1223" fmla="*/ 63826 w 777169"/>
              <a:gd name="connsiteY11-1224" fmla="*/ 1389262 h 2449001"/>
              <a:gd name="connsiteX12-1225" fmla="*/ 313739 w 777169"/>
              <a:gd name="connsiteY12-1226" fmla="*/ 1375575 h 2449001"/>
              <a:gd name="connsiteX13-1227" fmla="*/ 405179 w 777169"/>
              <a:gd name="connsiteY13-1228" fmla="*/ 1331843 h 2449001"/>
              <a:gd name="connsiteX14-1229" fmla="*/ 197793 w 777169"/>
              <a:gd name="connsiteY14-1230" fmla="*/ 0 h 2449001"/>
              <a:gd name="connsiteX15-1231" fmla="*/ 549506 w 777169"/>
              <a:gd name="connsiteY15-1232" fmla="*/ 3422 h 2449001"/>
              <a:gd name="connsiteX16-1233" fmla="*/ 656754 w 777169"/>
              <a:gd name="connsiteY16-1234" fmla="*/ 938156 h 2449001"/>
              <a:gd name="connsiteX17-1235" fmla="*/ 699376 w 777169"/>
              <a:gd name="connsiteY17-1236" fmla="*/ 1307990 h 2449001"/>
              <a:gd name="connsiteX18-1237" fmla="*/ 389275 w 777169"/>
              <a:gd name="connsiteY18-1238" fmla="*/ 1268233 h 2449001"/>
              <a:gd name="connsiteX19-1239" fmla="*/ 79175 w 777169"/>
              <a:gd name="connsiteY19-1240" fmla="*/ 1288111 h 2449001"/>
              <a:gd name="connsiteX20-1241" fmla="*/ 112740 w 777169"/>
              <a:gd name="connsiteY20-1242" fmla="*/ 945913 h 2449001"/>
              <a:gd name="connsiteX21-1243" fmla="*/ 197793 w 777169"/>
              <a:gd name="connsiteY21-1244" fmla="*/ 0 h 2449001"/>
              <a:gd name="connsiteX0-1245" fmla="*/ 413332 w 785322"/>
              <a:gd name="connsiteY0-1246" fmla="*/ 1331843 h 2449001"/>
              <a:gd name="connsiteX1-1247" fmla="*/ 524651 w 785322"/>
              <a:gd name="connsiteY1-1248" fmla="*/ 1379551 h 2449001"/>
              <a:gd name="connsiteX2-1249" fmla="*/ 763189 w 785322"/>
              <a:gd name="connsiteY2-1250" fmla="*/ 1406369 h 2449001"/>
              <a:gd name="connsiteX3-1251" fmla="*/ 601295 w 785322"/>
              <a:gd name="connsiteY3-1252" fmla="*/ 1785816 h 2449001"/>
              <a:gd name="connsiteX4-1253" fmla="*/ 592236 w 785322"/>
              <a:gd name="connsiteY4-1254" fmla="*/ 2441050 h 2449001"/>
              <a:gd name="connsiteX5-1255" fmla="*/ 302014 w 785322"/>
              <a:gd name="connsiteY5-1256" fmla="*/ 2445025 h 2449001"/>
              <a:gd name="connsiteX6-1257" fmla="*/ 211779 w 785322"/>
              <a:gd name="connsiteY6-1258" fmla="*/ 1721654 h 2449001"/>
              <a:gd name="connsiteX7-1259" fmla="*/ 190696 w 785322"/>
              <a:gd name="connsiteY7-1260" fmla="*/ 2441050 h 2449001"/>
              <a:gd name="connsiteX8-1261" fmla="*/ 119134 w 785322"/>
              <a:gd name="connsiteY8-1262" fmla="*/ 2449001 h 2449001"/>
              <a:gd name="connsiteX9-1263" fmla="*/ 8466 w 785322"/>
              <a:gd name="connsiteY9-1264" fmla="*/ 1749481 h 2449001"/>
              <a:gd name="connsiteX10-1265" fmla="*/ 100558 w 785322"/>
              <a:gd name="connsiteY10-1266" fmla="*/ 1641682 h 2449001"/>
              <a:gd name="connsiteX11-1267" fmla="*/ 71979 w 785322"/>
              <a:gd name="connsiteY11-1268" fmla="*/ 1389262 h 2449001"/>
              <a:gd name="connsiteX12-1269" fmla="*/ 321892 w 785322"/>
              <a:gd name="connsiteY12-1270" fmla="*/ 1375575 h 2449001"/>
              <a:gd name="connsiteX13-1271" fmla="*/ 413332 w 785322"/>
              <a:gd name="connsiteY13-1272" fmla="*/ 1331843 h 2449001"/>
              <a:gd name="connsiteX14-1273" fmla="*/ 205946 w 785322"/>
              <a:gd name="connsiteY14-1274" fmla="*/ 0 h 2449001"/>
              <a:gd name="connsiteX15-1275" fmla="*/ 557659 w 785322"/>
              <a:gd name="connsiteY15-1276" fmla="*/ 3422 h 2449001"/>
              <a:gd name="connsiteX16-1277" fmla="*/ 664907 w 785322"/>
              <a:gd name="connsiteY16-1278" fmla="*/ 938156 h 2449001"/>
              <a:gd name="connsiteX17-1279" fmla="*/ 707529 w 785322"/>
              <a:gd name="connsiteY17-1280" fmla="*/ 1307990 h 2449001"/>
              <a:gd name="connsiteX18-1281" fmla="*/ 397428 w 785322"/>
              <a:gd name="connsiteY18-1282" fmla="*/ 1268233 h 2449001"/>
              <a:gd name="connsiteX19-1283" fmla="*/ 87328 w 785322"/>
              <a:gd name="connsiteY19-1284" fmla="*/ 1288111 h 2449001"/>
              <a:gd name="connsiteX20-1285" fmla="*/ 120893 w 785322"/>
              <a:gd name="connsiteY20-1286" fmla="*/ 945913 h 2449001"/>
              <a:gd name="connsiteX21-1287" fmla="*/ 205946 w 785322"/>
              <a:gd name="connsiteY21-1288" fmla="*/ 0 h 2449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/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/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/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/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-1" fmla="*/ 3030279 w 4784651"/>
                <a:gd name="connsiteY0-2" fmla="*/ 114 h 5890551"/>
                <a:gd name="connsiteX1-3" fmla="*/ 765544 w 4784651"/>
                <a:gd name="connsiteY1-4" fmla="*/ 1935240 h 5890551"/>
                <a:gd name="connsiteX2-5" fmla="*/ 0 w 4784651"/>
                <a:gd name="connsiteY2-6" fmla="*/ 3051658 h 5890551"/>
                <a:gd name="connsiteX3-7" fmla="*/ 510363 w 4784651"/>
                <a:gd name="connsiteY3-8" fmla="*/ 3328105 h 5890551"/>
                <a:gd name="connsiteX4-9" fmla="*/ 297711 w 4784651"/>
                <a:gd name="connsiteY4-10" fmla="*/ 3657714 h 5890551"/>
                <a:gd name="connsiteX5-11" fmla="*/ 489097 w 4784651"/>
                <a:gd name="connsiteY5-12" fmla="*/ 3870365 h 5890551"/>
                <a:gd name="connsiteX6-13" fmla="*/ 372139 w 4784651"/>
                <a:gd name="connsiteY6-14" fmla="*/ 4061751 h 5890551"/>
                <a:gd name="connsiteX7-15" fmla="*/ 563525 w 4784651"/>
                <a:gd name="connsiteY7-16" fmla="*/ 4316933 h 5890551"/>
                <a:gd name="connsiteX8-17" fmla="*/ 499730 w 4784651"/>
                <a:gd name="connsiteY8-18" fmla="*/ 4976151 h 5890551"/>
                <a:gd name="connsiteX9-19" fmla="*/ 1754372 w 4784651"/>
                <a:gd name="connsiteY9-20" fmla="*/ 5199435 h 5890551"/>
                <a:gd name="connsiteX10-21" fmla="*/ 1945758 w 4784651"/>
                <a:gd name="connsiteY10-22" fmla="*/ 5890551 h 5890551"/>
                <a:gd name="connsiteX11-23" fmla="*/ 4784651 w 4784651"/>
                <a:gd name="connsiteY11-24" fmla="*/ 5858654 h 5890551"/>
                <a:gd name="connsiteX12-25" fmla="*/ 4561367 w 4784651"/>
                <a:gd name="connsiteY12-26" fmla="*/ 4189342 h 5890551"/>
                <a:gd name="connsiteX13-27" fmla="*/ 3030279 w 4784651"/>
                <a:gd name="connsiteY13-28" fmla="*/ 114 h 5890551"/>
                <a:gd name="connsiteX0-29" fmla="*/ 3030279 w 4784651"/>
                <a:gd name="connsiteY0-30" fmla="*/ 398 h 5890835"/>
                <a:gd name="connsiteX1-31" fmla="*/ 765544 w 4784651"/>
                <a:gd name="connsiteY1-32" fmla="*/ 1935524 h 5890835"/>
                <a:gd name="connsiteX2-33" fmla="*/ 0 w 4784651"/>
                <a:gd name="connsiteY2-34" fmla="*/ 3051942 h 5890835"/>
                <a:gd name="connsiteX3-35" fmla="*/ 510363 w 4784651"/>
                <a:gd name="connsiteY3-36" fmla="*/ 3328389 h 5890835"/>
                <a:gd name="connsiteX4-37" fmla="*/ 297711 w 4784651"/>
                <a:gd name="connsiteY4-38" fmla="*/ 3657998 h 5890835"/>
                <a:gd name="connsiteX5-39" fmla="*/ 489097 w 4784651"/>
                <a:gd name="connsiteY5-40" fmla="*/ 3870649 h 5890835"/>
                <a:gd name="connsiteX6-41" fmla="*/ 372139 w 4784651"/>
                <a:gd name="connsiteY6-42" fmla="*/ 4062035 h 5890835"/>
                <a:gd name="connsiteX7-43" fmla="*/ 563525 w 4784651"/>
                <a:gd name="connsiteY7-44" fmla="*/ 4317217 h 5890835"/>
                <a:gd name="connsiteX8-45" fmla="*/ 499730 w 4784651"/>
                <a:gd name="connsiteY8-46" fmla="*/ 4976435 h 5890835"/>
                <a:gd name="connsiteX9-47" fmla="*/ 1754372 w 4784651"/>
                <a:gd name="connsiteY9-48" fmla="*/ 5199719 h 5890835"/>
                <a:gd name="connsiteX10-49" fmla="*/ 1945758 w 4784651"/>
                <a:gd name="connsiteY10-50" fmla="*/ 5890835 h 5890835"/>
                <a:gd name="connsiteX11-51" fmla="*/ 4784651 w 4784651"/>
                <a:gd name="connsiteY11-52" fmla="*/ 5858938 h 5890835"/>
                <a:gd name="connsiteX12-53" fmla="*/ 4561367 w 4784651"/>
                <a:gd name="connsiteY12-54" fmla="*/ 4189626 h 5890835"/>
                <a:gd name="connsiteX13-55" fmla="*/ 3030279 w 4784651"/>
                <a:gd name="connsiteY13-56" fmla="*/ 398 h 5890835"/>
                <a:gd name="connsiteX0-57" fmla="*/ 3030279 w 5042277"/>
                <a:gd name="connsiteY0-58" fmla="*/ 663 h 5891100"/>
                <a:gd name="connsiteX1-59" fmla="*/ 765544 w 5042277"/>
                <a:gd name="connsiteY1-60" fmla="*/ 1935789 h 5891100"/>
                <a:gd name="connsiteX2-61" fmla="*/ 0 w 5042277"/>
                <a:gd name="connsiteY2-62" fmla="*/ 3052207 h 5891100"/>
                <a:gd name="connsiteX3-63" fmla="*/ 510363 w 5042277"/>
                <a:gd name="connsiteY3-64" fmla="*/ 3328654 h 5891100"/>
                <a:gd name="connsiteX4-65" fmla="*/ 297711 w 5042277"/>
                <a:gd name="connsiteY4-66" fmla="*/ 3658263 h 5891100"/>
                <a:gd name="connsiteX5-67" fmla="*/ 489097 w 5042277"/>
                <a:gd name="connsiteY5-68" fmla="*/ 3870914 h 5891100"/>
                <a:gd name="connsiteX6-69" fmla="*/ 372139 w 5042277"/>
                <a:gd name="connsiteY6-70" fmla="*/ 4062300 h 5891100"/>
                <a:gd name="connsiteX7-71" fmla="*/ 563525 w 5042277"/>
                <a:gd name="connsiteY7-72" fmla="*/ 4317482 h 5891100"/>
                <a:gd name="connsiteX8-73" fmla="*/ 499730 w 5042277"/>
                <a:gd name="connsiteY8-74" fmla="*/ 4976700 h 5891100"/>
                <a:gd name="connsiteX9-75" fmla="*/ 1754372 w 5042277"/>
                <a:gd name="connsiteY9-76" fmla="*/ 5199984 h 5891100"/>
                <a:gd name="connsiteX10-77" fmla="*/ 1945758 w 5042277"/>
                <a:gd name="connsiteY10-78" fmla="*/ 5891100 h 5891100"/>
                <a:gd name="connsiteX11-79" fmla="*/ 4784651 w 5042277"/>
                <a:gd name="connsiteY11-80" fmla="*/ 5859203 h 5891100"/>
                <a:gd name="connsiteX12-81" fmla="*/ 4561367 w 5042277"/>
                <a:gd name="connsiteY12-82" fmla="*/ 4189891 h 5891100"/>
                <a:gd name="connsiteX13-83" fmla="*/ 3030279 w 5042277"/>
                <a:gd name="connsiteY13-84" fmla="*/ 663 h 5891100"/>
                <a:gd name="connsiteX0-85" fmla="*/ 3030279 w 5316637"/>
                <a:gd name="connsiteY0-86" fmla="*/ 1079 h 5891516"/>
                <a:gd name="connsiteX1-87" fmla="*/ 765544 w 5316637"/>
                <a:gd name="connsiteY1-88" fmla="*/ 1936205 h 5891516"/>
                <a:gd name="connsiteX2-89" fmla="*/ 0 w 5316637"/>
                <a:gd name="connsiteY2-90" fmla="*/ 3052623 h 5891516"/>
                <a:gd name="connsiteX3-91" fmla="*/ 510363 w 5316637"/>
                <a:gd name="connsiteY3-92" fmla="*/ 3329070 h 5891516"/>
                <a:gd name="connsiteX4-93" fmla="*/ 297711 w 5316637"/>
                <a:gd name="connsiteY4-94" fmla="*/ 3658679 h 5891516"/>
                <a:gd name="connsiteX5-95" fmla="*/ 489097 w 5316637"/>
                <a:gd name="connsiteY5-96" fmla="*/ 3871330 h 5891516"/>
                <a:gd name="connsiteX6-97" fmla="*/ 372139 w 5316637"/>
                <a:gd name="connsiteY6-98" fmla="*/ 4062716 h 5891516"/>
                <a:gd name="connsiteX7-99" fmla="*/ 563525 w 5316637"/>
                <a:gd name="connsiteY7-100" fmla="*/ 4317898 h 5891516"/>
                <a:gd name="connsiteX8-101" fmla="*/ 499730 w 5316637"/>
                <a:gd name="connsiteY8-102" fmla="*/ 4977116 h 5891516"/>
                <a:gd name="connsiteX9-103" fmla="*/ 1754372 w 5316637"/>
                <a:gd name="connsiteY9-104" fmla="*/ 5200400 h 5891516"/>
                <a:gd name="connsiteX10-105" fmla="*/ 1945758 w 5316637"/>
                <a:gd name="connsiteY10-106" fmla="*/ 5891516 h 5891516"/>
                <a:gd name="connsiteX11-107" fmla="*/ 4784651 w 5316637"/>
                <a:gd name="connsiteY11-108" fmla="*/ 5859619 h 5891516"/>
                <a:gd name="connsiteX12-109" fmla="*/ 4890977 w 5316637"/>
                <a:gd name="connsiteY12-110" fmla="*/ 3520456 h 5891516"/>
                <a:gd name="connsiteX13-111" fmla="*/ 3030279 w 5316637"/>
                <a:gd name="connsiteY13-112" fmla="*/ 1079 h 5891516"/>
                <a:gd name="connsiteX0-113" fmla="*/ 3030279 w 5338934"/>
                <a:gd name="connsiteY0-114" fmla="*/ 561 h 5890998"/>
                <a:gd name="connsiteX1-115" fmla="*/ 765544 w 5338934"/>
                <a:gd name="connsiteY1-116" fmla="*/ 1935687 h 5890998"/>
                <a:gd name="connsiteX2-117" fmla="*/ 0 w 5338934"/>
                <a:gd name="connsiteY2-118" fmla="*/ 3052105 h 5890998"/>
                <a:gd name="connsiteX3-119" fmla="*/ 510363 w 5338934"/>
                <a:gd name="connsiteY3-120" fmla="*/ 3328552 h 5890998"/>
                <a:gd name="connsiteX4-121" fmla="*/ 297711 w 5338934"/>
                <a:gd name="connsiteY4-122" fmla="*/ 3658161 h 5890998"/>
                <a:gd name="connsiteX5-123" fmla="*/ 489097 w 5338934"/>
                <a:gd name="connsiteY5-124" fmla="*/ 3870812 h 5890998"/>
                <a:gd name="connsiteX6-125" fmla="*/ 372139 w 5338934"/>
                <a:gd name="connsiteY6-126" fmla="*/ 4062198 h 5890998"/>
                <a:gd name="connsiteX7-127" fmla="*/ 563525 w 5338934"/>
                <a:gd name="connsiteY7-128" fmla="*/ 4317380 h 5890998"/>
                <a:gd name="connsiteX8-129" fmla="*/ 499730 w 5338934"/>
                <a:gd name="connsiteY8-130" fmla="*/ 4976598 h 5890998"/>
                <a:gd name="connsiteX9-131" fmla="*/ 1754372 w 5338934"/>
                <a:gd name="connsiteY9-132" fmla="*/ 5199882 h 5890998"/>
                <a:gd name="connsiteX10-133" fmla="*/ 1945758 w 5338934"/>
                <a:gd name="connsiteY10-134" fmla="*/ 5890998 h 5890998"/>
                <a:gd name="connsiteX11-135" fmla="*/ 4784651 w 5338934"/>
                <a:gd name="connsiteY11-136" fmla="*/ 5859101 h 5890998"/>
                <a:gd name="connsiteX12-137" fmla="*/ 4890977 w 5338934"/>
                <a:gd name="connsiteY12-138" fmla="*/ 3519938 h 5890998"/>
                <a:gd name="connsiteX13-139" fmla="*/ 3030279 w 5338934"/>
                <a:gd name="connsiteY13-140" fmla="*/ 561 h 5890998"/>
                <a:gd name="connsiteX0-141" fmla="*/ 3030279 w 5381346"/>
                <a:gd name="connsiteY0-142" fmla="*/ 115 h 5890552"/>
                <a:gd name="connsiteX1-143" fmla="*/ 765544 w 5381346"/>
                <a:gd name="connsiteY1-144" fmla="*/ 1935241 h 5890552"/>
                <a:gd name="connsiteX2-145" fmla="*/ 0 w 5381346"/>
                <a:gd name="connsiteY2-146" fmla="*/ 3051659 h 5890552"/>
                <a:gd name="connsiteX3-147" fmla="*/ 510363 w 5381346"/>
                <a:gd name="connsiteY3-148" fmla="*/ 3328106 h 5890552"/>
                <a:gd name="connsiteX4-149" fmla="*/ 297711 w 5381346"/>
                <a:gd name="connsiteY4-150" fmla="*/ 3657715 h 5890552"/>
                <a:gd name="connsiteX5-151" fmla="*/ 489097 w 5381346"/>
                <a:gd name="connsiteY5-152" fmla="*/ 3870366 h 5890552"/>
                <a:gd name="connsiteX6-153" fmla="*/ 372139 w 5381346"/>
                <a:gd name="connsiteY6-154" fmla="*/ 4061752 h 5890552"/>
                <a:gd name="connsiteX7-155" fmla="*/ 563525 w 5381346"/>
                <a:gd name="connsiteY7-156" fmla="*/ 4316934 h 5890552"/>
                <a:gd name="connsiteX8-157" fmla="*/ 499730 w 5381346"/>
                <a:gd name="connsiteY8-158" fmla="*/ 4976152 h 5890552"/>
                <a:gd name="connsiteX9-159" fmla="*/ 1754372 w 5381346"/>
                <a:gd name="connsiteY9-160" fmla="*/ 5199436 h 5890552"/>
                <a:gd name="connsiteX10-161" fmla="*/ 1945758 w 5381346"/>
                <a:gd name="connsiteY10-162" fmla="*/ 5890552 h 5890552"/>
                <a:gd name="connsiteX11-163" fmla="*/ 4784651 w 5381346"/>
                <a:gd name="connsiteY11-164" fmla="*/ 5858655 h 5890552"/>
                <a:gd name="connsiteX12-165" fmla="*/ 4890977 w 5381346"/>
                <a:gd name="connsiteY12-166" fmla="*/ 3519492 h 5890552"/>
                <a:gd name="connsiteX13-167" fmla="*/ 3030279 w 5381346"/>
                <a:gd name="connsiteY13-168" fmla="*/ 115 h 5890552"/>
                <a:gd name="connsiteX0-169" fmla="*/ 3030279 w 5381346"/>
                <a:gd name="connsiteY0-170" fmla="*/ 115 h 5890552"/>
                <a:gd name="connsiteX1-171" fmla="*/ 765544 w 5381346"/>
                <a:gd name="connsiteY1-172" fmla="*/ 1935241 h 5890552"/>
                <a:gd name="connsiteX2-173" fmla="*/ 0 w 5381346"/>
                <a:gd name="connsiteY2-174" fmla="*/ 3051659 h 5890552"/>
                <a:gd name="connsiteX3-175" fmla="*/ 510363 w 5381346"/>
                <a:gd name="connsiteY3-176" fmla="*/ 3328106 h 5890552"/>
                <a:gd name="connsiteX4-177" fmla="*/ 297711 w 5381346"/>
                <a:gd name="connsiteY4-178" fmla="*/ 3657715 h 5890552"/>
                <a:gd name="connsiteX5-179" fmla="*/ 489097 w 5381346"/>
                <a:gd name="connsiteY5-180" fmla="*/ 3870366 h 5890552"/>
                <a:gd name="connsiteX6-181" fmla="*/ 372139 w 5381346"/>
                <a:gd name="connsiteY6-182" fmla="*/ 4061752 h 5890552"/>
                <a:gd name="connsiteX7-183" fmla="*/ 563525 w 5381346"/>
                <a:gd name="connsiteY7-184" fmla="*/ 4316934 h 5890552"/>
                <a:gd name="connsiteX8-185" fmla="*/ 499730 w 5381346"/>
                <a:gd name="connsiteY8-186" fmla="*/ 4976152 h 5890552"/>
                <a:gd name="connsiteX9-187" fmla="*/ 1754372 w 5381346"/>
                <a:gd name="connsiteY9-188" fmla="*/ 5199436 h 5890552"/>
                <a:gd name="connsiteX10-189" fmla="*/ 1945758 w 5381346"/>
                <a:gd name="connsiteY10-190" fmla="*/ 5890552 h 5890552"/>
                <a:gd name="connsiteX11-191" fmla="*/ 4784651 w 5381346"/>
                <a:gd name="connsiteY11-192" fmla="*/ 5858655 h 5890552"/>
                <a:gd name="connsiteX12-193" fmla="*/ 4890977 w 5381346"/>
                <a:gd name="connsiteY12-194" fmla="*/ 3519492 h 5890552"/>
                <a:gd name="connsiteX13-195" fmla="*/ 3030279 w 5381346"/>
                <a:gd name="connsiteY13-196" fmla="*/ 115 h 5890552"/>
                <a:gd name="connsiteX0-197" fmla="*/ 3030279 w 5381346"/>
                <a:gd name="connsiteY0-198" fmla="*/ 115 h 5890552"/>
                <a:gd name="connsiteX1-199" fmla="*/ 765544 w 5381346"/>
                <a:gd name="connsiteY1-200" fmla="*/ 1935241 h 5890552"/>
                <a:gd name="connsiteX2-201" fmla="*/ 0 w 5381346"/>
                <a:gd name="connsiteY2-202" fmla="*/ 3051659 h 5890552"/>
                <a:gd name="connsiteX3-203" fmla="*/ 510363 w 5381346"/>
                <a:gd name="connsiteY3-204" fmla="*/ 3328106 h 5890552"/>
                <a:gd name="connsiteX4-205" fmla="*/ 297711 w 5381346"/>
                <a:gd name="connsiteY4-206" fmla="*/ 3657715 h 5890552"/>
                <a:gd name="connsiteX5-207" fmla="*/ 489097 w 5381346"/>
                <a:gd name="connsiteY5-208" fmla="*/ 3870366 h 5890552"/>
                <a:gd name="connsiteX6-209" fmla="*/ 372139 w 5381346"/>
                <a:gd name="connsiteY6-210" fmla="*/ 4061752 h 5890552"/>
                <a:gd name="connsiteX7-211" fmla="*/ 563525 w 5381346"/>
                <a:gd name="connsiteY7-212" fmla="*/ 4316934 h 5890552"/>
                <a:gd name="connsiteX8-213" fmla="*/ 499730 w 5381346"/>
                <a:gd name="connsiteY8-214" fmla="*/ 4976152 h 5890552"/>
                <a:gd name="connsiteX9-215" fmla="*/ 1754372 w 5381346"/>
                <a:gd name="connsiteY9-216" fmla="*/ 5199436 h 5890552"/>
                <a:gd name="connsiteX10-217" fmla="*/ 1945758 w 5381346"/>
                <a:gd name="connsiteY10-218" fmla="*/ 5890552 h 5890552"/>
                <a:gd name="connsiteX11-219" fmla="*/ 4784651 w 5381346"/>
                <a:gd name="connsiteY11-220" fmla="*/ 5858655 h 5890552"/>
                <a:gd name="connsiteX12-221" fmla="*/ 4890977 w 5381346"/>
                <a:gd name="connsiteY12-222" fmla="*/ 3519492 h 5890552"/>
                <a:gd name="connsiteX13-223" fmla="*/ 3030279 w 5381346"/>
                <a:gd name="connsiteY13-224" fmla="*/ 115 h 5890552"/>
                <a:gd name="connsiteX0-225" fmla="*/ 3030279 w 5381346"/>
                <a:gd name="connsiteY0-226" fmla="*/ 115 h 5890552"/>
                <a:gd name="connsiteX1-227" fmla="*/ 765544 w 5381346"/>
                <a:gd name="connsiteY1-228" fmla="*/ 1935241 h 5890552"/>
                <a:gd name="connsiteX2-229" fmla="*/ 0 w 5381346"/>
                <a:gd name="connsiteY2-230" fmla="*/ 3051659 h 5890552"/>
                <a:gd name="connsiteX3-231" fmla="*/ 510363 w 5381346"/>
                <a:gd name="connsiteY3-232" fmla="*/ 3328106 h 5890552"/>
                <a:gd name="connsiteX4-233" fmla="*/ 297711 w 5381346"/>
                <a:gd name="connsiteY4-234" fmla="*/ 3657715 h 5890552"/>
                <a:gd name="connsiteX5-235" fmla="*/ 489097 w 5381346"/>
                <a:gd name="connsiteY5-236" fmla="*/ 3870366 h 5890552"/>
                <a:gd name="connsiteX6-237" fmla="*/ 372139 w 5381346"/>
                <a:gd name="connsiteY6-238" fmla="*/ 4061752 h 5890552"/>
                <a:gd name="connsiteX7-239" fmla="*/ 563525 w 5381346"/>
                <a:gd name="connsiteY7-240" fmla="*/ 4316934 h 5890552"/>
                <a:gd name="connsiteX8-241" fmla="*/ 499730 w 5381346"/>
                <a:gd name="connsiteY8-242" fmla="*/ 4976152 h 5890552"/>
                <a:gd name="connsiteX9-243" fmla="*/ 1754372 w 5381346"/>
                <a:gd name="connsiteY9-244" fmla="*/ 5199436 h 5890552"/>
                <a:gd name="connsiteX10-245" fmla="*/ 1945758 w 5381346"/>
                <a:gd name="connsiteY10-246" fmla="*/ 5890552 h 5890552"/>
                <a:gd name="connsiteX11-247" fmla="*/ 4784651 w 5381346"/>
                <a:gd name="connsiteY11-248" fmla="*/ 5858655 h 5890552"/>
                <a:gd name="connsiteX12-249" fmla="*/ 4890977 w 5381346"/>
                <a:gd name="connsiteY12-250" fmla="*/ 3519492 h 5890552"/>
                <a:gd name="connsiteX13-251" fmla="*/ 3030279 w 5381346"/>
                <a:gd name="connsiteY13-252" fmla="*/ 115 h 5890552"/>
                <a:gd name="connsiteX0-253" fmla="*/ 3030279 w 5381346"/>
                <a:gd name="connsiteY0-254" fmla="*/ 115 h 5890552"/>
                <a:gd name="connsiteX1-255" fmla="*/ 765544 w 5381346"/>
                <a:gd name="connsiteY1-256" fmla="*/ 1935241 h 5890552"/>
                <a:gd name="connsiteX2-257" fmla="*/ 0 w 5381346"/>
                <a:gd name="connsiteY2-258" fmla="*/ 3051659 h 5890552"/>
                <a:gd name="connsiteX3-259" fmla="*/ 510363 w 5381346"/>
                <a:gd name="connsiteY3-260" fmla="*/ 3328106 h 5890552"/>
                <a:gd name="connsiteX4-261" fmla="*/ 297711 w 5381346"/>
                <a:gd name="connsiteY4-262" fmla="*/ 3657715 h 5890552"/>
                <a:gd name="connsiteX5-263" fmla="*/ 489097 w 5381346"/>
                <a:gd name="connsiteY5-264" fmla="*/ 3870366 h 5890552"/>
                <a:gd name="connsiteX6-265" fmla="*/ 372139 w 5381346"/>
                <a:gd name="connsiteY6-266" fmla="*/ 4061752 h 5890552"/>
                <a:gd name="connsiteX7-267" fmla="*/ 563525 w 5381346"/>
                <a:gd name="connsiteY7-268" fmla="*/ 4316934 h 5890552"/>
                <a:gd name="connsiteX8-269" fmla="*/ 499730 w 5381346"/>
                <a:gd name="connsiteY8-270" fmla="*/ 4976152 h 5890552"/>
                <a:gd name="connsiteX9-271" fmla="*/ 1754372 w 5381346"/>
                <a:gd name="connsiteY9-272" fmla="*/ 5199436 h 5890552"/>
                <a:gd name="connsiteX10-273" fmla="*/ 1945758 w 5381346"/>
                <a:gd name="connsiteY10-274" fmla="*/ 5890552 h 5890552"/>
                <a:gd name="connsiteX11-275" fmla="*/ 4784651 w 5381346"/>
                <a:gd name="connsiteY11-276" fmla="*/ 5858655 h 5890552"/>
                <a:gd name="connsiteX12-277" fmla="*/ 4890977 w 5381346"/>
                <a:gd name="connsiteY12-278" fmla="*/ 3519492 h 5890552"/>
                <a:gd name="connsiteX13-279" fmla="*/ 3030279 w 5381346"/>
                <a:gd name="connsiteY13-280" fmla="*/ 115 h 5890552"/>
                <a:gd name="connsiteX0-281" fmla="*/ 3030279 w 5381346"/>
                <a:gd name="connsiteY0-282" fmla="*/ 175 h 5890612"/>
                <a:gd name="connsiteX1-283" fmla="*/ 765544 w 5381346"/>
                <a:gd name="connsiteY1-284" fmla="*/ 1935301 h 5890612"/>
                <a:gd name="connsiteX2-285" fmla="*/ 0 w 5381346"/>
                <a:gd name="connsiteY2-286" fmla="*/ 3051719 h 5890612"/>
                <a:gd name="connsiteX3-287" fmla="*/ 510363 w 5381346"/>
                <a:gd name="connsiteY3-288" fmla="*/ 3328166 h 5890612"/>
                <a:gd name="connsiteX4-289" fmla="*/ 297711 w 5381346"/>
                <a:gd name="connsiteY4-290" fmla="*/ 3657775 h 5890612"/>
                <a:gd name="connsiteX5-291" fmla="*/ 489097 w 5381346"/>
                <a:gd name="connsiteY5-292" fmla="*/ 3870426 h 5890612"/>
                <a:gd name="connsiteX6-293" fmla="*/ 372139 w 5381346"/>
                <a:gd name="connsiteY6-294" fmla="*/ 4061812 h 5890612"/>
                <a:gd name="connsiteX7-295" fmla="*/ 563525 w 5381346"/>
                <a:gd name="connsiteY7-296" fmla="*/ 4316994 h 5890612"/>
                <a:gd name="connsiteX8-297" fmla="*/ 499730 w 5381346"/>
                <a:gd name="connsiteY8-298" fmla="*/ 4976212 h 5890612"/>
                <a:gd name="connsiteX9-299" fmla="*/ 1754372 w 5381346"/>
                <a:gd name="connsiteY9-300" fmla="*/ 5199496 h 5890612"/>
                <a:gd name="connsiteX10-301" fmla="*/ 1945758 w 5381346"/>
                <a:gd name="connsiteY10-302" fmla="*/ 5890612 h 5890612"/>
                <a:gd name="connsiteX11-303" fmla="*/ 4784651 w 5381346"/>
                <a:gd name="connsiteY11-304" fmla="*/ 5858715 h 5890612"/>
                <a:gd name="connsiteX12-305" fmla="*/ 4890977 w 5381346"/>
                <a:gd name="connsiteY12-306" fmla="*/ 3519552 h 5890612"/>
                <a:gd name="connsiteX13-307" fmla="*/ 3030279 w 5381346"/>
                <a:gd name="connsiteY13-308" fmla="*/ 175 h 5890612"/>
                <a:gd name="connsiteX0-309" fmla="*/ 3030279 w 5381346"/>
                <a:gd name="connsiteY0-310" fmla="*/ 1733 h 5892170"/>
                <a:gd name="connsiteX1-311" fmla="*/ 0 w 5381346"/>
                <a:gd name="connsiteY1-312" fmla="*/ 3053277 h 5892170"/>
                <a:gd name="connsiteX2-313" fmla="*/ 510363 w 5381346"/>
                <a:gd name="connsiteY2-314" fmla="*/ 3329724 h 5892170"/>
                <a:gd name="connsiteX3-315" fmla="*/ 297711 w 5381346"/>
                <a:gd name="connsiteY3-316" fmla="*/ 3659333 h 5892170"/>
                <a:gd name="connsiteX4-317" fmla="*/ 489097 w 5381346"/>
                <a:gd name="connsiteY4-318" fmla="*/ 3871984 h 5892170"/>
                <a:gd name="connsiteX5-319" fmla="*/ 372139 w 5381346"/>
                <a:gd name="connsiteY5-320" fmla="*/ 4063370 h 5892170"/>
                <a:gd name="connsiteX6-321" fmla="*/ 563525 w 5381346"/>
                <a:gd name="connsiteY6-322" fmla="*/ 4318552 h 5892170"/>
                <a:gd name="connsiteX7-323" fmla="*/ 499730 w 5381346"/>
                <a:gd name="connsiteY7-324" fmla="*/ 4977770 h 5892170"/>
                <a:gd name="connsiteX8-325" fmla="*/ 1754372 w 5381346"/>
                <a:gd name="connsiteY8-326" fmla="*/ 5201054 h 5892170"/>
                <a:gd name="connsiteX9-327" fmla="*/ 1945758 w 5381346"/>
                <a:gd name="connsiteY9-328" fmla="*/ 5892170 h 5892170"/>
                <a:gd name="connsiteX10-329" fmla="*/ 4784651 w 5381346"/>
                <a:gd name="connsiteY10-330" fmla="*/ 5860273 h 5892170"/>
                <a:gd name="connsiteX11-331" fmla="*/ 4890977 w 5381346"/>
                <a:gd name="connsiteY11-332" fmla="*/ 3521110 h 5892170"/>
                <a:gd name="connsiteX12-333" fmla="*/ 3030279 w 5381346"/>
                <a:gd name="connsiteY12-334" fmla="*/ 1733 h 5892170"/>
                <a:gd name="connsiteX0-335" fmla="*/ 3030279 w 5381346"/>
                <a:gd name="connsiteY0-336" fmla="*/ 4 h 5890441"/>
                <a:gd name="connsiteX1-337" fmla="*/ 0 w 5381346"/>
                <a:gd name="connsiteY1-338" fmla="*/ 3051548 h 5890441"/>
                <a:gd name="connsiteX2-339" fmla="*/ 510363 w 5381346"/>
                <a:gd name="connsiteY2-340" fmla="*/ 3327995 h 5890441"/>
                <a:gd name="connsiteX3-341" fmla="*/ 297711 w 5381346"/>
                <a:gd name="connsiteY3-342" fmla="*/ 3657604 h 5890441"/>
                <a:gd name="connsiteX4-343" fmla="*/ 489097 w 5381346"/>
                <a:gd name="connsiteY4-344" fmla="*/ 3870255 h 5890441"/>
                <a:gd name="connsiteX5-345" fmla="*/ 372139 w 5381346"/>
                <a:gd name="connsiteY5-346" fmla="*/ 4061641 h 5890441"/>
                <a:gd name="connsiteX6-347" fmla="*/ 563525 w 5381346"/>
                <a:gd name="connsiteY6-348" fmla="*/ 4316823 h 5890441"/>
                <a:gd name="connsiteX7-349" fmla="*/ 499730 w 5381346"/>
                <a:gd name="connsiteY7-350" fmla="*/ 4976041 h 5890441"/>
                <a:gd name="connsiteX8-351" fmla="*/ 1754372 w 5381346"/>
                <a:gd name="connsiteY8-352" fmla="*/ 5199325 h 5890441"/>
                <a:gd name="connsiteX9-353" fmla="*/ 1945758 w 5381346"/>
                <a:gd name="connsiteY9-354" fmla="*/ 5890441 h 5890441"/>
                <a:gd name="connsiteX10-355" fmla="*/ 4784651 w 5381346"/>
                <a:gd name="connsiteY10-356" fmla="*/ 5858544 h 5890441"/>
                <a:gd name="connsiteX11-357" fmla="*/ 4890977 w 5381346"/>
                <a:gd name="connsiteY11-358" fmla="*/ 3519381 h 5890441"/>
                <a:gd name="connsiteX12-359" fmla="*/ 3030279 w 5381346"/>
                <a:gd name="connsiteY12-360" fmla="*/ 4 h 5890441"/>
                <a:gd name="connsiteX0-361" fmla="*/ 3040277 w 5391344"/>
                <a:gd name="connsiteY0-362" fmla="*/ 4 h 5890441"/>
                <a:gd name="connsiteX1-363" fmla="*/ 9998 w 5391344"/>
                <a:gd name="connsiteY1-364" fmla="*/ 3051548 h 5890441"/>
                <a:gd name="connsiteX2-365" fmla="*/ 520361 w 5391344"/>
                <a:gd name="connsiteY2-366" fmla="*/ 3327995 h 5890441"/>
                <a:gd name="connsiteX3-367" fmla="*/ 307709 w 5391344"/>
                <a:gd name="connsiteY3-368" fmla="*/ 3657604 h 5890441"/>
                <a:gd name="connsiteX4-369" fmla="*/ 499095 w 5391344"/>
                <a:gd name="connsiteY4-370" fmla="*/ 3870255 h 5890441"/>
                <a:gd name="connsiteX5-371" fmla="*/ 382137 w 5391344"/>
                <a:gd name="connsiteY5-372" fmla="*/ 4061641 h 5890441"/>
                <a:gd name="connsiteX6-373" fmla="*/ 573523 w 5391344"/>
                <a:gd name="connsiteY6-374" fmla="*/ 4316823 h 5890441"/>
                <a:gd name="connsiteX7-375" fmla="*/ 509728 w 5391344"/>
                <a:gd name="connsiteY7-376" fmla="*/ 4976041 h 5890441"/>
                <a:gd name="connsiteX8-377" fmla="*/ 1764370 w 5391344"/>
                <a:gd name="connsiteY8-378" fmla="*/ 5199325 h 5890441"/>
                <a:gd name="connsiteX9-379" fmla="*/ 1955756 w 5391344"/>
                <a:gd name="connsiteY9-380" fmla="*/ 5890441 h 5890441"/>
                <a:gd name="connsiteX10-381" fmla="*/ 4794649 w 5391344"/>
                <a:gd name="connsiteY10-382" fmla="*/ 5858544 h 5890441"/>
                <a:gd name="connsiteX11-383" fmla="*/ 4900975 w 5391344"/>
                <a:gd name="connsiteY11-384" fmla="*/ 3519381 h 5890441"/>
                <a:gd name="connsiteX12-385" fmla="*/ 3040277 w 5391344"/>
                <a:gd name="connsiteY12-386" fmla="*/ 4 h 5890441"/>
                <a:gd name="connsiteX0-387" fmla="*/ 3040277 w 5391344"/>
                <a:gd name="connsiteY0-388" fmla="*/ 4 h 5890441"/>
                <a:gd name="connsiteX1-389" fmla="*/ 9998 w 5391344"/>
                <a:gd name="connsiteY1-390" fmla="*/ 3051548 h 5890441"/>
                <a:gd name="connsiteX2-391" fmla="*/ 520361 w 5391344"/>
                <a:gd name="connsiteY2-392" fmla="*/ 3327995 h 5890441"/>
                <a:gd name="connsiteX3-393" fmla="*/ 307709 w 5391344"/>
                <a:gd name="connsiteY3-394" fmla="*/ 3657604 h 5890441"/>
                <a:gd name="connsiteX4-395" fmla="*/ 499095 w 5391344"/>
                <a:gd name="connsiteY4-396" fmla="*/ 3870255 h 5890441"/>
                <a:gd name="connsiteX5-397" fmla="*/ 382137 w 5391344"/>
                <a:gd name="connsiteY5-398" fmla="*/ 4061641 h 5890441"/>
                <a:gd name="connsiteX6-399" fmla="*/ 573523 w 5391344"/>
                <a:gd name="connsiteY6-400" fmla="*/ 4316823 h 5890441"/>
                <a:gd name="connsiteX7-401" fmla="*/ 509728 w 5391344"/>
                <a:gd name="connsiteY7-402" fmla="*/ 4976041 h 5890441"/>
                <a:gd name="connsiteX8-403" fmla="*/ 1764370 w 5391344"/>
                <a:gd name="connsiteY8-404" fmla="*/ 5199325 h 5890441"/>
                <a:gd name="connsiteX9-405" fmla="*/ 1955756 w 5391344"/>
                <a:gd name="connsiteY9-406" fmla="*/ 5890441 h 5890441"/>
                <a:gd name="connsiteX10-407" fmla="*/ 4794649 w 5391344"/>
                <a:gd name="connsiteY10-408" fmla="*/ 5858544 h 5890441"/>
                <a:gd name="connsiteX11-409" fmla="*/ 4900975 w 5391344"/>
                <a:gd name="connsiteY11-410" fmla="*/ 3519381 h 5890441"/>
                <a:gd name="connsiteX12-411" fmla="*/ 3040277 w 5391344"/>
                <a:gd name="connsiteY12-412" fmla="*/ 4 h 5890441"/>
                <a:gd name="connsiteX0-413" fmla="*/ 3030279 w 5381346"/>
                <a:gd name="connsiteY0-414" fmla="*/ 92120 h 5982557"/>
                <a:gd name="connsiteX1-415" fmla="*/ 914399 w 5381346"/>
                <a:gd name="connsiteY1-416" fmla="*/ 1187274 h 5982557"/>
                <a:gd name="connsiteX2-417" fmla="*/ 0 w 5381346"/>
                <a:gd name="connsiteY2-418" fmla="*/ 3143664 h 5982557"/>
                <a:gd name="connsiteX3-419" fmla="*/ 510363 w 5381346"/>
                <a:gd name="connsiteY3-420" fmla="*/ 3420111 h 5982557"/>
                <a:gd name="connsiteX4-421" fmla="*/ 297711 w 5381346"/>
                <a:gd name="connsiteY4-422" fmla="*/ 3749720 h 5982557"/>
                <a:gd name="connsiteX5-423" fmla="*/ 489097 w 5381346"/>
                <a:gd name="connsiteY5-424" fmla="*/ 3962371 h 5982557"/>
                <a:gd name="connsiteX6-425" fmla="*/ 372139 w 5381346"/>
                <a:gd name="connsiteY6-426" fmla="*/ 4153757 h 5982557"/>
                <a:gd name="connsiteX7-427" fmla="*/ 563525 w 5381346"/>
                <a:gd name="connsiteY7-428" fmla="*/ 4408939 h 5982557"/>
                <a:gd name="connsiteX8-429" fmla="*/ 499730 w 5381346"/>
                <a:gd name="connsiteY8-430" fmla="*/ 5068157 h 5982557"/>
                <a:gd name="connsiteX9-431" fmla="*/ 1754372 w 5381346"/>
                <a:gd name="connsiteY9-432" fmla="*/ 5291441 h 5982557"/>
                <a:gd name="connsiteX10-433" fmla="*/ 1945758 w 5381346"/>
                <a:gd name="connsiteY10-434" fmla="*/ 5982557 h 5982557"/>
                <a:gd name="connsiteX11-435" fmla="*/ 4784651 w 5381346"/>
                <a:gd name="connsiteY11-436" fmla="*/ 5950660 h 5982557"/>
                <a:gd name="connsiteX12-437" fmla="*/ 4890977 w 5381346"/>
                <a:gd name="connsiteY12-438" fmla="*/ 3611497 h 5982557"/>
                <a:gd name="connsiteX13-439" fmla="*/ 3030279 w 5381346"/>
                <a:gd name="connsiteY13-440" fmla="*/ 92120 h 5982557"/>
                <a:gd name="connsiteX0-441" fmla="*/ 3030279 w 5381346"/>
                <a:gd name="connsiteY0-442" fmla="*/ 94250 h 5984687"/>
                <a:gd name="connsiteX1-443" fmla="*/ 914399 w 5381346"/>
                <a:gd name="connsiteY1-444" fmla="*/ 1189404 h 5984687"/>
                <a:gd name="connsiteX2-445" fmla="*/ 0 w 5381346"/>
                <a:gd name="connsiteY2-446" fmla="*/ 3145794 h 5984687"/>
                <a:gd name="connsiteX3-447" fmla="*/ 510363 w 5381346"/>
                <a:gd name="connsiteY3-448" fmla="*/ 3422241 h 5984687"/>
                <a:gd name="connsiteX4-449" fmla="*/ 297711 w 5381346"/>
                <a:gd name="connsiteY4-450" fmla="*/ 3751850 h 5984687"/>
                <a:gd name="connsiteX5-451" fmla="*/ 489097 w 5381346"/>
                <a:gd name="connsiteY5-452" fmla="*/ 3964501 h 5984687"/>
                <a:gd name="connsiteX6-453" fmla="*/ 372139 w 5381346"/>
                <a:gd name="connsiteY6-454" fmla="*/ 4155887 h 5984687"/>
                <a:gd name="connsiteX7-455" fmla="*/ 563525 w 5381346"/>
                <a:gd name="connsiteY7-456" fmla="*/ 4411069 h 5984687"/>
                <a:gd name="connsiteX8-457" fmla="*/ 499730 w 5381346"/>
                <a:gd name="connsiteY8-458" fmla="*/ 5070287 h 5984687"/>
                <a:gd name="connsiteX9-459" fmla="*/ 1754372 w 5381346"/>
                <a:gd name="connsiteY9-460" fmla="*/ 5293571 h 5984687"/>
                <a:gd name="connsiteX10-461" fmla="*/ 1945758 w 5381346"/>
                <a:gd name="connsiteY10-462" fmla="*/ 5984687 h 5984687"/>
                <a:gd name="connsiteX11-463" fmla="*/ 4784651 w 5381346"/>
                <a:gd name="connsiteY11-464" fmla="*/ 5952790 h 5984687"/>
                <a:gd name="connsiteX12-465" fmla="*/ 4890977 w 5381346"/>
                <a:gd name="connsiteY12-466" fmla="*/ 3613627 h 5984687"/>
                <a:gd name="connsiteX13-467" fmla="*/ 3030279 w 5381346"/>
                <a:gd name="connsiteY13-468" fmla="*/ 94250 h 5984687"/>
                <a:gd name="connsiteX0-469" fmla="*/ 3030279 w 5381346"/>
                <a:gd name="connsiteY0-470" fmla="*/ 0 h 5890437"/>
                <a:gd name="connsiteX1-471" fmla="*/ 914399 w 5381346"/>
                <a:gd name="connsiteY1-472" fmla="*/ 1095154 h 5890437"/>
                <a:gd name="connsiteX2-473" fmla="*/ 0 w 5381346"/>
                <a:gd name="connsiteY2-474" fmla="*/ 3051544 h 5890437"/>
                <a:gd name="connsiteX3-475" fmla="*/ 510363 w 5381346"/>
                <a:gd name="connsiteY3-476" fmla="*/ 3327991 h 5890437"/>
                <a:gd name="connsiteX4-477" fmla="*/ 297711 w 5381346"/>
                <a:gd name="connsiteY4-478" fmla="*/ 3657600 h 5890437"/>
                <a:gd name="connsiteX5-479" fmla="*/ 489097 w 5381346"/>
                <a:gd name="connsiteY5-480" fmla="*/ 3870251 h 5890437"/>
                <a:gd name="connsiteX6-481" fmla="*/ 372139 w 5381346"/>
                <a:gd name="connsiteY6-482" fmla="*/ 4061637 h 5890437"/>
                <a:gd name="connsiteX7-483" fmla="*/ 563525 w 5381346"/>
                <a:gd name="connsiteY7-484" fmla="*/ 4316819 h 5890437"/>
                <a:gd name="connsiteX8-485" fmla="*/ 499730 w 5381346"/>
                <a:gd name="connsiteY8-486" fmla="*/ 4976037 h 5890437"/>
                <a:gd name="connsiteX9-487" fmla="*/ 1754372 w 5381346"/>
                <a:gd name="connsiteY9-488" fmla="*/ 5199321 h 5890437"/>
                <a:gd name="connsiteX10-489" fmla="*/ 1945758 w 5381346"/>
                <a:gd name="connsiteY10-490" fmla="*/ 5890437 h 5890437"/>
                <a:gd name="connsiteX11-491" fmla="*/ 4784651 w 5381346"/>
                <a:gd name="connsiteY11-492" fmla="*/ 5858540 h 5890437"/>
                <a:gd name="connsiteX12-493" fmla="*/ 4890977 w 5381346"/>
                <a:gd name="connsiteY12-494" fmla="*/ 3519377 h 5890437"/>
                <a:gd name="connsiteX13-495" fmla="*/ 3030279 w 5381346"/>
                <a:gd name="connsiteY13-496" fmla="*/ 0 h 5890437"/>
                <a:gd name="connsiteX0-497" fmla="*/ 3030279 w 5381346"/>
                <a:gd name="connsiteY0-498" fmla="*/ 0 h 5890437"/>
                <a:gd name="connsiteX1-499" fmla="*/ 914399 w 5381346"/>
                <a:gd name="connsiteY1-500" fmla="*/ 1095154 h 5890437"/>
                <a:gd name="connsiteX2-501" fmla="*/ 0 w 5381346"/>
                <a:gd name="connsiteY2-502" fmla="*/ 3051544 h 5890437"/>
                <a:gd name="connsiteX3-503" fmla="*/ 510363 w 5381346"/>
                <a:gd name="connsiteY3-504" fmla="*/ 3327991 h 5890437"/>
                <a:gd name="connsiteX4-505" fmla="*/ 297711 w 5381346"/>
                <a:gd name="connsiteY4-506" fmla="*/ 3657600 h 5890437"/>
                <a:gd name="connsiteX5-507" fmla="*/ 489097 w 5381346"/>
                <a:gd name="connsiteY5-508" fmla="*/ 3870251 h 5890437"/>
                <a:gd name="connsiteX6-509" fmla="*/ 372139 w 5381346"/>
                <a:gd name="connsiteY6-510" fmla="*/ 4061637 h 5890437"/>
                <a:gd name="connsiteX7-511" fmla="*/ 563525 w 5381346"/>
                <a:gd name="connsiteY7-512" fmla="*/ 4316819 h 5890437"/>
                <a:gd name="connsiteX8-513" fmla="*/ 499730 w 5381346"/>
                <a:gd name="connsiteY8-514" fmla="*/ 4976037 h 5890437"/>
                <a:gd name="connsiteX9-515" fmla="*/ 1754372 w 5381346"/>
                <a:gd name="connsiteY9-516" fmla="*/ 5199321 h 5890437"/>
                <a:gd name="connsiteX10-517" fmla="*/ 1945758 w 5381346"/>
                <a:gd name="connsiteY10-518" fmla="*/ 5890437 h 5890437"/>
                <a:gd name="connsiteX11-519" fmla="*/ 4784651 w 5381346"/>
                <a:gd name="connsiteY11-520" fmla="*/ 5858540 h 5890437"/>
                <a:gd name="connsiteX12-521" fmla="*/ 4890977 w 5381346"/>
                <a:gd name="connsiteY12-522" fmla="*/ 3519377 h 5890437"/>
                <a:gd name="connsiteX13-523" fmla="*/ 3030279 w 5381346"/>
                <a:gd name="connsiteY13-524" fmla="*/ 0 h 5890437"/>
                <a:gd name="connsiteX0-525" fmla="*/ 3030726 w 5381793"/>
                <a:gd name="connsiteY0-526" fmla="*/ 0 h 5890437"/>
                <a:gd name="connsiteX1-527" fmla="*/ 914846 w 5381793"/>
                <a:gd name="connsiteY1-528" fmla="*/ 1095154 h 5890437"/>
                <a:gd name="connsiteX2-529" fmla="*/ 649032 w 5381793"/>
                <a:gd name="connsiteY2-530" fmla="*/ 2137144 h 5890437"/>
                <a:gd name="connsiteX3-531" fmla="*/ 447 w 5381793"/>
                <a:gd name="connsiteY3-532" fmla="*/ 3051544 h 5890437"/>
                <a:gd name="connsiteX4-533" fmla="*/ 510810 w 5381793"/>
                <a:gd name="connsiteY4-534" fmla="*/ 3327991 h 5890437"/>
                <a:gd name="connsiteX5-535" fmla="*/ 298158 w 5381793"/>
                <a:gd name="connsiteY5-536" fmla="*/ 3657600 h 5890437"/>
                <a:gd name="connsiteX6-537" fmla="*/ 489544 w 5381793"/>
                <a:gd name="connsiteY6-538" fmla="*/ 3870251 h 5890437"/>
                <a:gd name="connsiteX7-539" fmla="*/ 372586 w 5381793"/>
                <a:gd name="connsiteY7-540" fmla="*/ 4061637 h 5890437"/>
                <a:gd name="connsiteX8-541" fmla="*/ 563972 w 5381793"/>
                <a:gd name="connsiteY8-542" fmla="*/ 4316819 h 5890437"/>
                <a:gd name="connsiteX9-543" fmla="*/ 500177 w 5381793"/>
                <a:gd name="connsiteY9-544" fmla="*/ 4976037 h 5890437"/>
                <a:gd name="connsiteX10-545" fmla="*/ 1754819 w 5381793"/>
                <a:gd name="connsiteY10-546" fmla="*/ 5199321 h 5890437"/>
                <a:gd name="connsiteX11-547" fmla="*/ 1946205 w 5381793"/>
                <a:gd name="connsiteY11-548" fmla="*/ 5890437 h 5890437"/>
                <a:gd name="connsiteX12-549" fmla="*/ 4785098 w 5381793"/>
                <a:gd name="connsiteY12-550" fmla="*/ 5858540 h 5890437"/>
                <a:gd name="connsiteX13-551" fmla="*/ 4891424 w 5381793"/>
                <a:gd name="connsiteY13-552" fmla="*/ 3519377 h 5890437"/>
                <a:gd name="connsiteX14" fmla="*/ 3030726 w 5381793"/>
                <a:gd name="connsiteY14" fmla="*/ 0 h 5890437"/>
                <a:gd name="connsiteX0-553" fmla="*/ 3030726 w 5381793"/>
                <a:gd name="connsiteY0-554" fmla="*/ 0 h 5890437"/>
                <a:gd name="connsiteX1-555" fmla="*/ 914846 w 5381793"/>
                <a:gd name="connsiteY1-556" fmla="*/ 1095154 h 5890437"/>
                <a:gd name="connsiteX2-557" fmla="*/ 649032 w 5381793"/>
                <a:gd name="connsiteY2-558" fmla="*/ 2137144 h 5890437"/>
                <a:gd name="connsiteX3-559" fmla="*/ 447 w 5381793"/>
                <a:gd name="connsiteY3-560" fmla="*/ 3051544 h 5890437"/>
                <a:gd name="connsiteX4-561" fmla="*/ 510810 w 5381793"/>
                <a:gd name="connsiteY4-562" fmla="*/ 3327991 h 5890437"/>
                <a:gd name="connsiteX5-563" fmla="*/ 298158 w 5381793"/>
                <a:gd name="connsiteY5-564" fmla="*/ 3657600 h 5890437"/>
                <a:gd name="connsiteX6-565" fmla="*/ 489544 w 5381793"/>
                <a:gd name="connsiteY6-566" fmla="*/ 3870251 h 5890437"/>
                <a:gd name="connsiteX7-567" fmla="*/ 372586 w 5381793"/>
                <a:gd name="connsiteY7-568" fmla="*/ 4061637 h 5890437"/>
                <a:gd name="connsiteX8-569" fmla="*/ 563972 w 5381793"/>
                <a:gd name="connsiteY8-570" fmla="*/ 4316819 h 5890437"/>
                <a:gd name="connsiteX9-571" fmla="*/ 500177 w 5381793"/>
                <a:gd name="connsiteY9-572" fmla="*/ 4976037 h 5890437"/>
                <a:gd name="connsiteX10-573" fmla="*/ 1754819 w 5381793"/>
                <a:gd name="connsiteY10-574" fmla="*/ 5199321 h 5890437"/>
                <a:gd name="connsiteX11-575" fmla="*/ 1946205 w 5381793"/>
                <a:gd name="connsiteY11-576" fmla="*/ 5890437 h 5890437"/>
                <a:gd name="connsiteX12-577" fmla="*/ 4785098 w 5381793"/>
                <a:gd name="connsiteY12-578" fmla="*/ 5858540 h 5890437"/>
                <a:gd name="connsiteX13-579" fmla="*/ 4891424 w 5381793"/>
                <a:gd name="connsiteY13-580" fmla="*/ 3519377 h 5890437"/>
                <a:gd name="connsiteX14-581" fmla="*/ 3030726 w 5381793"/>
                <a:gd name="connsiteY14-582" fmla="*/ 0 h 5890437"/>
                <a:gd name="connsiteX0-583" fmla="*/ 3030726 w 5381793"/>
                <a:gd name="connsiteY0-584" fmla="*/ 0 h 5890437"/>
                <a:gd name="connsiteX1-585" fmla="*/ 914846 w 5381793"/>
                <a:gd name="connsiteY1-586" fmla="*/ 1095154 h 5890437"/>
                <a:gd name="connsiteX2-587" fmla="*/ 649032 w 5381793"/>
                <a:gd name="connsiteY2-588" fmla="*/ 2137144 h 5890437"/>
                <a:gd name="connsiteX3-589" fmla="*/ 447 w 5381793"/>
                <a:gd name="connsiteY3-590" fmla="*/ 3051544 h 5890437"/>
                <a:gd name="connsiteX4-591" fmla="*/ 510810 w 5381793"/>
                <a:gd name="connsiteY4-592" fmla="*/ 3327991 h 5890437"/>
                <a:gd name="connsiteX5-593" fmla="*/ 298158 w 5381793"/>
                <a:gd name="connsiteY5-594" fmla="*/ 3657600 h 5890437"/>
                <a:gd name="connsiteX6-595" fmla="*/ 489544 w 5381793"/>
                <a:gd name="connsiteY6-596" fmla="*/ 3870251 h 5890437"/>
                <a:gd name="connsiteX7-597" fmla="*/ 372586 w 5381793"/>
                <a:gd name="connsiteY7-598" fmla="*/ 4061637 h 5890437"/>
                <a:gd name="connsiteX8-599" fmla="*/ 563972 w 5381793"/>
                <a:gd name="connsiteY8-600" fmla="*/ 4316819 h 5890437"/>
                <a:gd name="connsiteX9-601" fmla="*/ 500177 w 5381793"/>
                <a:gd name="connsiteY9-602" fmla="*/ 4976037 h 5890437"/>
                <a:gd name="connsiteX10-603" fmla="*/ 1754819 w 5381793"/>
                <a:gd name="connsiteY10-604" fmla="*/ 5199321 h 5890437"/>
                <a:gd name="connsiteX11-605" fmla="*/ 1946205 w 5381793"/>
                <a:gd name="connsiteY11-606" fmla="*/ 5890437 h 5890437"/>
                <a:gd name="connsiteX12-607" fmla="*/ 4785098 w 5381793"/>
                <a:gd name="connsiteY12-608" fmla="*/ 5858540 h 5890437"/>
                <a:gd name="connsiteX13-609" fmla="*/ 4891424 w 5381793"/>
                <a:gd name="connsiteY13-610" fmla="*/ 3519377 h 5890437"/>
                <a:gd name="connsiteX14-611" fmla="*/ 3030726 w 5381793"/>
                <a:gd name="connsiteY14-612" fmla="*/ 0 h 5890437"/>
                <a:gd name="connsiteX0-613" fmla="*/ 3030726 w 5381793"/>
                <a:gd name="connsiteY0-614" fmla="*/ 0 h 5890437"/>
                <a:gd name="connsiteX1-615" fmla="*/ 872315 w 5381793"/>
                <a:gd name="connsiteY1-616" fmla="*/ 1063257 h 5890437"/>
                <a:gd name="connsiteX2-617" fmla="*/ 649032 w 5381793"/>
                <a:gd name="connsiteY2-618" fmla="*/ 2137144 h 5890437"/>
                <a:gd name="connsiteX3-619" fmla="*/ 447 w 5381793"/>
                <a:gd name="connsiteY3-620" fmla="*/ 3051544 h 5890437"/>
                <a:gd name="connsiteX4-621" fmla="*/ 510810 w 5381793"/>
                <a:gd name="connsiteY4-622" fmla="*/ 3327991 h 5890437"/>
                <a:gd name="connsiteX5-623" fmla="*/ 298158 w 5381793"/>
                <a:gd name="connsiteY5-624" fmla="*/ 3657600 h 5890437"/>
                <a:gd name="connsiteX6-625" fmla="*/ 489544 w 5381793"/>
                <a:gd name="connsiteY6-626" fmla="*/ 3870251 h 5890437"/>
                <a:gd name="connsiteX7-627" fmla="*/ 372586 w 5381793"/>
                <a:gd name="connsiteY7-628" fmla="*/ 4061637 h 5890437"/>
                <a:gd name="connsiteX8-629" fmla="*/ 563972 w 5381793"/>
                <a:gd name="connsiteY8-630" fmla="*/ 4316819 h 5890437"/>
                <a:gd name="connsiteX9-631" fmla="*/ 500177 w 5381793"/>
                <a:gd name="connsiteY9-632" fmla="*/ 4976037 h 5890437"/>
                <a:gd name="connsiteX10-633" fmla="*/ 1754819 w 5381793"/>
                <a:gd name="connsiteY10-634" fmla="*/ 5199321 h 5890437"/>
                <a:gd name="connsiteX11-635" fmla="*/ 1946205 w 5381793"/>
                <a:gd name="connsiteY11-636" fmla="*/ 5890437 h 5890437"/>
                <a:gd name="connsiteX12-637" fmla="*/ 4785098 w 5381793"/>
                <a:gd name="connsiteY12-638" fmla="*/ 5858540 h 5890437"/>
                <a:gd name="connsiteX13-639" fmla="*/ 4891424 w 5381793"/>
                <a:gd name="connsiteY13-640" fmla="*/ 3519377 h 5890437"/>
                <a:gd name="connsiteX14-641" fmla="*/ 3030726 w 5381793"/>
                <a:gd name="connsiteY14-642" fmla="*/ 0 h 5890437"/>
                <a:gd name="connsiteX0-643" fmla="*/ 3030726 w 5381793"/>
                <a:gd name="connsiteY0-644" fmla="*/ 0 h 5890437"/>
                <a:gd name="connsiteX1-645" fmla="*/ 872315 w 5381793"/>
                <a:gd name="connsiteY1-646" fmla="*/ 1063257 h 5890437"/>
                <a:gd name="connsiteX2-647" fmla="*/ 649032 w 5381793"/>
                <a:gd name="connsiteY2-648" fmla="*/ 2137144 h 5890437"/>
                <a:gd name="connsiteX3-649" fmla="*/ 447 w 5381793"/>
                <a:gd name="connsiteY3-650" fmla="*/ 3051544 h 5890437"/>
                <a:gd name="connsiteX4-651" fmla="*/ 510810 w 5381793"/>
                <a:gd name="connsiteY4-652" fmla="*/ 3327991 h 5890437"/>
                <a:gd name="connsiteX5-653" fmla="*/ 298158 w 5381793"/>
                <a:gd name="connsiteY5-654" fmla="*/ 3657600 h 5890437"/>
                <a:gd name="connsiteX6-655" fmla="*/ 489544 w 5381793"/>
                <a:gd name="connsiteY6-656" fmla="*/ 3870251 h 5890437"/>
                <a:gd name="connsiteX7-657" fmla="*/ 372586 w 5381793"/>
                <a:gd name="connsiteY7-658" fmla="*/ 4061637 h 5890437"/>
                <a:gd name="connsiteX8-659" fmla="*/ 563972 w 5381793"/>
                <a:gd name="connsiteY8-660" fmla="*/ 4316819 h 5890437"/>
                <a:gd name="connsiteX9-661" fmla="*/ 500177 w 5381793"/>
                <a:gd name="connsiteY9-662" fmla="*/ 4976037 h 5890437"/>
                <a:gd name="connsiteX10-663" fmla="*/ 1754819 w 5381793"/>
                <a:gd name="connsiteY10-664" fmla="*/ 5199321 h 5890437"/>
                <a:gd name="connsiteX11-665" fmla="*/ 1946205 w 5381793"/>
                <a:gd name="connsiteY11-666" fmla="*/ 5890437 h 5890437"/>
                <a:gd name="connsiteX12-667" fmla="*/ 4785098 w 5381793"/>
                <a:gd name="connsiteY12-668" fmla="*/ 5858540 h 5890437"/>
                <a:gd name="connsiteX13-669" fmla="*/ 4891424 w 5381793"/>
                <a:gd name="connsiteY13-670" fmla="*/ 3519377 h 5890437"/>
                <a:gd name="connsiteX14-671" fmla="*/ 3030726 w 5381793"/>
                <a:gd name="connsiteY14-672" fmla="*/ 0 h 5890437"/>
                <a:gd name="connsiteX0-673" fmla="*/ 3030726 w 5381793"/>
                <a:gd name="connsiteY0-674" fmla="*/ 0 h 5890437"/>
                <a:gd name="connsiteX1-675" fmla="*/ 872315 w 5381793"/>
                <a:gd name="connsiteY1-676" fmla="*/ 1063257 h 5890437"/>
                <a:gd name="connsiteX2-677" fmla="*/ 649032 w 5381793"/>
                <a:gd name="connsiteY2-678" fmla="*/ 2137144 h 5890437"/>
                <a:gd name="connsiteX3-679" fmla="*/ 447 w 5381793"/>
                <a:gd name="connsiteY3-680" fmla="*/ 3051544 h 5890437"/>
                <a:gd name="connsiteX4-681" fmla="*/ 510810 w 5381793"/>
                <a:gd name="connsiteY4-682" fmla="*/ 3327991 h 5890437"/>
                <a:gd name="connsiteX5-683" fmla="*/ 298158 w 5381793"/>
                <a:gd name="connsiteY5-684" fmla="*/ 3657600 h 5890437"/>
                <a:gd name="connsiteX6-685" fmla="*/ 489544 w 5381793"/>
                <a:gd name="connsiteY6-686" fmla="*/ 3870251 h 5890437"/>
                <a:gd name="connsiteX7-687" fmla="*/ 372586 w 5381793"/>
                <a:gd name="connsiteY7-688" fmla="*/ 4061637 h 5890437"/>
                <a:gd name="connsiteX8-689" fmla="*/ 563972 w 5381793"/>
                <a:gd name="connsiteY8-690" fmla="*/ 4316819 h 5890437"/>
                <a:gd name="connsiteX9-691" fmla="*/ 500177 w 5381793"/>
                <a:gd name="connsiteY9-692" fmla="*/ 4976037 h 5890437"/>
                <a:gd name="connsiteX10-693" fmla="*/ 1754819 w 5381793"/>
                <a:gd name="connsiteY10-694" fmla="*/ 5199321 h 5890437"/>
                <a:gd name="connsiteX11-695" fmla="*/ 1946205 w 5381793"/>
                <a:gd name="connsiteY11-696" fmla="*/ 5890437 h 5890437"/>
                <a:gd name="connsiteX12-697" fmla="*/ 4785098 w 5381793"/>
                <a:gd name="connsiteY12-698" fmla="*/ 5858540 h 5890437"/>
                <a:gd name="connsiteX13-699" fmla="*/ 4891424 w 5381793"/>
                <a:gd name="connsiteY13-700" fmla="*/ 3519377 h 5890437"/>
                <a:gd name="connsiteX14-701" fmla="*/ 3030726 w 5381793"/>
                <a:gd name="connsiteY14-702" fmla="*/ 0 h 5890437"/>
                <a:gd name="connsiteX0-703" fmla="*/ 3030726 w 5381793"/>
                <a:gd name="connsiteY0-704" fmla="*/ 0 h 5890437"/>
                <a:gd name="connsiteX1-705" fmla="*/ 872315 w 5381793"/>
                <a:gd name="connsiteY1-706" fmla="*/ 1063257 h 5890437"/>
                <a:gd name="connsiteX2-707" fmla="*/ 649032 w 5381793"/>
                <a:gd name="connsiteY2-708" fmla="*/ 2137144 h 5890437"/>
                <a:gd name="connsiteX3-709" fmla="*/ 447 w 5381793"/>
                <a:gd name="connsiteY3-710" fmla="*/ 3051544 h 5890437"/>
                <a:gd name="connsiteX4-711" fmla="*/ 510810 w 5381793"/>
                <a:gd name="connsiteY4-712" fmla="*/ 3327991 h 5890437"/>
                <a:gd name="connsiteX5-713" fmla="*/ 298158 w 5381793"/>
                <a:gd name="connsiteY5-714" fmla="*/ 3657600 h 5890437"/>
                <a:gd name="connsiteX6-715" fmla="*/ 489544 w 5381793"/>
                <a:gd name="connsiteY6-716" fmla="*/ 3870251 h 5890437"/>
                <a:gd name="connsiteX7-717" fmla="*/ 372586 w 5381793"/>
                <a:gd name="connsiteY7-718" fmla="*/ 4061637 h 5890437"/>
                <a:gd name="connsiteX8-719" fmla="*/ 563972 w 5381793"/>
                <a:gd name="connsiteY8-720" fmla="*/ 4316819 h 5890437"/>
                <a:gd name="connsiteX9-721" fmla="*/ 500177 w 5381793"/>
                <a:gd name="connsiteY9-722" fmla="*/ 4976037 h 5890437"/>
                <a:gd name="connsiteX10-723" fmla="*/ 1754819 w 5381793"/>
                <a:gd name="connsiteY10-724" fmla="*/ 5199321 h 5890437"/>
                <a:gd name="connsiteX11-725" fmla="*/ 1946205 w 5381793"/>
                <a:gd name="connsiteY11-726" fmla="*/ 5890437 h 5890437"/>
                <a:gd name="connsiteX12-727" fmla="*/ 4785098 w 5381793"/>
                <a:gd name="connsiteY12-728" fmla="*/ 5858540 h 5890437"/>
                <a:gd name="connsiteX13-729" fmla="*/ 4891424 w 5381793"/>
                <a:gd name="connsiteY13-730" fmla="*/ 3519377 h 5890437"/>
                <a:gd name="connsiteX14-731" fmla="*/ 3030726 w 5381793"/>
                <a:gd name="connsiteY14-732" fmla="*/ 0 h 5890437"/>
                <a:gd name="connsiteX0-733" fmla="*/ 3030726 w 5381793"/>
                <a:gd name="connsiteY0-734" fmla="*/ 0 h 5890437"/>
                <a:gd name="connsiteX1-735" fmla="*/ 872315 w 5381793"/>
                <a:gd name="connsiteY1-736" fmla="*/ 1063257 h 5890437"/>
                <a:gd name="connsiteX2-737" fmla="*/ 649032 w 5381793"/>
                <a:gd name="connsiteY2-738" fmla="*/ 2137144 h 5890437"/>
                <a:gd name="connsiteX3-739" fmla="*/ 447 w 5381793"/>
                <a:gd name="connsiteY3-740" fmla="*/ 3051544 h 5890437"/>
                <a:gd name="connsiteX4-741" fmla="*/ 510810 w 5381793"/>
                <a:gd name="connsiteY4-742" fmla="*/ 3327991 h 5890437"/>
                <a:gd name="connsiteX5-743" fmla="*/ 298158 w 5381793"/>
                <a:gd name="connsiteY5-744" fmla="*/ 3657600 h 5890437"/>
                <a:gd name="connsiteX6-745" fmla="*/ 489544 w 5381793"/>
                <a:gd name="connsiteY6-746" fmla="*/ 3870251 h 5890437"/>
                <a:gd name="connsiteX7-747" fmla="*/ 372586 w 5381793"/>
                <a:gd name="connsiteY7-748" fmla="*/ 4061637 h 5890437"/>
                <a:gd name="connsiteX8-749" fmla="*/ 563972 w 5381793"/>
                <a:gd name="connsiteY8-750" fmla="*/ 4316819 h 5890437"/>
                <a:gd name="connsiteX9-751" fmla="*/ 500177 w 5381793"/>
                <a:gd name="connsiteY9-752" fmla="*/ 4976037 h 5890437"/>
                <a:gd name="connsiteX10-753" fmla="*/ 1754819 w 5381793"/>
                <a:gd name="connsiteY10-754" fmla="*/ 5199321 h 5890437"/>
                <a:gd name="connsiteX11-755" fmla="*/ 1946205 w 5381793"/>
                <a:gd name="connsiteY11-756" fmla="*/ 5890437 h 5890437"/>
                <a:gd name="connsiteX12-757" fmla="*/ 4785098 w 5381793"/>
                <a:gd name="connsiteY12-758" fmla="*/ 5858540 h 5890437"/>
                <a:gd name="connsiteX13-759" fmla="*/ 4891424 w 5381793"/>
                <a:gd name="connsiteY13-760" fmla="*/ 3519377 h 5890437"/>
                <a:gd name="connsiteX14-761" fmla="*/ 3030726 w 5381793"/>
                <a:gd name="connsiteY14-762" fmla="*/ 0 h 5890437"/>
                <a:gd name="connsiteX0-763" fmla="*/ 3030726 w 5381793"/>
                <a:gd name="connsiteY0-764" fmla="*/ 0 h 5890437"/>
                <a:gd name="connsiteX1-765" fmla="*/ 890128 w 5381793"/>
                <a:gd name="connsiteY1-766" fmla="*/ 1098883 h 5890437"/>
                <a:gd name="connsiteX2-767" fmla="*/ 649032 w 5381793"/>
                <a:gd name="connsiteY2-768" fmla="*/ 2137144 h 5890437"/>
                <a:gd name="connsiteX3-769" fmla="*/ 447 w 5381793"/>
                <a:gd name="connsiteY3-770" fmla="*/ 3051544 h 5890437"/>
                <a:gd name="connsiteX4-771" fmla="*/ 510810 w 5381793"/>
                <a:gd name="connsiteY4-772" fmla="*/ 3327991 h 5890437"/>
                <a:gd name="connsiteX5-773" fmla="*/ 298158 w 5381793"/>
                <a:gd name="connsiteY5-774" fmla="*/ 3657600 h 5890437"/>
                <a:gd name="connsiteX6-775" fmla="*/ 489544 w 5381793"/>
                <a:gd name="connsiteY6-776" fmla="*/ 3870251 h 5890437"/>
                <a:gd name="connsiteX7-777" fmla="*/ 372586 w 5381793"/>
                <a:gd name="connsiteY7-778" fmla="*/ 4061637 h 5890437"/>
                <a:gd name="connsiteX8-779" fmla="*/ 563972 w 5381793"/>
                <a:gd name="connsiteY8-780" fmla="*/ 4316819 h 5890437"/>
                <a:gd name="connsiteX9-781" fmla="*/ 500177 w 5381793"/>
                <a:gd name="connsiteY9-782" fmla="*/ 4976037 h 5890437"/>
                <a:gd name="connsiteX10-783" fmla="*/ 1754819 w 5381793"/>
                <a:gd name="connsiteY10-784" fmla="*/ 5199321 h 5890437"/>
                <a:gd name="connsiteX11-785" fmla="*/ 1946205 w 5381793"/>
                <a:gd name="connsiteY11-786" fmla="*/ 5890437 h 5890437"/>
                <a:gd name="connsiteX12-787" fmla="*/ 4785098 w 5381793"/>
                <a:gd name="connsiteY12-788" fmla="*/ 5858540 h 5890437"/>
                <a:gd name="connsiteX13-789" fmla="*/ 4891424 w 5381793"/>
                <a:gd name="connsiteY13-790" fmla="*/ 3519377 h 5890437"/>
                <a:gd name="connsiteX14-791" fmla="*/ 3030726 w 5381793"/>
                <a:gd name="connsiteY14-792" fmla="*/ 0 h 5890437"/>
                <a:gd name="connsiteX0-793" fmla="*/ 3030726 w 5381793"/>
                <a:gd name="connsiteY0-794" fmla="*/ 0 h 5890437"/>
                <a:gd name="connsiteX1-795" fmla="*/ 890128 w 5381793"/>
                <a:gd name="connsiteY1-796" fmla="*/ 1098883 h 5890437"/>
                <a:gd name="connsiteX2-797" fmla="*/ 649032 w 5381793"/>
                <a:gd name="connsiteY2-798" fmla="*/ 2137144 h 5890437"/>
                <a:gd name="connsiteX3-799" fmla="*/ 447 w 5381793"/>
                <a:gd name="connsiteY3-800" fmla="*/ 3051544 h 5890437"/>
                <a:gd name="connsiteX4-801" fmla="*/ 510810 w 5381793"/>
                <a:gd name="connsiteY4-802" fmla="*/ 3327991 h 5890437"/>
                <a:gd name="connsiteX5-803" fmla="*/ 298158 w 5381793"/>
                <a:gd name="connsiteY5-804" fmla="*/ 3657600 h 5890437"/>
                <a:gd name="connsiteX6-805" fmla="*/ 489544 w 5381793"/>
                <a:gd name="connsiteY6-806" fmla="*/ 3870251 h 5890437"/>
                <a:gd name="connsiteX7-807" fmla="*/ 372586 w 5381793"/>
                <a:gd name="connsiteY7-808" fmla="*/ 4061637 h 5890437"/>
                <a:gd name="connsiteX8-809" fmla="*/ 563972 w 5381793"/>
                <a:gd name="connsiteY8-810" fmla="*/ 4316819 h 5890437"/>
                <a:gd name="connsiteX9-811" fmla="*/ 500177 w 5381793"/>
                <a:gd name="connsiteY9-812" fmla="*/ 4976037 h 5890437"/>
                <a:gd name="connsiteX10-813" fmla="*/ 1754819 w 5381793"/>
                <a:gd name="connsiteY10-814" fmla="*/ 5199321 h 5890437"/>
                <a:gd name="connsiteX11-815" fmla="*/ 1946205 w 5381793"/>
                <a:gd name="connsiteY11-816" fmla="*/ 5890437 h 5890437"/>
                <a:gd name="connsiteX12-817" fmla="*/ 4785098 w 5381793"/>
                <a:gd name="connsiteY12-818" fmla="*/ 5858540 h 5890437"/>
                <a:gd name="connsiteX13-819" fmla="*/ 4891424 w 5381793"/>
                <a:gd name="connsiteY13-820" fmla="*/ 3519377 h 5890437"/>
                <a:gd name="connsiteX14-821" fmla="*/ 3030726 w 5381793"/>
                <a:gd name="connsiteY14-822" fmla="*/ 0 h 5890437"/>
                <a:gd name="connsiteX0-823" fmla="*/ 3030764 w 5381831"/>
                <a:gd name="connsiteY0-824" fmla="*/ 0 h 5890437"/>
                <a:gd name="connsiteX1-825" fmla="*/ 890166 w 5381831"/>
                <a:gd name="connsiteY1-826" fmla="*/ 1098883 h 5890437"/>
                <a:gd name="connsiteX2-827" fmla="*/ 607506 w 5381831"/>
                <a:gd name="connsiteY2-828" fmla="*/ 2172770 h 5890437"/>
                <a:gd name="connsiteX3-829" fmla="*/ 485 w 5381831"/>
                <a:gd name="connsiteY3-830" fmla="*/ 3051544 h 5890437"/>
                <a:gd name="connsiteX4-831" fmla="*/ 510848 w 5381831"/>
                <a:gd name="connsiteY4-832" fmla="*/ 3327991 h 5890437"/>
                <a:gd name="connsiteX5-833" fmla="*/ 298196 w 5381831"/>
                <a:gd name="connsiteY5-834" fmla="*/ 3657600 h 5890437"/>
                <a:gd name="connsiteX6-835" fmla="*/ 489582 w 5381831"/>
                <a:gd name="connsiteY6-836" fmla="*/ 3870251 h 5890437"/>
                <a:gd name="connsiteX7-837" fmla="*/ 372624 w 5381831"/>
                <a:gd name="connsiteY7-838" fmla="*/ 4061637 h 5890437"/>
                <a:gd name="connsiteX8-839" fmla="*/ 564010 w 5381831"/>
                <a:gd name="connsiteY8-840" fmla="*/ 4316819 h 5890437"/>
                <a:gd name="connsiteX9-841" fmla="*/ 500215 w 5381831"/>
                <a:gd name="connsiteY9-842" fmla="*/ 4976037 h 5890437"/>
                <a:gd name="connsiteX10-843" fmla="*/ 1754857 w 5381831"/>
                <a:gd name="connsiteY10-844" fmla="*/ 5199321 h 5890437"/>
                <a:gd name="connsiteX11-845" fmla="*/ 1946243 w 5381831"/>
                <a:gd name="connsiteY11-846" fmla="*/ 5890437 h 5890437"/>
                <a:gd name="connsiteX12-847" fmla="*/ 4785136 w 5381831"/>
                <a:gd name="connsiteY12-848" fmla="*/ 5858540 h 5890437"/>
                <a:gd name="connsiteX13-849" fmla="*/ 4891462 w 5381831"/>
                <a:gd name="connsiteY13-850" fmla="*/ 3519377 h 5890437"/>
                <a:gd name="connsiteX14-851" fmla="*/ 3030764 w 5381831"/>
                <a:gd name="connsiteY14-852" fmla="*/ 0 h 5890437"/>
                <a:gd name="connsiteX0-853" fmla="*/ 3030764 w 5381831"/>
                <a:gd name="connsiteY0-854" fmla="*/ 0 h 5890437"/>
                <a:gd name="connsiteX1-855" fmla="*/ 890166 w 5381831"/>
                <a:gd name="connsiteY1-856" fmla="*/ 1098883 h 5890437"/>
                <a:gd name="connsiteX2-857" fmla="*/ 607506 w 5381831"/>
                <a:gd name="connsiteY2-858" fmla="*/ 2172770 h 5890437"/>
                <a:gd name="connsiteX3-859" fmla="*/ 485 w 5381831"/>
                <a:gd name="connsiteY3-860" fmla="*/ 3051544 h 5890437"/>
                <a:gd name="connsiteX4-861" fmla="*/ 510848 w 5381831"/>
                <a:gd name="connsiteY4-862" fmla="*/ 3327991 h 5890437"/>
                <a:gd name="connsiteX5-863" fmla="*/ 298196 w 5381831"/>
                <a:gd name="connsiteY5-864" fmla="*/ 3657600 h 5890437"/>
                <a:gd name="connsiteX6-865" fmla="*/ 489582 w 5381831"/>
                <a:gd name="connsiteY6-866" fmla="*/ 3870251 h 5890437"/>
                <a:gd name="connsiteX7-867" fmla="*/ 372624 w 5381831"/>
                <a:gd name="connsiteY7-868" fmla="*/ 4061637 h 5890437"/>
                <a:gd name="connsiteX8-869" fmla="*/ 564010 w 5381831"/>
                <a:gd name="connsiteY8-870" fmla="*/ 4316819 h 5890437"/>
                <a:gd name="connsiteX9-871" fmla="*/ 500215 w 5381831"/>
                <a:gd name="connsiteY9-872" fmla="*/ 4976037 h 5890437"/>
                <a:gd name="connsiteX10-873" fmla="*/ 1754857 w 5381831"/>
                <a:gd name="connsiteY10-874" fmla="*/ 5199321 h 5890437"/>
                <a:gd name="connsiteX11-875" fmla="*/ 1946243 w 5381831"/>
                <a:gd name="connsiteY11-876" fmla="*/ 5890437 h 5890437"/>
                <a:gd name="connsiteX12-877" fmla="*/ 4785136 w 5381831"/>
                <a:gd name="connsiteY12-878" fmla="*/ 5858540 h 5890437"/>
                <a:gd name="connsiteX13-879" fmla="*/ 4891462 w 5381831"/>
                <a:gd name="connsiteY13-880" fmla="*/ 3519377 h 5890437"/>
                <a:gd name="connsiteX14-881" fmla="*/ 3030764 w 5381831"/>
                <a:gd name="connsiteY14-882" fmla="*/ 0 h 5890437"/>
                <a:gd name="connsiteX0-883" fmla="*/ 3030839 w 5381906"/>
                <a:gd name="connsiteY0-884" fmla="*/ 0 h 5890437"/>
                <a:gd name="connsiteX1-885" fmla="*/ 890241 w 5381906"/>
                <a:gd name="connsiteY1-886" fmla="*/ 1098883 h 5890437"/>
                <a:gd name="connsiteX2-887" fmla="*/ 607581 w 5381906"/>
                <a:gd name="connsiteY2-888" fmla="*/ 2172770 h 5890437"/>
                <a:gd name="connsiteX3-889" fmla="*/ 560 w 5381906"/>
                <a:gd name="connsiteY3-890" fmla="*/ 3051544 h 5890437"/>
                <a:gd name="connsiteX4-891" fmla="*/ 510923 w 5381906"/>
                <a:gd name="connsiteY4-892" fmla="*/ 3327991 h 5890437"/>
                <a:gd name="connsiteX5-893" fmla="*/ 298271 w 5381906"/>
                <a:gd name="connsiteY5-894" fmla="*/ 3657600 h 5890437"/>
                <a:gd name="connsiteX6-895" fmla="*/ 489657 w 5381906"/>
                <a:gd name="connsiteY6-896" fmla="*/ 3870251 h 5890437"/>
                <a:gd name="connsiteX7-897" fmla="*/ 372699 w 5381906"/>
                <a:gd name="connsiteY7-898" fmla="*/ 4061637 h 5890437"/>
                <a:gd name="connsiteX8-899" fmla="*/ 564085 w 5381906"/>
                <a:gd name="connsiteY8-900" fmla="*/ 4316819 h 5890437"/>
                <a:gd name="connsiteX9-901" fmla="*/ 500290 w 5381906"/>
                <a:gd name="connsiteY9-902" fmla="*/ 4976037 h 5890437"/>
                <a:gd name="connsiteX10-903" fmla="*/ 1754932 w 5381906"/>
                <a:gd name="connsiteY10-904" fmla="*/ 5199321 h 5890437"/>
                <a:gd name="connsiteX11-905" fmla="*/ 1946318 w 5381906"/>
                <a:gd name="connsiteY11-906" fmla="*/ 5890437 h 5890437"/>
                <a:gd name="connsiteX12-907" fmla="*/ 4785211 w 5381906"/>
                <a:gd name="connsiteY12-908" fmla="*/ 5858540 h 5890437"/>
                <a:gd name="connsiteX13-909" fmla="*/ 4891537 w 5381906"/>
                <a:gd name="connsiteY13-910" fmla="*/ 3519377 h 5890437"/>
                <a:gd name="connsiteX14-911" fmla="*/ 3030839 w 5381906"/>
                <a:gd name="connsiteY14-912" fmla="*/ 0 h 5890437"/>
                <a:gd name="connsiteX0-913" fmla="*/ 3030839 w 5381906"/>
                <a:gd name="connsiteY0-914" fmla="*/ 0 h 5890437"/>
                <a:gd name="connsiteX1-915" fmla="*/ 890241 w 5381906"/>
                <a:gd name="connsiteY1-916" fmla="*/ 1098883 h 5890437"/>
                <a:gd name="connsiteX2-917" fmla="*/ 607581 w 5381906"/>
                <a:gd name="connsiteY2-918" fmla="*/ 2172770 h 5890437"/>
                <a:gd name="connsiteX3-919" fmla="*/ 560 w 5381906"/>
                <a:gd name="connsiteY3-920" fmla="*/ 3051544 h 5890437"/>
                <a:gd name="connsiteX4-921" fmla="*/ 510923 w 5381906"/>
                <a:gd name="connsiteY4-922" fmla="*/ 3327991 h 5890437"/>
                <a:gd name="connsiteX5-923" fmla="*/ 298271 w 5381906"/>
                <a:gd name="connsiteY5-924" fmla="*/ 3657600 h 5890437"/>
                <a:gd name="connsiteX6-925" fmla="*/ 489657 w 5381906"/>
                <a:gd name="connsiteY6-926" fmla="*/ 3870251 h 5890437"/>
                <a:gd name="connsiteX7-927" fmla="*/ 372699 w 5381906"/>
                <a:gd name="connsiteY7-928" fmla="*/ 4061637 h 5890437"/>
                <a:gd name="connsiteX8-929" fmla="*/ 564085 w 5381906"/>
                <a:gd name="connsiteY8-930" fmla="*/ 4316819 h 5890437"/>
                <a:gd name="connsiteX9-931" fmla="*/ 500290 w 5381906"/>
                <a:gd name="connsiteY9-932" fmla="*/ 4976037 h 5890437"/>
                <a:gd name="connsiteX10-933" fmla="*/ 1754932 w 5381906"/>
                <a:gd name="connsiteY10-934" fmla="*/ 5199321 h 5890437"/>
                <a:gd name="connsiteX11-935" fmla="*/ 1946318 w 5381906"/>
                <a:gd name="connsiteY11-936" fmla="*/ 5890437 h 5890437"/>
                <a:gd name="connsiteX12-937" fmla="*/ 4785211 w 5381906"/>
                <a:gd name="connsiteY12-938" fmla="*/ 5858540 h 5890437"/>
                <a:gd name="connsiteX13-939" fmla="*/ 4891537 w 5381906"/>
                <a:gd name="connsiteY13-940" fmla="*/ 3519377 h 5890437"/>
                <a:gd name="connsiteX14-941" fmla="*/ 3030839 w 5381906"/>
                <a:gd name="connsiteY14-942" fmla="*/ 0 h 5890437"/>
                <a:gd name="connsiteX0-943" fmla="*/ 3030839 w 5381906"/>
                <a:gd name="connsiteY0-944" fmla="*/ 0 h 5890437"/>
                <a:gd name="connsiteX1-945" fmla="*/ 890241 w 5381906"/>
                <a:gd name="connsiteY1-946" fmla="*/ 1098883 h 5890437"/>
                <a:gd name="connsiteX2-947" fmla="*/ 607581 w 5381906"/>
                <a:gd name="connsiteY2-948" fmla="*/ 2172770 h 5890437"/>
                <a:gd name="connsiteX3-949" fmla="*/ 560 w 5381906"/>
                <a:gd name="connsiteY3-950" fmla="*/ 3051544 h 5890437"/>
                <a:gd name="connsiteX4-951" fmla="*/ 510923 w 5381906"/>
                <a:gd name="connsiteY4-952" fmla="*/ 3327991 h 5890437"/>
                <a:gd name="connsiteX5-953" fmla="*/ 298271 w 5381906"/>
                <a:gd name="connsiteY5-954" fmla="*/ 3657600 h 5890437"/>
                <a:gd name="connsiteX6-955" fmla="*/ 489657 w 5381906"/>
                <a:gd name="connsiteY6-956" fmla="*/ 3870251 h 5890437"/>
                <a:gd name="connsiteX7-957" fmla="*/ 372699 w 5381906"/>
                <a:gd name="connsiteY7-958" fmla="*/ 4061637 h 5890437"/>
                <a:gd name="connsiteX8-959" fmla="*/ 564085 w 5381906"/>
                <a:gd name="connsiteY8-960" fmla="*/ 4316819 h 5890437"/>
                <a:gd name="connsiteX9-961" fmla="*/ 500290 w 5381906"/>
                <a:gd name="connsiteY9-962" fmla="*/ 4976037 h 5890437"/>
                <a:gd name="connsiteX10-963" fmla="*/ 1754932 w 5381906"/>
                <a:gd name="connsiteY10-964" fmla="*/ 5199321 h 5890437"/>
                <a:gd name="connsiteX11-965" fmla="*/ 1946318 w 5381906"/>
                <a:gd name="connsiteY11-966" fmla="*/ 5890437 h 5890437"/>
                <a:gd name="connsiteX12-967" fmla="*/ 4785211 w 5381906"/>
                <a:gd name="connsiteY12-968" fmla="*/ 5858540 h 5890437"/>
                <a:gd name="connsiteX13-969" fmla="*/ 4891537 w 5381906"/>
                <a:gd name="connsiteY13-970" fmla="*/ 3519377 h 5890437"/>
                <a:gd name="connsiteX14-971" fmla="*/ 3030839 w 5381906"/>
                <a:gd name="connsiteY14-972" fmla="*/ 0 h 5890437"/>
                <a:gd name="connsiteX0-973" fmla="*/ 3030839 w 5381906"/>
                <a:gd name="connsiteY0-974" fmla="*/ 0 h 5890437"/>
                <a:gd name="connsiteX1-975" fmla="*/ 890241 w 5381906"/>
                <a:gd name="connsiteY1-976" fmla="*/ 1098883 h 5890437"/>
                <a:gd name="connsiteX2-977" fmla="*/ 607581 w 5381906"/>
                <a:gd name="connsiteY2-978" fmla="*/ 2172770 h 5890437"/>
                <a:gd name="connsiteX3-979" fmla="*/ 560 w 5381906"/>
                <a:gd name="connsiteY3-980" fmla="*/ 3051544 h 5890437"/>
                <a:gd name="connsiteX4-981" fmla="*/ 510923 w 5381906"/>
                <a:gd name="connsiteY4-982" fmla="*/ 3327991 h 5890437"/>
                <a:gd name="connsiteX5-983" fmla="*/ 339835 w 5381906"/>
                <a:gd name="connsiteY5-984" fmla="*/ 3734790 h 5890437"/>
                <a:gd name="connsiteX6-985" fmla="*/ 489657 w 5381906"/>
                <a:gd name="connsiteY6-986" fmla="*/ 3870251 h 5890437"/>
                <a:gd name="connsiteX7-987" fmla="*/ 372699 w 5381906"/>
                <a:gd name="connsiteY7-988" fmla="*/ 4061637 h 5890437"/>
                <a:gd name="connsiteX8-989" fmla="*/ 564085 w 5381906"/>
                <a:gd name="connsiteY8-990" fmla="*/ 4316819 h 5890437"/>
                <a:gd name="connsiteX9-991" fmla="*/ 500290 w 5381906"/>
                <a:gd name="connsiteY9-992" fmla="*/ 4976037 h 5890437"/>
                <a:gd name="connsiteX10-993" fmla="*/ 1754932 w 5381906"/>
                <a:gd name="connsiteY10-994" fmla="*/ 5199321 h 5890437"/>
                <a:gd name="connsiteX11-995" fmla="*/ 1946318 w 5381906"/>
                <a:gd name="connsiteY11-996" fmla="*/ 5890437 h 5890437"/>
                <a:gd name="connsiteX12-997" fmla="*/ 4785211 w 5381906"/>
                <a:gd name="connsiteY12-998" fmla="*/ 5858540 h 5890437"/>
                <a:gd name="connsiteX13-999" fmla="*/ 4891537 w 5381906"/>
                <a:gd name="connsiteY13-1000" fmla="*/ 3519377 h 5890437"/>
                <a:gd name="connsiteX14-1001" fmla="*/ 3030839 w 5381906"/>
                <a:gd name="connsiteY14-1002" fmla="*/ 0 h 5890437"/>
                <a:gd name="connsiteX0-1003" fmla="*/ 3030839 w 5381906"/>
                <a:gd name="connsiteY0-1004" fmla="*/ 0 h 5890437"/>
                <a:gd name="connsiteX1-1005" fmla="*/ 890241 w 5381906"/>
                <a:gd name="connsiteY1-1006" fmla="*/ 1098883 h 5890437"/>
                <a:gd name="connsiteX2-1007" fmla="*/ 607581 w 5381906"/>
                <a:gd name="connsiteY2-1008" fmla="*/ 2172770 h 5890437"/>
                <a:gd name="connsiteX3-1009" fmla="*/ 560 w 5381906"/>
                <a:gd name="connsiteY3-1010" fmla="*/ 3051544 h 5890437"/>
                <a:gd name="connsiteX4-1011" fmla="*/ 510923 w 5381906"/>
                <a:gd name="connsiteY4-1012" fmla="*/ 3327991 h 5890437"/>
                <a:gd name="connsiteX5-1013" fmla="*/ 339835 w 5381906"/>
                <a:gd name="connsiteY5-1014" fmla="*/ 3734790 h 5890437"/>
                <a:gd name="connsiteX6-1015" fmla="*/ 489657 w 5381906"/>
                <a:gd name="connsiteY6-1016" fmla="*/ 3870251 h 5890437"/>
                <a:gd name="connsiteX7-1017" fmla="*/ 372699 w 5381906"/>
                <a:gd name="connsiteY7-1018" fmla="*/ 4061637 h 5890437"/>
                <a:gd name="connsiteX8-1019" fmla="*/ 564085 w 5381906"/>
                <a:gd name="connsiteY8-1020" fmla="*/ 4316819 h 5890437"/>
                <a:gd name="connsiteX9-1021" fmla="*/ 500290 w 5381906"/>
                <a:gd name="connsiteY9-1022" fmla="*/ 4976037 h 5890437"/>
                <a:gd name="connsiteX10-1023" fmla="*/ 1754932 w 5381906"/>
                <a:gd name="connsiteY10-1024" fmla="*/ 5199321 h 5890437"/>
                <a:gd name="connsiteX11-1025" fmla="*/ 1946318 w 5381906"/>
                <a:gd name="connsiteY11-1026" fmla="*/ 5890437 h 5890437"/>
                <a:gd name="connsiteX12-1027" fmla="*/ 4785211 w 5381906"/>
                <a:gd name="connsiteY12-1028" fmla="*/ 5858540 h 5890437"/>
                <a:gd name="connsiteX13-1029" fmla="*/ 4891537 w 5381906"/>
                <a:gd name="connsiteY13-1030" fmla="*/ 3519377 h 5890437"/>
                <a:gd name="connsiteX14-1031" fmla="*/ 3030839 w 5381906"/>
                <a:gd name="connsiteY14-1032" fmla="*/ 0 h 5890437"/>
                <a:gd name="connsiteX0-1033" fmla="*/ 3030839 w 5381906"/>
                <a:gd name="connsiteY0-1034" fmla="*/ 0 h 5890437"/>
                <a:gd name="connsiteX1-1035" fmla="*/ 890241 w 5381906"/>
                <a:gd name="connsiteY1-1036" fmla="*/ 1098883 h 5890437"/>
                <a:gd name="connsiteX2-1037" fmla="*/ 607581 w 5381906"/>
                <a:gd name="connsiteY2-1038" fmla="*/ 2172770 h 5890437"/>
                <a:gd name="connsiteX3-1039" fmla="*/ 560 w 5381906"/>
                <a:gd name="connsiteY3-1040" fmla="*/ 3051544 h 5890437"/>
                <a:gd name="connsiteX4-1041" fmla="*/ 510923 w 5381906"/>
                <a:gd name="connsiteY4-1042" fmla="*/ 3327991 h 5890437"/>
                <a:gd name="connsiteX5-1043" fmla="*/ 339835 w 5381906"/>
                <a:gd name="connsiteY5-1044" fmla="*/ 3734790 h 5890437"/>
                <a:gd name="connsiteX6-1045" fmla="*/ 531221 w 5381906"/>
                <a:gd name="connsiteY6-1046" fmla="*/ 3870251 h 5890437"/>
                <a:gd name="connsiteX7-1047" fmla="*/ 372699 w 5381906"/>
                <a:gd name="connsiteY7-1048" fmla="*/ 4061637 h 5890437"/>
                <a:gd name="connsiteX8-1049" fmla="*/ 564085 w 5381906"/>
                <a:gd name="connsiteY8-1050" fmla="*/ 4316819 h 5890437"/>
                <a:gd name="connsiteX9-1051" fmla="*/ 500290 w 5381906"/>
                <a:gd name="connsiteY9-1052" fmla="*/ 4976037 h 5890437"/>
                <a:gd name="connsiteX10-1053" fmla="*/ 1754932 w 5381906"/>
                <a:gd name="connsiteY10-1054" fmla="*/ 5199321 h 5890437"/>
                <a:gd name="connsiteX11-1055" fmla="*/ 1946318 w 5381906"/>
                <a:gd name="connsiteY11-1056" fmla="*/ 5890437 h 5890437"/>
                <a:gd name="connsiteX12-1057" fmla="*/ 4785211 w 5381906"/>
                <a:gd name="connsiteY12-1058" fmla="*/ 5858540 h 5890437"/>
                <a:gd name="connsiteX13-1059" fmla="*/ 4891537 w 5381906"/>
                <a:gd name="connsiteY13-1060" fmla="*/ 3519377 h 5890437"/>
                <a:gd name="connsiteX14-1061" fmla="*/ 3030839 w 5381906"/>
                <a:gd name="connsiteY14-1062" fmla="*/ 0 h 5890437"/>
                <a:gd name="connsiteX0-1063" fmla="*/ 3030839 w 5381906"/>
                <a:gd name="connsiteY0-1064" fmla="*/ 0 h 5890437"/>
                <a:gd name="connsiteX1-1065" fmla="*/ 890241 w 5381906"/>
                <a:gd name="connsiteY1-1066" fmla="*/ 1098883 h 5890437"/>
                <a:gd name="connsiteX2-1067" fmla="*/ 607581 w 5381906"/>
                <a:gd name="connsiteY2-1068" fmla="*/ 2172770 h 5890437"/>
                <a:gd name="connsiteX3-1069" fmla="*/ 560 w 5381906"/>
                <a:gd name="connsiteY3-1070" fmla="*/ 3051544 h 5890437"/>
                <a:gd name="connsiteX4-1071" fmla="*/ 510923 w 5381906"/>
                <a:gd name="connsiteY4-1072" fmla="*/ 3327991 h 5890437"/>
                <a:gd name="connsiteX5-1073" fmla="*/ 339835 w 5381906"/>
                <a:gd name="connsiteY5-1074" fmla="*/ 3734790 h 5890437"/>
                <a:gd name="connsiteX6-1075" fmla="*/ 531221 w 5381906"/>
                <a:gd name="connsiteY6-1076" fmla="*/ 3870251 h 5890437"/>
                <a:gd name="connsiteX7-1077" fmla="*/ 372699 w 5381906"/>
                <a:gd name="connsiteY7-1078" fmla="*/ 4061637 h 5890437"/>
                <a:gd name="connsiteX8-1079" fmla="*/ 564085 w 5381906"/>
                <a:gd name="connsiteY8-1080" fmla="*/ 4316819 h 5890437"/>
                <a:gd name="connsiteX9-1081" fmla="*/ 500290 w 5381906"/>
                <a:gd name="connsiteY9-1082" fmla="*/ 4976037 h 5890437"/>
                <a:gd name="connsiteX10-1083" fmla="*/ 1754932 w 5381906"/>
                <a:gd name="connsiteY10-1084" fmla="*/ 5199321 h 5890437"/>
                <a:gd name="connsiteX11-1085" fmla="*/ 1946318 w 5381906"/>
                <a:gd name="connsiteY11-1086" fmla="*/ 5890437 h 5890437"/>
                <a:gd name="connsiteX12-1087" fmla="*/ 4785211 w 5381906"/>
                <a:gd name="connsiteY12-1088" fmla="*/ 5858540 h 5890437"/>
                <a:gd name="connsiteX13-1089" fmla="*/ 4891537 w 5381906"/>
                <a:gd name="connsiteY13-1090" fmla="*/ 3519377 h 5890437"/>
                <a:gd name="connsiteX14-1091" fmla="*/ 3030839 w 5381906"/>
                <a:gd name="connsiteY14-1092" fmla="*/ 0 h 5890437"/>
                <a:gd name="connsiteX0-1093" fmla="*/ 3030839 w 5381906"/>
                <a:gd name="connsiteY0-1094" fmla="*/ 0 h 5890437"/>
                <a:gd name="connsiteX1-1095" fmla="*/ 890241 w 5381906"/>
                <a:gd name="connsiteY1-1096" fmla="*/ 1098883 h 5890437"/>
                <a:gd name="connsiteX2-1097" fmla="*/ 607581 w 5381906"/>
                <a:gd name="connsiteY2-1098" fmla="*/ 2172770 h 5890437"/>
                <a:gd name="connsiteX3-1099" fmla="*/ 560 w 5381906"/>
                <a:gd name="connsiteY3-1100" fmla="*/ 3051544 h 5890437"/>
                <a:gd name="connsiteX4-1101" fmla="*/ 510923 w 5381906"/>
                <a:gd name="connsiteY4-1102" fmla="*/ 3327991 h 5890437"/>
                <a:gd name="connsiteX5-1103" fmla="*/ 339835 w 5381906"/>
                <a:gd name="connsiteY5-1104" fmla="*/ 3734790 h 5890437"/>
                <a:gd name="connsiteX6-1105" fmla="*/ 531221 w 5381906"/>
                <a:gd name="connsiteY6-1106" fmla="*/ 3870251 h 5890437"/>
                <a:gd name="connsiteX7-1107" fmla="*/ 372699 w 5381906"/>
                <a:gd name="connsiteY7-1108" fmla="*/ 4061637 h 5890437"/>
                <a:gd name="connsiteX8-1109" fmla="*/ 564085 w 5381906"/>
                <a:gd name="connsiteY8-1110" fmla="*/ 4316819 h 5890437"/>
                <a:gd name="connsiteX9-1111" fmla="*/ 500290 w 5381906"/>
                <a:gd name="connsiteY9-1112" fmla="*/ 4976037 h 5890437"/>
                <a:gd name="connsiteX10-1113" fmla="*/ 1754932 w 5381906"/>
                <a:gd name="connsiteY10-1114" fmla="*/ 5199321 h 5890437"/>
                <a:gd name="connsiteX11-1115" fmla="*/ 1946318 w 5381906"/>
                <a:gd name="connsiteY11-1116" fmla="*/ 5890437 h 5890437"/>
                <a:gd name="connsiteX12-1117" fmla="*/ 4785211 w 5381906"/>
                <a:gd name="connsiteY12-1118" fmla="*/ 5858540 h 5890437"/>
                <a:gd name="connsiteX13-1119" fmla="*/ 4891537 w 5381906"/>
                <a:gd name="connsiteY13-1120" fmla="*/ 3519377 h 5890437"/>
                <a:gd name="connsiteX14-1121" fmla="*/ 3030839 w 5381906"/>
                <a:gd name="connsiteY14-1122" fmla="*/ 0 h 5890437"/>
                <a:gd name="connsiteX0-1123" fmla="*/ 3030839 w 5381906"/>
                <a:gd name="connsiteY0-1124" fmla="*/ 0 h 5890437"/>
                <a:gd name="connsiteX1-1125" fmla="*/ 890241 w 5381906"/>
                <a:gd name="connsiteY1-1126" fmla="*/ 1098883 h 5890437"/>
                <a:gd name="connsiteX2-1127" fmla="*/ 607581 w 5381906"/>
                <a:gd name="connsiteY2-1128" fmla="*/ 2172770 h 5890437"/>
                <a:gd name="connsiteX3-1129" fmla="*/ 560 w 5381906"/>
                <a:gd name="connsiteY3-1130" fmla="*/ 3051544 h 5890437"/>
                <a:gd name="connsiteX4-1131" fmla="*/ 510923 w 5381906"/>
                <a:gd name="connsiteY4-1132" fmla="*/ 3327991 h 5890437"/>
                <a:gd name="connsiteX5-1133" fmla="*/ 339835 w 5381906"/>
                <a:gd name="connsiteY5-1134" fmla="*/ 3734790 h 5890437"/>
                <a:gd name="connsiteX6-1135" fmla="*/ 531221 w 5381906"/>
                <a:gd name="connsiteY6-1136" fmla="*/ 3870251 h 5890437"/>
                <a:gd name="connsiteX7-1137" fmla="*/ 372699 w 5381906"/>
                <a:gd name="connsiteY7-1138" fmla="*/ 4061637 h 5890437"/>
                <a:gd name="connsiteX8-1139" fmla="*/ 564085 w 5381906"/>
                <a:gd name="connsiteY8-1140" fmla="*/ 4316819 h 5890437"/>
                <a:gd name="connsiteX9-1141" fmla="*/ 500290 w 5381906"/>
                <a:gd name="connsiteY9-1142" fmla="*/ 4976037 h 5890437"/>
                <a:gd name="connsiteX10-1143" fmla="*/ 1754932 w 5381906"/>
                <a:gd name="connsiteY10-1144" fmla="*/ 5199321 h 5890437"/>
                <a:gd name="connsiteX11-1145" fmla="*/ 1946318 w 5381906"/>
                <a:gd name="connsiteY11-1146" fmla="*/ 5890437 h 5890437"/>
                <a:gd name="connsiteX12-1147" fmla="*/ 4785211 w 5381906"/>
                <a:gd name="connsiteY12-1148" fmla="*/ 5858540 h 5890437"/>
                <a:gd name="connsiteX13-1149" fmla="*/ 4891537 w 5381906"/>
                <a:gd name="connsiteY13-1150" fmla="*/ 3519377 h 5890437"/>
                <a:gd name="connsiteX14-1151" fmla="*/ 3030839 w 5381906"/>
                <a:gd name="connsiteY14-1152" fmla="*/ 0 h 5890437"/>
                <a:gd name="connsiteX0-1153" fmla="*/ 3030839 w 5381906"/>
                <a:gd name="connsiteY0-1154" fmla="*/ 0 h 5890437"/>
                <a:gd name="connsiteX1-1155" fmla="*/ 890241 w 5381906"/>
                <a:gd name="connsiteY1-1156" fmla="*/ 1098883 h 5890437"/>
                <a:gd name="connsiteX2-1157" fmla="*/ 607581 w 5381906"/>
                <a:gd name="connsiteY2-1158" fmla="*/ 2172770 h 5890437"/>
                <a:gd name="connsiteX3-1159" fmla="*/ 560 w 5381906"/>
                <a:gd name="connsiteY3-1160" fmla="*/ 3051544 h 5890437"/>
                <a:gd name="connsiteX4-1161" fmla="*/ 510923 w 5381906"/>
                <a:gd name="connsiteY4-1162" fmla="*/ 3327991 h 5890437"/>
                <a:gd name="connsiteX5-1163" fmla="*/ 339835 w 5381906"/>
                <a:gd name="connsiteY5-1164" fmla="*/ 3734790 h 5890437"/>
                <a:gd name="connsiteX6-1165" fmla="*/ 531221 w 5381906"/>
                <a:gd name="connsiteY6-1166" fmla="*/ 3870251 h 5890437"/>
                <a:gd name="connsiteX7-1167" fmla="*/ 372699 w 5381906"/>
                <a:gd name="connsiteY7-1168" fmla="*/ 4061637 h 5890437"/>
                <a:gd name="connsiteX8-1169" fmla="*/ 564085 w 5381906"/>
                <a:gd name="connsiteY8-1170" fmla="*/ 4316819 h 5890437"/>
                <a:gd name="connsiteX9-1171" fmla="*/ 500290 w 5381906"/>
                <a:gd name="connsiteY9-1172" fmla="*/ 4976037 h 5890437"/>
                <a:gd name="connsiteX10-1173" fmla="*/ 1754932 w 5381906"/>
                <a:gd name="connsiteY10-1174" fmla="*/ 5199321 h 5890437"/>
                <a:gd name="connsiteX11-1175" fmla="*/ 1946318 w 5381906"/>
                <a:gd name="connsiteY11-1176" fmla="*/ 5890437 h 5890437"/>
                <a:gd name="connsiteX12-1177" fmla="*/ 4785211 w 5381906"/>
                <a:gd name="connsiteY12-1178" fmla="*/ 5858540 h 5890437"/>
                <a:gd name="connsiteX13-1179" fmla="*/ 4891537 w 5381906"/>
                <a:gd name="connsiteY13-1180" fmla="*/ 3519377 h 5890437"/>
                <a:gd name="connsiteX14-1181" fmla="*/ 3030839 w 5381906"/>
                <a:gd name="connsiteY14-1182" fmla="*/ 0 h 5890437"/>
                <a:gd name="connsiteX0-1183" fmla="*/ 3030839 w 5381906"/>
                <a:gd name="connsiteY0-1184" fmla="*/ 0 h 5890437"/>
                <a:gd name="connsiteX1-1185" fmla="*/ 890241 w 5381906"/>
                <a:gd name="connsiteY1-1186" fmla="*/ 1098883 h 5890437"/>
                <a:gd name="connsiteX2-1187" fmla="*/ 607581 w 5381906"/>
                <a:gd name="connsiteY2-1188" fmla="*/ 2172770 h 5890437"/>
                <a:gd name="connsiteX3-1189" fmla="*/ 560 w 5381906"/>
                <a:gd name="connsiteY3-1190" fmla="*/ 3051544 h 5890437"/>
                <a:gd name="connsiteX4-1191" fmla="*/ 510923 w 5381906"/>
                <a:gd name="connsiteY4-1192" fmla="*/ 3327991 h 5890437"/>
                <a:gd name="connsiteX5-1193" fmla="*/ 339835 w 5381906"/>
                <a:gd name="connsiteY5-1194" fmla="*/ 3734790 h 5890437"/>
                <a:gd name="connsiteX6-1195" fmla="*/ 531221 w 5381906"/>
                <a:gd name="connsiteY6-1196" fmla="*/ 3870251 h 5890437"/>
                <a:gd name="connsiteX7-1197" fmla="*/ 372699 w 5381906"/>
                <a:gd name="connsiteY7-1198" fmla="*/ 4061637 h 5890437"/>
                <a:gd name="connsiteX8-1199" fmla="*/ 564085 w 5381906"/>
                <a:gd name="connsiteY8-1200" fmla="*/ 4316819 h 5890437"/>
                <a:gd name="connsiteX9-1201" fmla="*/ 500290 w 5381906"/>
                <a:gd name="connsiteY9-1202" fmla="*/ 4976037 h 5890437"/>
                <a:gd name="connsiteX10-1203" fmla="*/ 1754932 w 5381906"/>
                <a:gd name="connsiteY10-1204" fmla="*/ 5199321 h 5890437"/>
                <a:gd name="connsiteX11-1205" fmla="*/ 1946318 w 5381906"/>
                <a:gd name="connsiteY11-1206" fmla="*/ 5890437 h 5890437"/>
                <a:gd name="connsiteX12-1207" fmla="*/ 4785211 w 5381906"/>
                <a:gd name="connsiteY12-1208" fmla="*/ 5858540 h 5890437"/>
                <a:gd name="connsiteX13-1209" fmla="*/ 4891537 w 5381906"/>
                <a:gd name="connsiteY13-1210" fmla="*/ 3519377 h 5890437"/>
                <a:gd name="connsiteX14-1211" fmla="*/ 3030839 w 5381906"/>
                <a:gd name="connsiteY14-1212" fmla="*/ 0 h 5890437"/>
                <a:gd name="connsiteX0-1213" fmla="*/ 3030839 w 5381906"/>
                <a:gd name="connsiteY0-1214" fmla="*/ 0 h 5890437"/>
                <a:gd name="connsiteX1-1215" fmla="*/ 890241 w 5381906"/>
                <a:gd name="connsiteY1-1216" fmla="*/ 1098883 h 5890437"/>
                <a:gd name="connsiteX2-1217" fmla="*/ 607581 w 5381906"/>
                <a:gd name="connsiteY2-1218" fmla="*/ 2172770 h 5890437"/>
                <a:gd name="connsiteX3-1219" fmla="*/ 560 w 5381906"/>
                <a:gd name="connsiteY3-1220" fmla="*/ 3051544 h 5890437"/>
                <a:gd name="connsiteX4-1221" fmla="*/ 510923 w 5381906"/>
                <a:gd name="connsiteY4-1222" fmla="*/ 3327991 h 5890437"/>
                <a:gd name="connsiteX5-1223" fmla="*/ 339835 w 5381906"/>
                <a:gd name="connsiteY5-1224" fmla="*/ 3734790 h 5890437"/>
                <a:gd name="connsiteX6-1225" fmla="*/ 531221 w 5381906"/>
                <a:gd name="connsiteY6-1226" fmla="*/ 3870251 h 5890437"/>
                <a:gd name="connsiteX7-1227" fmla="*/ 372699 w 5381906"/>
                <a:gd name="connsiteY7-1228" fmla="*/ 4061637 h 5890437"/>
                <a:gd name="connsiteX8-1229" fmla="*/ 564085 w 5381906"/>
                <a:gd name="connsiteY8-1230" fmla="*/ 4316819 h 5890437"/>
                <a:gd name="connsiteX9-1231" fmla="*/ 500290 w 5381906"/>
                <a:gd name="connsiteY9-1232" fmla="*/ 4976037 h 5890437"/>
                <a:gd name="connsiteX10-1233" fmla="*/ 1754932 w 5381906"/>
                <a:gd name="connsiteY10-1234" fmla="*/ 5199321 h 5890437"/>
                <a:gd name="connsiteX11-1235" fmla="*/ 1946318 w 5381906"/>
                <a:gd name="connsiteY11-1236" fmla="*/ 5890437 h 5890437"/>
                <a:gd name="connsiteX12-1237" fmla="*/ 4785211 w 5381906"/>
                <a:gd name="connsiteY12-1238" fmla="*/ 5858540 h 5890437"/>
                <a:gd name="connsiteX13-1239" fmla="*/ 4891537 w 5381906"/>
                <a:gd name="connsiteY13-1240" fmla="*/ 3519377 h 5890437"/>
                <a:gd name="connsiteX14-1241" fmla="*/ 3030839 w 5381906"/>
                <a:gd name="connsiteY14-1242" fmla="*/ 0 h 5890437"/>
                <a:gd name="connsiteX0-1243" fmla="*/ 3030839 w 5381906"/>
                <a:gd name="connsiteY0-1244" fmla="*/ 0 h 5890437"/>
                <a:gd name="connsiteX1-1245" fmla="*/ 890241 w 5381906"/>
                <a:gd name="connsiteY1-1246" fmla="*/ 1098883 h 5890437"/>
                <a:gd name="connsiteX2-1247" fmla="*/ 607581 w 5381906"/>
                <a:gd name="connsiteY2-1248" fmla="*/ 2172770 h 5890437"/>
                <a:gd name="connsiteX3-1249" fmla="*/ 560 w 5381906"/>
                <a:gd name="connsiteY3-1250" fmla="*/ 3051544 h 5890437"/>
                <a:gd name="connsiteX4-1251" fmla="*/ 510923 w 5381906"/>
                <a:gd name="connsiteY4-1252" fmla="*/ 3327991 h 5890437"/>
                <a:gd name="connsiteX5-1253" fmla="*/ 339835 w 5381906"/>
                <a:gd name="connsiteY5-1254" fmla="*/ 3734790 h 5890437"/>
                <a:gd name="connsiteX6-1255" fmla="*/ 531221 w 5381906"/>
                <a:gd name="connsiteY6-1256" fmla="*/ 3870251 h 5890437"/>
                <a:gd name="connsiteX7-1257" fmla="*/ 372699 w 5381906"/>
                <a:gd name="connsiteY7-1258" fmla="*/ 4061637 h 5890437"/>
                <a:gd name="connsiteX8-1259" fmla="*/ 564085 w 5381906"/>
                <a:gd name="connsiteY8-1260" fmla="*/ 4316819 h 5890437"/>
                <a:gd name="connsiteX9-1261" fmla="*/ 500290 w 5381906"/>
                <a:gd name="connsiteY9-1262" fmla="*/ 4976037 h 5890437"/>
                <a:gd name="connsiteX10-1263" fmla="*/ 1754932 w 5381906"/>
                <a:gd name="connsiteY10-1264" fmla="*/ 5199321 h 5890437"/>
                <a:gd name="connsiteX11-1265" fmla="*/ 1946318 w 5381906"/>
                <a:gd name="connsiteY11-1266" fmla="*/ 5890437 h 5890437"/>
                <a:gd name="connsiteX12-1267" fmla="*/ 4785211 w 5381906"/>
                <a:gd name="connsiteY12-1268" fmla="*/ 5858540 h 5890437"/>
                <a:gd name="connsiteX13-1269" fmla="*/ 4891537 w 5381906"/>
                <a:gd name="connsiteY13-1270" fmla="*/ 3519377 h 5890437"/>
                <a:gd name="connsiteX14-1271" fmla="*/ 3030839 w 5381906"/>
                <a:gd name="connsiteY14-1272" fmla="*/ 0 h 5890437"/>
                <a:gd name="connsiteX0-1273" fmla="*/ 3030839 w 5381906"/>
                <a:gd name="connsiteY0-1274" fmla="*/ 0 h 5890437"/>
                <a:gd name="connsiteX1-1275" fmla="*/ 890241 w 5381906"/>
                <a:gd name="connsiteY1-1276" fmla="*/ 1098883 h 5890437"/>
                <a:gd name="connsiteX2-1277" fmla="*/ 607581 w 5381906"/>
                <a:gd name="connsiteY2-1278" fmla="*/ 2172770 h 5890437"/>
                <a:gd name="connsiteX3-1279" fmla="*/ 560 w 5381906"/>
                <a:gd name="connsiteY3-1280" fmla="*/ 3051544 h 5890437"/>
                <a:gd name="connsiteX4-1281" fmla="*/ 510923 w 5381906"/>
                <a:gd name="connsiteY4-1282" fmla="*/ 3327991 h 5890437"/>
                <a:gd name="connsiteX5-1283" fmla="*/ 339835 w 5381906"/>
                <a:gd name="connsiteY5-1284" fmla="*/ 3734790 h 5890437"/>
                <a:gd name="connsiteX6-1285" fmla="*/ 531221 w 5381906"/>
                <a:gd name="connsiteY6-1286" fmla="*/ 3870251 h 5890437"/>
                <a:gd name="connsiteX7-1287" fmla="*/ 372699 w 5381906"/>
                <a:gd name="connsiteY7-1288" fmla="*/ 4061637 h 5890437"/>
                <a:gd name="connsiteX8-1289" fmla="*/ 564085 w 5381906"/>
                <a:gd name="connsiteY8-1290" fmla="*/ 4316819 h 5890437"/>
                <a:gd name="connsiteX9-1291" fmla="*/ 500290 w 5381906"/>
                <a:gd name="connsiteY9-1292" fmla="*/ 4976037 h 5890437"/>
                <a:gd name="connsiteX10-1293" fmla="*/ 1754932 w 5381906"/>
                <a:gd name="connsiteY10-1294" fmla="*/ 5039004 h 5890437"/>
                <a:gd name="connsiteX11-1295" fmla="*/ 1946318 w 5381906"/>
                <a:gd name="connsiteY11-1296" fmla="*/ 5890437 h 5890437"/>
                <a:gd name="connsiteX12-1297" fmla="*/ 4785211 w 5381906"/>
                <a:gd name="connsiteY12-1298" fmla="*/ 5858540 h 5890437"/>
                <a:gd name="connsiteX13-1299" fmla="*/ 4891537 w 5381906"/>
                <a:gd name="connsiteY13-1300" fmla="*/ 3519377 h 5890437"/>
                <a:gd name="connsiteX14-1301" fmla="*/ 3030839 w 5381906"/>
                <a:gd name="connsiteY14-1302" fmla="*/ 0 h 5890437"/>
                <a:gd name="connsiteX0-1303" fmla="*/ 3030839 w 5381906"/>
                <a:gd name="connsiteY0-1304" fmla="*/ 0 h 5890437"/>
                <a:gd name="connsiteX1-1305" fmla="*/ 890241 w 5381906"/>
                <a:gd name="connsiteY1-1306" fmla="*/ 1098883 h 5890437"/>
                <a:gd name="connsiteX2-1307" fmla="*/ 607581 w 5381906"/>
                <a:gd name="connsiteY2-1308" fmla="*/ 2172770 h 5890437"/>
                <a:gd name="connsiteX3-1309" fmla="*/ 560 w 5381906"/>
                <a:gd name="connsiteY3-1310" fmla="*/ 3051544 h 5890437"/>
                <a:gd name="connsiteX4-1311" fmla="*/ 510923 w 5381906"/>
                <a:gd name="connsiteY4-1312" fmla="*/ 3327991 h 5890437"/>
                <a:gd name="connsiteX5-1313" fmla="*/ 339835 w 5381906"/>
                <a:gd name="connsiteY5-1314" fmla="*/ 3734790 h 5890437"/>
                <a:gd name="connsiteX6-1315" fmla="*/ 531221 w 5381906"/>
                <a:gd name="connsiteY6-1316" fmla="*/ 3870251 h 5890437"/>
                <a:gd name="connsiteX7-1317" fmla="*/ 372699 w 5381906"/>
                <a:gd name="connsiteY7-1318" fmla="*/ 4061637 h 5890437"/>
                <a:gd name="connsiteX8-1319" fmla="*/ 564085 w 5381906"/>
                <a:gd name="connsiteY8-1320" fmla="*/ 4316819 h 5890437"/>
                <a:gd name="connsiteX9-1321" fmla="*/ 500290 w 5381906"/>
                <a:gd name="connsiteY9-1322" fmla="*/ 4976037 h 5890437"/>
                <a:gd name="connsiteX10-1323" fmla="*/ 1754932 w 5381906"/>
                <a:gd name="connsiteY10-1324" fmla="*/ 5039004 h 5890437"/>
                <a:gd name="connsiteX11-1325" fmla="*/ 1946318 w 5381906"/>
                <a:gd name="connsiteY11-1326" fmla="*/ 5890437 h 5890437"/>
                <a:gd name="connsiteX12-1327" fmla="*/ 4785211 w 5381906"/>
                <a:gd name="connsiteY12-1328" fmla="*/ 5858540 h 5890437"/>
                <a:gd name="connsiteX13-1329" fmla="*/ 4891537 w 5381906"/>
                <a:gd name="connsiteY13-1330" fmla="*/ 3519377 h 5890437"/>
                <a:gd name="connsiteX14-1331" fmla="*/ 3030839 w 5381906"/>
                <a:gd name="connsiteY14-1332" fmla="*/ 0 h 5890437"/>
                <a:gd name="connsiteX0-1333" fmla="*/ 3030839 w 5381906"/>
                <a:gd name="connsiteY0-1334" fmla="*/ 0 h 5890437"/>
                <a:gd name="connsiteX1-1335" fmla="*/ 890241 w 5381906"/>
                <a:gd name="connsiteY1-1336" fmla="*/ 1098883 h 5890437"/>
                <a:gd name="connsiteX2-1337" fmla="*/ 607581 w 5381906"/>
                <a:gd name="connsiteY2-1338" fmla="*/ 2172770 h 5890437"/>
                <a:gd name="connsiteX3-1339" fmla="*/ 560 w 5381906"/>
                <a:gd name="connsiteY3-1340" fmla="*/ 3051544 h 5890437"/>
                <a:gd name="connsiteX4-1341" fmla="*/ 510923 w 5381906"/>
                <a:gd name="connsiteY4-1342" fmla="*/ 3327991 h 5890437"/>
                <a:gd name="connsiteX5-1343" fmla="*/ 339835 w 5381906"/>
                <a:gd name="connsiteY5-1344" fmla="*/ 3734790 h 5890437"/>
                <a:gd name="connsiteX6-1345" fmla="*/ 531221 w 5381906"/>
                <a:gd name="connsiteY6-1346" fmla="*/ 3870251 h 5890437"/>
                <a:gd name="connsiteX7-1347" fmla="*/ 372699 w 5381906"/>
                <a:gd name="connsiteY7-1348" fmla="*/ 4061637 h 5890437"/>
                <a:gd name="connsiteX8-1349" fmla="*/ 564085 w 5381906"/>
                <a:gd name="connsiteY8-1350" fmla="*/ 4316819 h 5890437"/>
                <a:gd name="connsiteX9-1351" fmla="*/ 500290 w 5381906"/>
                <a:gd name="connsiteY9-1352" fmla="*/ 4976037 h 5890437"/>
                <a:gd name="connsiteX10-1353" fmla="*/ 1754932 w 5381906"/>
                <a:gd name="connsiteY10-1354" fmla="*/ 5039004 h 5890437"/>
                <a:gd name="connsiteX11-1355" fmla="*/ 1946318 w 5381906"/>
                <a:gd name="connsiteY11-1356" fmla="*/ 5890437 h 5890437"/>
                <a:gd name="connsiteX12-1357" fmla="*/ 4785211 w 5381906"/>
                <a:gd name="connsiteY12-1358" fmla="*/ 5858540 h 5890437"/>
                <a:gd name="connsiteX13-1359" fmla="*/ 4891537 w 5381906"/>
                <a:gd name="connsiteY13-1360" fmla="*/ 3519377 h 5890437"/>
                <a:gd name="connsiteX14-1361" fmla="*/ 3030839 w 5381906"/>
                <a:gd name="connsiteY14-1362" fmla="*/ 0 h 5890437"/>
                <a:gd name="connsiteX0-1363" fmla="*/ 3030839 w 5381906"/>
                <a:gd name="connsiteY0-1364" fmla="*/ 0 h 5890437"/>
                <a:gd name="connsiteX1-1365" fmla="*/ 890241 w 5381906"/>
                <a:gd name="connsiteY1-1366" fmla="*/ 1098883 h 5890437"/>
                <a:gd name="connsiteX2-1367" fmla="*/ 607581 w 5381906"/>
                <a:gd name="connsiteY2-1368" fmla="*/ 2172770 h 5890437"/>
                <a:gd name="connsiteX3-1369" fmla="*/ 560 w 5381906"/>
                <a:gd name="connsiteY3-1370" fmla="*/ 3051544 h 5890437"/>
                <a:gd name="connsiteX4-1371" fmla="*/ 510923 w 5381906"/>
                <a:gd name="connsiteY4-1372" fmla="*/ 3327991 h 5890437"/>
                <a:gd name="connsiteX5-1373" fmla="*/ 339835 w 5381906"/>
                <a:gd name="connsiteY5-1374" fmla="*/ 3734790 h 5890437"/>
                <a:gd name="connsiteX6-1375" fmla="*/ 531221 w 5381906"/>
                <a:gd name="connsiteY6-1376" fmla="*/ 3870251 h 5890437"/>
                <a:gd name="connsiteX7-1377" fmla="*/ 372699 w 5381906"/>
                <a:gd name="connsiteY7-1378" fmla="*/ 4061637 h 5890437"/>
                <a:gd name="connsiteX8-1379" fmla="*/ 564085 w 5381906"/>
                <a:gd name="connsiteY8-1380" fmla="*/ 4316819 h 5890437"/>
                <a:gd name="connsiteX9-1381" fmla="*/ 500290 w 5381906"/>
                <a:gd name="connsiteY9-1382" fmla="*/ 4976037 h 5890437"/>
                <a:gd name="connsiteX10-1383" fmla="*/ 1754932 w 5381906"/>
                <a:gd name="connsiteY10-1384" fmla="*/ 5039004 h 5890437"/>
                <a:gd name="connsiteX11-1385" fmla="*/ 1946318 w 5381906"/>
                <a:gd name="connsiteY11-1386" fmla="*/ 5890437 h 5890437"/>
                <a:gd name="connsiteX12-1387" fmla="*/ 4785211 w 5381906"/>
                <a:gd name="connsiteY12-1388" fmla="*/ 5858540 h 5890437"/>
                <a:gd name="connsiteX13-1389" fmla="*/ 4891537 w 5381906"/>
                <a:gd name="connsiteY13-1390" fmla="*/ 3519377 h 5890437"/>
                <a:gd name="connsiteX14-1391" fmla="*/ 3030839 w 5381906"/>
                <a:gd name="connsiteY14-1392" fmla="*/ 0 h 5890437"/>
                <a:gd name="connsiteX0-1393" fmla="*/ 3030839 w 5381906"/>
                <a:gd name="connsiteY0-1394" fmla="*/ 0 h 5890437"/>
                <a:gd name="connsiteX1-1395" fmla="*/ 890241 w 5381906"/>
                <a:gd name="connsiteY1-1396" fmla="*/ 1098883 h 5890437"/>
                <a:gd name="connsiteX2-1397" fmla="*/ 607581 w 5381906"/>
                <a:gd name="connsiteY2-1398" fmla="*/ 2172770 h 5890437"/>
                <a:gd name="connsiteX3-1399" fmla="*/ 560 w 5381906"/>
                <a:gd name="connsiteY3-1400" fmla="*/ 3051544 h 5890437"/>
                <a:gd name="connsiteX4-1401" fmla="*/ 510923 w 5381906"/>
                <a:gd name="connsiteY4-1402" fmla="*/ 3327991 h 5890437"/>
                <a:gd name="connsiteX5-1403" fmla="*/ 339835 w 5381906"/>
                <a:gd name="connsiteY5-1404" fmla="*/ 3734790 h 5890437"/>
                <a:gd name="connsiteX6-1405" fmla="*/ 531221 w 5381906"/>
                <a:gd name="connsiteY6-1406" fmla="*/ 3870251 h 5890437"/>
                <a:gd name="connsiteX7-1407" fmla="*/ 372699 w 5381906"/>
                <a:gd name="connsiteY7-1408" fmla="*/ 4061637 h 5890437"/>
                <a:gd name="connsiteX8-1409" fmla="*/ 564085 w 5381906"/>
                <a:gd name="connsiteY8-1410" fmla="*/ 4316819 h 5890437"/>
                <a:gd name="connsiteX9-1411" fmla="*/ 500290 w 5381906"/>
                <a:gd name="connsiteY9-1412" fmla="*/ 4976037 h 5890437"/>
                <a:gd name="connsiteX10-1413" fmla="*/ 1754932 w 5381906"/>
                <a:gd name="connsiteY10-1414" fmla="*/ 5039004 h 5890437"/>
                <a:gd name="connsiteX11-1415" fmla="*/ 1946318 w 5381906"/>
                <a:gd name="connsiteY11-1416" fmla="*/ 5890437 h 5890437"/>
                <a:gd name="connsiteX12-1417" fmla="*/ 4785211 w 5381906"/>
                <a:gd name="connsiteY12-1418" fmla="*/ 5858540 h 5890437"/>
                <a:gd name="connsiteX13-1419" fmla="*/ 4891537 w 5381906"/>
                <a:gd name="connsiteY13-1420" fmla="*/ 3519377 h 5890437"/>
                <a:gd name="connsiteX14-1421" fmla="*/ 3030839 w 5381906"/>
                <a:gd name="connsiteY14-1422" fmla="*/ 0 h 5890437"/>
                <a:gd name="connsiteX0-1423" fmla="*/ 3030765 w 5381832"/>
                <a:gd name="connsiteY0-1424" fmla="*/ 0 h 5890437"/>
                <a:gd name="connsiteX1-1425" fmla="*/ 890167 w 5381832"/>
                <a:gd name="connsiteY1-1426" fmla="*/ 1098883 h 5890437"/>
                <a:gd name="connsiteX2-1427" fmla="*/ 672821 w 5381832"/>
                <a:gd name="connsiteY2-1428" fmla="*/ 2220272 h 5890437"/>
                <a:gd name="connsiteX3-1429" fmla="*/ 486 w 5381832"/>
                <a:gd name="connsiteY3-1430" fmla="*/ 3051544 h 5890437"/>
                <a:gd name="connsiteX4-1431" fmla="*/ 510849 w 5381832"/>
                <a:gd name="connsiteY4-1432" fmla="*/ 3327991 h 5890437"/>
                <a:gd name="connsiteX5-1433" fmla="*/ 339761 w 5381832"/>
                <a:gd name="connsiteY5-1434" fmla="*/ 3734790 h 5890437"/>
                <a:gd name="connsiteX6-1435" fmla="*/ 531147 w 5381832"/>
                <a:gd name="connsiteY6-1436" fmla="*/ 3870251 h 5890437"/>
                <a:gd name="connsiteX7-1437" fmla="*/ 372625 w 5381832"/>
                <a:gd name="connsiteY7-1438" fmla="*/ 4061637 h 5890437"/>
                <a:gd name="connsiteX8-1439" fmla="*/ 564011 w 5381832"/>
                <a:gd name="connsiteY8-1440" fmla="*/ 4316819 h 5890437"/>
                <a:gd name="connsiteX9-1441" fmla="*/ 500216 w 5381832"/>
                <a:gd name="connsiteY9-1442" fmla="*/ 4976037 h 5890437"/>
                <a:gd name="connsiteX10-1443" fmla="*/ 1754858 w 5381832"/>
                <a:gd name="connsiteY10-1444" fmla="*/ 5039004 h 5890437"/>
                <a:gd name="connsiteX11-1445" fmla="*/ 1946244 w 5381832"/>
                <a:gd name="connsiteY11-1446" fmla="*/ 5890437 h 5890437"/>
                <a:gd name="connsiteX12-1447" fmla="*/ 4785137 w 5381832"/>
                <a:gd name="connsiteY12-1448" fmla="*/ 5858540 h 5890437"/>
                <a:gd name="connsiteX13-1449" fmla="*/ 4891463 w 5381832"/>
                <a:gd name="connsiteY13-1450" fmla="*/ 3519377 h 5890437"/>
                <a:gd name="connsiteX14-1451" fmla="*/ 3030765 w 5381832"/>
                <a:gd name="connsiteY14-1452" fmla="*/ 0 h 5890437"/>
                <a:gd name="connsiteX0-1453" fmla="*/ 3030862 w 5381929"/>
                <a:gd name="connsiteY0-1454" fmla="*/ 0 h 5890437"/>
                <a:gd name="connsiteX1-1455" fmla="*/ 890264 w 5381929"/>
                <a:gd name="connsiteY1-1456" fmla="*/ 1098883 h 5890437"/>
                <a:gd name="connsiteX2-1457" fmla="*/ 672918 w 5381929"/>
                <a:gd name="connsiteY2-1458" fmla="*/ 2220272 h 5890437"/>
                <a:gd name="connsiteX3-1459" fmla="*/ 583 w 5381929"/>
                <a:gd name="connsiteY3-1460" fmla="*/ 3051544 h 5890437"/>
                <a:gd name="connsiteX4-1461" fmla="*/ 510946 w 5381929"/>
                <a:gd name="connsiteY4-1462" fmla="*/ 3327991 h 5890437"/>
                <a:gd name="connsiteX5-1463" fmla="*/ 339858 w 5381929"/>
                <a:gd name="connsiteY5-1464" fmla="*/ 3734790 h 5890437"/>
                <a:gd name="connsiteX6-1465" fmla="*/ 531244 w 5381929"/>
                <a:gd name="connsiteY6-1466" fmla="*/ 3870251 h 5890437"/>
                <a:gd name="connsiteX7-1467" fmla="*/ 372722 w 5381929"/>
                <a:gd name="connsiteY7-1468" fmla="*/ 4061637 h 5890437"/>
                <a:gd name="connsiteX8-1469" fmla="*/ 564108 w 5381929"/>
                <a:gd name="connsiteY8-1470" fmla="*/ 4316819 h 5890437"/>
                <a:gd name="connsiteX9-1471" fmla="*/ 500313 w 5381929"/>
                <a:gd name="connsiteY9-1472" fmla="*/ 4976037 h 5890437"/>
                <a:gd name="connsiteX10-1473" fmla="*/ 1754955 w 5381929"/>
                <a:gd name="connsiteY10-1474" fmla="*/ 5039004 h 5890437"/>
                <a:gd name="connsiteX11-1475" fmla="*/ 1946341 w 5381929"/>
                <a:gd name="connsiteY11-1476" fmla="*/ 5890437 h 5890437"/>
                <a:gd name="connsiteX12-1477" fmla="*/ 4785234 w 5381929"/>
                <a:gd name="connsiteY12-1478" fmla="*/ 5858540 h 5890437"/>
                <a:gd name="connsiteX13-1479" fmla="*/ 4891560 w 5381929"/>
                <a:gd name="connsiteY13-1480" fmla="*/ 3519377 h 5890437"/>
                <a:gd name="connsiteX14-1481" fmla="*/ 3030862 w 5381929"/>
                <a:gd name="connsiteY14-1482" fmla="*/ 0 h 5890437"/>
                <a:gd name="connsiteX0-1483" fmla="*/ 3030862 w 5381929"/>
                <a:gd name="connsiteY0-1484" fmla="*/ 0 h 5890437"/>
                <a:gd name="connsiteX1-1485" fmla="*/ 890264 w 5381929"/>
                <a:gd name="connsiteY1-1486" fmla="*/ 1098883 h 5890437"/>
                <a:gd name="connsiteX2-1487" fmla="*/ 672918 w 5381929"/>
                <a:gd name="connsiteY2-1488" fmla="*/ 2220272 h 5890437"/>
                <a:gd name="connsiteX3-1489" fmla="*/ 583 w 5381929"/>
                <a:gd name="connsiteY3-1490" fmla="*/ 3051544 h 5890437"/>
                <a:gd name="connsiteX4-1491" fmla="*/ 510946 w 5381929"/>
                <a:gd name="connsiteY4-1492" fmla="*/ 3327991 h 5890437"/>
                <a:gd name="connsiteX5-1493" fmla="*/ 339858 w 5381929"/>
                <a:gd name="connsiteY5-1494" fmla="*/ 3734790 h 5890437"/>
                <a:gd name="connsiteX6-1495" fmla="*/ 531244 w 5381929"/>
                <a:gd name="connsiteY6-1496" fmla="*/ 3870251 h 5890437"/>
                <a:gd name="connsiteX7-1497" fmla="*/ 372722 w 5381929"/>
                <a:gd name="connsiteY7-1498" fmla="*/ 4061637 h 5890437"/>
                <a:gd name="connsiteX8-1499" fmla="*/ 564108 w 5381929"/>
                <a:gd name="connsiteY8-1500" fmla="*/ 4316819 h 5890437"/>
                <a:gd name="connsiteX9-1501" fmla="*/ 500313 w 5381929"/>
                <a:gd name="connsiteY9-1502" fmla="*/ 4976037 h 5890437"/>
                <a:gd name="connsiteX10-1503" fmla="*/ 1754955 w 5381929"/>
                <a:gd name="connsiteY10-1504" fmla="*/ 5039004 h 5890437"/>
                <a:gd name="connsiteX11-1505" fmla="*/ 1946341 w 5381929"/>
                <a:gd name="connsiteY11-1506" fmla="*/ 5890437 h 5890437"/>
                <a:gd name="connsiteX12-1507" fmla="*/ 4785234 w 5381929"/>
                <a:gd name="connsiteY12-1508" fmla="*/ 5858540 h 5890437"/>
                <a:gd name="connsiteX13-1509" fmla="*/ 4891560 w 5381929"/>
                <a:gd name="connsiteY13-1510" fmla="*/ 3519377 h 5890437"/>
                <a:gd name="connsiteX14-1511" fmla="*/ 3030862 w 5381929"/>
                <a:gd name="connsiteY14-1512" fmla="*/ 0 h 5890437"/>
                <a:gd name="connsiteX0-1513" fmla="*/ 3030862 w 5381929"/>
                <a:gd name="connsiteY0-1514" fmla="*/ 0 h 5890437"/>
                <a:gd name="connsiteX1-1515" fmla="*/ 890264 w 5381929"/>
                <a:gd name="connsiteY1-1516" fmla="*/ 1098883 h 5890437"/>
                <a:gd name="connsiteX2-1517" fmla="*/ 672918 w 5381929"/>
                <a:gd name="connsiteY2-1518" fmla="*/ 2220272 h 5890437"/>
                <a:gd name="connsiteX3-1519" fmla="*/ 583 w 5381929"/>
                <a:gd name="connsiteY3-1520" fmla="*/ 3051544 h 5890437"/>
                <a:gd name="connsiteX4-1521" fmla="*/ 510946 w 5381929"/>
                <a:gd name="connsiteY4-1522" fmla="*/ 3327991 h 5890437"/>
                <a:gd name="connsiteX5-1523" fmla="*/ 339858 w 5381929"/>
                <a:gd name="connsiteY5-1524" fmla="*/ 3734790 h 5890437"/>
                <a:gd name="connsiteX6-1525" fmla="*/ 531244 w 5381929"/>
                <a:gd name="connsiteY6-1526" fmla="*/ 3870251 h 5890437"/>
                <a:gd name="connsiteX7-1527" fmla="*/ 372722 w 5381929"/>
                <a:gd name="connsiteY7-1528" fmla="*/ 4061637 h 5890437"/>
                <a:gd name="connsiteX8-1529" fmla="*/ 564108 w 5381929"/>
                <a:gd name="connsiteY8-1530" fmla="*/ 4316819 h 5890437"/>
                <a:gd name="connsiteX9-1531" fmla="*/ 500313 w 5381929"/>
                <a:gd name="connsiteY9-1532" fmla="*/ 4976037 h 5890437"/>
                <a:gd name="connsiteX10-1533" fmla="*/ 1754955 w 5381929"/>
                <a:gd name="connsiteY10-1534" fmla="*/ 5039004 h 5890437"/>
                <a:gd name="connsiteX11-1535" fmla="*/ 1946341 w 5381929"/>
                <a:gd name="connsiteY11-1536" fmla="*/ 5890437 h 5890437"/>
                <a:gd name="connsiteX12-1537" fmla="*/ 4785234 w 5381929"/>
                <a:gd name="connsiteY12-1538" fmla="*/ 5858540 h 5890437"/>
                <a:gd name="connsiteX13-1539" fmla="*/ 4891560 w 5381929"/>
                <a:gd name="connsiteY13-1540" fmla="*/ 3519377 h 5890437"/>
                <a:gd name="connsiteX14-1541" fmla="*/ 3030862 w 5381929"/>
                <a:gd name="connsiteY14-1542" fmla="*/ 0 h 5890437"/>
                <a:gd name="connsiteX0-1543" fmla="*/ 3030862 w 5381929"/>
                <a:gd name="connsiteY0-1544" fmla="*/ 0 h 5890437"/>
                <a:gd name="connsiteX1-1545" fmla="*/ 890264 w 5381929"/>
                <a:gd name="connsiteY1-1546" fmla="*/ 1098883 h 5890437"/>
                <a:gd name="connsiteX2-1547" fmla="*/ 672918 w 5381929"/>
                <a:gd name="connsiteY2-1548" fmla="*/ 2220272 h 5890437"/>
                <a:gd name="connsiteX3-1549" fmla="*/ 583 w 5381929"/>
                <a:gd name="connsiteY3-1550" fmla="*/ 3051544 h 5890437"/>
                <a:gd name="connsiteX4-1551" fmla="*/ 510946 w 5381929"/>
                <a:gd name="connsiteY4-1552" fmla="*/ 3327991 h 5890437"/>
                <a:gd name="connsiteX5-1553" fmla="*/ 339858 w 5381929"/>
                <a:gd name="connsiteY5-1554" fmla="*/ 3734790 h 5890437"/>
                <a:gd name="connsiteX6-1555" fmla="*/ 531244 w 5381929"/>
                <a:gd name="connsiteY6-1556" fmla="*/ 3870251 h 5890437"/>
                <a:gd name="connsiteX7-1557" fmla="*/ 372722 w 5381929"/>
                <a:gd name="connsiteY7-1558" fmla="*/ 4061637 h 5890437"/>
                <a:gd name="connsiteX8-1559" fmla="*/ 564108 w 5381929"/>
                <a:gd name="connsiteY8-1560" fmla="*/ 4316819 h 5890437"/>
                <a:gd name="connsiteX9-1561" fmla="*/ 500313 w 5381929"/>
                <a:gd name="connsiteY9-1562" fmla="*/ 4976037 h 5890437"/>
                <a:gd name="connsiteX10-1563" fmla="*/ 1754955 w 5381929"/>
                <a:gd name="connsiteY10-1564" fmla="*/ 5039004 h 5890437"/>
                <a:gd name="connsiteX11-1565" fmla="*/ 1946341 w 5381929"/>
                <a:gd name="connsiteY11-1566" fmla="*/ 5890437 h 5890437"/>
                <a:gd name="connsiteX12-1567" fmla="*/ 4785234 w 5381929"/>
                <a:gd name="connsiteY12-1568" fmla="*/ 5858540 h 5890437"/>
                <a:gd name="connsiteX13-1569" fmla="*/ 4891560 w 5381929"/>
                <a:gd name="connsiteY13-1570" fmla="*/ 3519377 h 5890437"/>
                <a:gd name="connsiteX14-1571" fmla="*/ 3030862 w 5381929"/>
                <a:gd name="connsiteY14-1572" fmla="*/ 0 h 5890437"/>
                <a:gd name="connsiteX0-1573" fmla="*/ 3030862 w 5381929"/>
                <a:gd name="connsiteY0-1574" fmla="*/ 0 h 5890437"/>
                <a:gd name="connsiteX1-1575" fmla="*/ 872451 w 5381929"/>
                <a:gd name="connsiteY1-1576" fmla="*/ 1057320 h 5890437"/>
                <a:gd name="connsiteX2-1577" fmla="*/ 672918 w 5381929"/>
                <a:gd name="connsiteY2-1578" fmla="*/ 2220272 h 5890437"/>
                <a:gd name="connsiteX3-1579" fmla="*/ 583 w 5381929"/>
                <a:gd name="connsiteY3-1580" fmla="*/ 3051544 h 5890437"/>
                <a:gd name="connsiteX4-1581" fmla="*/ 510946 w 5381929"/>
                <a:gd name="connsiteY4-1582" fmla="*/ 3327991 h 5890437"/>
                <a:gd name="connsiteX5-1583" fmla="*/ 339858 w 5381929"/>
                <a:gd name="connsiteY5-1584" fmla="*/ 3734790 h 5890437"/>
                <a:gd name="connsiteX6-1585" fmla="*/ 531244 w 5381929"/>
                <a:gd name="connsiteY6-1586" fmla="*/ 3870251 h 5890437"/>
                <a:gd name="connsiteX7-1587" fmla="*/ 372722 w 5381929"/>
                <a:gd name="connsiteY7-1588" fmla="*/ 4061637 h 5890437"/>
                <a:gd name="connsiteX8-1589" fmla="*/ 564108 w 5381929"/>
                <a:gd name="connsiteY8-1590" fmla="*/ 4316819 h 5890437"/>
                <a:gd name="connsiteX9-1591" fmla="*/ 500313 w 5381929"/>
                <a:gd name="connsiteY9-1592" fmla="*/ 4976037 h 5890437"/>
                <a:gd name="connsiteX10-1593" fmla="*/ 1754955 w 5381929"/>
                <a:gd name="connsiteY10-1594" fmla="*/ 5039004 h 5890437"/>
                <a:gd name="connsiteX11-1595" fmla="*/ 1946341 w 5381929"/>
                <a:gd name="connsiteY11-1596" fmla="*/ 5890437 h 5890437"/>
                <a:gd name="connsiteX12-1597" fmla="*/ 4785234 w 5381929"/>
                <a:gd name="connsiteY12-1598" fmla="*/ 5858540 h 5890437"/>
                <a:gd name="connsiteX13-1599" fmla="*/ 4891560 w 5381929"/>
                <a:gd name="connsiteY13-1600" fmla="*/ 3519377 h 5890437"/>
                <a:gd name="connsiteX14-1601" fmla="*/ 3030862 w 5381929"/>
                <a:gd name="connsiteY14-1602" fmla="*/ 0 h 5890437"/>
                <a:gd name="connsiteX0-1603" fmla="*/ 3030862 w 5381929"/>
                <a:gd name="connsiteY0-1604" fmla="*/ 0 h 5890437"/>
                <a:gd name="connsiteX1-1605" fmla="*/ 872451 w 5381929"/>
                <a:gd name="connsiteY1-1606" fmla="*/ 1057320 h 5890437"/>
                <a:gd name="connsiteX2-1607" fmla="*/ 672918 w 5381929"/>
                <a:gd name="connsiteY2-1608" fmla="*/ 2220272 h 5890437"/>
                <a:gd name="connsiteX3-1609" fmla="*/ 583 w 5381929"/>
                <a:gd name="connsiteY3-1610" fmla="*/ 3051544 h 5890437"/>
                <a:gd name="connsiteX4-1611" fmla="*/ 510946 w 5381929"/>
                <a:gd name="connsiteY4-1612" fmla="*/ 3327991 h 5890437"/>
                <a:gd name="connsiteX5-1613" fmla="*/ 339858 w 5381929"/>
                <a:gd name="connsiteY5-1614" fmla="*/ 3734790 h 5890437"/>
                <a:gd name="connsiteX6-1615" fmla="*/ 531244 w 5381929"/>
                <a:gd name="connsiteY6-1616" fmla="*/ 3870251 h 5890437"/>
                <a:gd name="connsiteX7-1617" fmla="*/ 372722 w 5381929"/>
                <a:gd name="connsiteY7-1618" fmla="*/ 4061637 h 5890437"/>
                <a:gd name="connsiteX8-1619" fmla="*/ 564108 w 5381929"/>
                <a:gd name="connsiteY8-1620" fmla="*/ 4316819 h 5890437"/>
                <a:gd name="connsiteX9-1621" fmla="*/ 500313 w 5381929"/>
                <a:gd name="connsiteY9-1622" fmla="*/ 4976037 h 5890437"/>
                <a:gd name="connsiteX10-1623" fmla="*/ 1754955 w 5381929"/>
                <a:gd name="connsiteY10-1624" fmla="*/ 5039004 h 5890437"/>
                <a:gd name="connsiteX11-1625" fmla="*/ 1946341 w 5381929"/>
                <a:gd name="connsiteY11-1626" fmla="*/ 5890437 h 5890437"/>
                <a:gd name="connsiteX12-1627" fmla="*/ 4785234 w 5381929"/>
                <a:gd name="connsiteY12-1628" fmla="*/ 5858540 h 5890437"/>
                <a:gd name="connsiteX13-1629" fmla="*/ 4891560 w 5381929"/>
                <a:gd name="connsiteY13-1630" fmla="*/ 3519377 h 5890437"/>
                <a:gd name="connsiteX14-1631" fmla="*/ 3030862 w 5381929"/>
                <a:gd name="connsiteY14-1632" fmla="*/ 0 h 5890437"/>
                <a:gd name="connsiteX0-1633" fmla="*/ 3030862 w 5381929"/>
                <a:gd name="connsiteY0-1634" fmla="*/ 0 h 5890437"/>
                <a:gd name="connsiteX1-1635" fmla="*/ 981633 w 5381929"/>
                <a:gd name="connsiteY1-1636" fmla="*/ 920842 h 5890437"/>
                <a:gd name="connsiteX2-1637" fmla="*/ 672918 w 5381929"/>
                <a:gd name="connsiteY2-1638" fmla="*/ 2220272 h 5890437"/>
                <a:gd name="connsiteX3-1639" fmla="*/ 583 w 5381929"/>
                <a:gd name="connsiteY3-1640" fmla="*/ 3051544 h 5890437"/>
                <a:gd name="connsiteX4-1641" fmla="*/ 510946 w 5381929"/>
                <a:gd name="connsiteY4-1642" fmla="*/ 3327991 h 5890437"/>
                <a:gd name="connsiteX5-1643" fmla="*/ 339858 w 5381929"/>
                <a:gd name="connsiteY5-1644" fmla="*/ 3734790 h 5890437"/>
                <a:gd name="connsiteX6-1645" fmla="*/ 531244 w 5381929"/>
                <a:gd name="connsiteY6-1646" fmla="*/ 3870251 h 5890437"/>
                <a:gd name="connsiteX7-1647" fmla="*/ 372722 w 5381929"/>
                <a:gd name="connsiteY7-1648" fmla="*/ 4061637 h 5890437"/>
                <a:gd name="connsiteX8-1649" fmla="*/ 564108 w 5381929"/>
                <a:gd name="connsiteY8-1650" fmla="*/ 4316819 h 5890437"/>
                <a:gd name="connsiteX9-1651" fmla="*/ 500313 w 5381929"/>
                <a:gd name="connsiteY9-1652" fmla="*/ 4976037 h 5890437"/>
                <a:gd name="connsiteX10-1653" fmla="*/ 1754955 w 5381929"/>
                <a:gd name="connsiteY10-1654" fmla="*/ 5039004 h 5890437"/>
                <a:gd name="connsiteX11-1655" fmla="*/ 1946341 w 5381929"/>
                <a:gd name="connsiteY11-1656" fmla="*/ 5890437 h 5890437"/>
                <a:gd name="connsiteX12-1657" fmla="*/ 4785234 w 5381929"/>
                <a:gd name="connsiteY12-1658" fmla="*/ 5858540 h 5890437"/>
                <a:gd name="connsiteX13-1659" fmla="*/ 4891560 w 5381929"/>
                <a:gd name="connsiteY13-1660" fmla="*/ 3519377 h 5890437"/>
                <a:gd name="connsiteX14-1661" fmla="*/ 3030862 w 5381929"/>
                <a:gd name="connsiteY14-1662" fmla="*/ 0 h 5890437"/>
                <a:gd name="connsiteX0-1663" fmla="*/ 3030862 w 5381929"/>
                <a:gd name="connsiteY0-1664" fmla="*/ 0 h 5890437"/>
                <a:gd name="connsiteX1-1665" fmla="*/ 981633 w 5381929"/>
                <a:gd name="connsiteY1-1666" fmla="*/ 920842 h 5890437"/>
                <a:gd name="connsiteX2-1667" fmla="*/ 672918 w 5381929"/>
                <a:gd name="connsiteY2-1668" fmla="*/ 2220272 h 5890437"/>
                <a:gd name="connsiteX3-1669" fmla="*/ 583 w 5381929"/>
                <a:gd name="connsiteY3-1670" fmla="*/ 3051544 h 5890437"/>
                <a:gd name="connsiteX4-1671" fmla="*/ 510946 w 5381929"/>
                <a:gd name="connsiteY4-1672" fmla="*/ 3327991 h 5890437"/>
                <a:gd name="connsiteX5-1673" fmla="*/ 339858 w 5381929"/>
                <a:gd name="connsiteY5-1674" fmla="*/ 3734790 h 5890437"/>
                <a:gd name="connsiteX6-1675" fmla="*/ 531244 w 5381929"/>
                <a:gd name="connsiteY6-1676" fmla="*/ 3870251 h 5890437"/>
                <a:gd name="connsiteX7-1677" fmla="*/ 372722 w 5381929"/>
                <a:gd name="connsiteY7-1678" fmla="*/ 4061637 h 5890437"/>
                <a:gd name="connsiteX8-1679" fmla="*/ 564108 w 5381929"/>
                <a:gd name="connsiteY8-1680" fmla="*/ 4316819 h 5890437"/>
                <a:gd name="connsiteX9-1681" fmla="*/ 500313 w 5381929"/>
                <a:gd name="connsiteY9-1682" fmla="*/ 4976037 h 5890437"/>
                <a:gd name="connsiteX10-1683" fmla="*/ 1754955 w 5381929"/>
                <a:gd name="connsiteY10-1684" fmla="*/ 5039004 h 5890437"/>
                <a:gd name="connsiteX11-1685" fmla="*/ 1946341 w 5381929"/>
                <a:gd name="connsiteY11-1686" fmla="*/ 5890437 h 5890437"/>
                <a:gd name="connsiteX12-1687" fmla="*/ 4785234 w 5381929"/>
                <a:gd name="connsiteY12-1688" fmla="*/ 5858540 h 5890437"/>
                <a:gd name="connsiteX13-1689" fmla="*/ 4891560 w 5381929"/>
                <a:gd name="connsiteY13-1690" fmla="*/ 3519377 h 5890437"/>
                <a:gd name="connsiteX14-1691" fmla="*/ 3030862 w 5381929"/>
                <a:gd name="connsiteY14-1692" fmla="*/ 0 h 5890437"/>
                <a:gd name="connsiteX0-1693" fmla="*/ 3030862 w 5381929"/>
                <a:gd name="connsiteY0-1694" fmla="*/ 0 h 5890437"/>
                <a:gd name="connsiteX1-1695" fmla="*/ 927042 w 5381929"/>
                <a:gd name="connsiteY1-1696" fmla="*/ 866251 h 5890437"/>
                <a:gd name="connsiteX2-1697" fmla="*/ 672918 w 5381929"/>
                <a:gd name="connsiteY2-1698" fmla="*/ 2220272 h 5890437"/>
                <a:gd name="connsiteX3-1699" fmla="*/ 583 w 5381929"/>
                <a:gd name="connsiteY3-1700" fmla="*/ 3051544 h 5890437"/>
                <a:gd name="connsiteX4-1701" fmla="*/ 510946 w 5381929"/>
                <a:gd name="connsiteY4-1702" fmla="*/ 3327991 h 5890437"/>
                <a:gd name="connsiteX5-1703" fmla="*/ 339858 w 5381929"/>
                <a:gd name="connsiteY5-1704" fmla="*/ 3734790 h 5890437"/>
                <a:gd name="connsiteX6-1705" fmla="*/ 531244 w 5381929"/>
                <a:gd name="connsiteY6-1706" fmla="*/ 3870251 h 5890437"/>
                <a:gd name="connsiteX7-1707" fmla="*/ 372722 w 5381929"/>
                <a:gd name="connsiteY7-1708" fmla="*/ 4061637 h 5890437"/>
                <a:gd name="connsiteX8-1709" fmla="*/ 564108 w 5381929"/>
                <a:gd name="connsiteY8-1710" fmla="*/ 4316819 h 5890437"/>
                <a:gd name="connsiteX9-1711" fmla="*/ 500313 w 5381929"/>
                <a:gd name="connsiteY9-1712" fmla="*/ 4976037 h 5890437"/>
                <a:gd name="connsiteX10-1713" fmla="*/ 1754955 w 5381929"/>
                <a:gd name="connsiteY10-1714" fmla="*/ 5039004 h 5890437"/>
                <a:gd name="connsiteX11-1715" fmla="*/ 1946341 w 5381929"/>
                <a:gd name="connsiteY11-1716" fmla="*/ 5890437 h 5890437"/>
                <a:gd name="connsiteX12-1717" fmla="*/ 4785234 w 5381929"/>
                <a:gd name="connsiteY12-1718" fmla="*/ 5858540 h 5890437"/>
                <a:gd name="connsiteX13-1719" fmla="*/ 4891560 w 5381929"/>
                <a:gd name="connsiteY13-1720" fmla="*/ 3519377 h 5890437"/>
                <a:gd name="connsiteX14-1721" fmla="*/ 3030862 w 5381929"/>
                <a:gd name="connsiteY14-1722" fmla="*/ 0 h 5890437"/>
                <a:gd name="connsiteX0-1723" fmla="*/ 3030862 w 5381929"/>
                <a:gd name="connsiteY0-1724" fmla="*/ 0 h 5890437"/>
                <a:gd name="connsiteX1-1725" fmla="*/ 927042 w 5381929"/>
                <a:gd name="connsiteY1-1726" fmla="*/ 866251 h 5890437"/>
                <a:gd name="connsiteX2-1727" fmla="*/ 672918 w 5381929"/>
                <a:gd name="connsiteY2-1728" fmla="*/ 2220272 h 5890437"/>
                <a:gd name="connsiteX3-1729" fmla="*/ 583 w 5381929"/>
                <a:gd name="connsiteY3-1730" fmla="*/ 3051544 h 5890437"/>
                <a:gd name="connsiteX4-1731" fmla="*/ 510946 w 5381929"/>
                <a:gd name="connsiteY4-1732" fmla="*/ 3327991 h 5890437"/>
                <a:gd name="connsiteX5-1733" fmla="*/ 339858 w 5381929"/>
                <a:gd name="connsiteY5-1734" fmla="*/ 3734790 h 5890437"/>
                <a:gd name="connsiteX6-1735" fmla="*/ 531244 w 5381929"/>
                <a:gd name="connsiteY6-1736" fmla="*/ 3870251 h 5890437"/>
                <a:gd name="connsiteX7-1737" fmla="*/ 372722 w 5381929"/>
                <a:gd name="connsiteY7-1738" fmla="*/ 4061637 h 5890437"/>
                <a:gd name="connsiteX8-1739" fmla="*/ 564108 w 5381929"/>
                <a:gd name="connsiteY8-1740" fmla="*/ 4316819 h 5890437"/>
                <a:gd name="connsiteX9-1741" fmla="*/ 500313 w 5381929"/>
                <a:gd name="connsiteY9-1742" fmla="*/ 4976037 h 5890437"/>
                <a:gd name="connsiteX10-1743" fmla="*/ 1754955 w 5381929"/>
                <a:gd name="connsiteY10-1744" fmla="*/ 5039004 h 5890437"/>
                <a:gd name="connsiteX11-1745" fmla="*/ 1946341 w 5381929"/>
                <a:gd name="connsiteY11-1746" fmla="*/ 5890437 h 5890437"/>
                <a:gd name="connsiteX12-1747" fmla="*/ 4785234 w 5381929"/>
                <a:gd name="connsiteY12-1748" fmla="*/ 5858540 h 5890437"/>
                <a:gd name="connsiteX13-1749" fmla="*/ 4891560 w 5381929"/>
                <a:gd name="connsiteY13-1750" fmla="*/ 3519377 h 5890437"/>
                <a:gd name="connsiteX14-1751" fmla="*/ 3030862 w 5381929"/>
                <a:gd name="connsiteY14-1752" fmla="*/ 0 h 5890437"/>
                <a:gd name="connsiteX0-1753" fmla="*/ 3030862 w 5381929"/>
                <a:gd name="connsiteY0-1754" fmla="*/ 0 h 5890437"/>
                <a:gd name="connsiteX1-1755" fmla="*/ 927042 w 5381929"/>
                <a:gd name="connsiteY1-1756" fmla="*/ 866251 h 5890437"/>
                <a:gd name="connsiteX2-1757" fmla="*/ 672918 w 5381929"/>
                <a:gd name="connsiteY2-1758" fmla="*/ 2220272 h 5890437"/>
                <a:gd name="connsiteX3-1759" fmla="*/ 583 w 5381929"/>
                <a:gd name="connsiteY3-1760" fmla="*/ 3051544 h 5890437"/>
                <a:gd name="connsiteX4-1761" fmla="*/ 510946 w 5381929"/>
                <a:gd name="connsiteY4-1762" fmla="*/ 3327991 h 5890437"/>
                <a:gd name="connsiteX5-1763" fmla="*/ 339858 w 5381929"/>
                <a:gd name="connsiteY5-1764" fmla="*/ 3734790 h 5890437"/>
                <a:gd name="connsiteX6-1765" fmla="*/ 531244 w 5381929"/>
                <a:gd name="connsiteY6-1766" fmla="*/ 3870251 h 5890437"/>
                <a:gd name="connsiteX7-1767" fmla="*/ 372722 w 5381929"/>
                <a:gd name="connsiteY7-1768" fmla="*/ 4061637 h 5890437"/>
                <a:gd name="connsiteX8-1769" fmla="*/ 564108 w 5381929"/>
                <a:gd name="connsiteY8-1770" fmla="*/ 4316819 h 5890437"/>
                <a:gd name="connsiteX9-1771" fmla="*/ 500313 w 5381929"/>
                <a:gd name="connsiteY9-1772" fmla="*/ 4976037 h 5890437"/>
                <a:gd name="connsiteX10-1773" fmla="*/ 1754955 w 5381929"/>
                <a:gd name="connsiteY10-1774" fmla="*/ 5039004 h 5890437"/>
                <a:gd name="connsiteX11-1775" fmla="*/ 1946341 w 5381929"/>
                <a:gd name="connsiteY11-1776" fmla="*/ 5890437 h 5890437"/>
                <a:gd name="connsiteX12-1777" fmla="*/ 4785234 w 5381929"/>
                <a:gd name="connsiteY12-1778" fmla="*/ 5858540 h 5890437"/>
                <a:gd name="connsiteX13-1779" fmla="*/ 4891560 w 5381929"/>
                <a:gd name="connsiteY13-1780" fmla="*/ 3519377 h 5890437"/>
                <a:gd name="connsiteX14-1781" fmla="*/ 3030862 w 5381929"/>
                <a:gd name="connsiteY14-1782" fmla="*/ 0 h 5890437"/>
                <a:gd name="connsiteX0-1783" fmla="*/ 3030862 w 5381929"/>
                <a:gd name="connsiteY0-1784" fmla="*/ 1751 h 5892188"/>
                <a:gd name="connsiteX1-1785" fmla="*/ 927042 w 5381929"/>
                <a:gd name="connsiteY1-1786" fmla="*/ 868002 h 5892188"/>
                <a:gd name="connsiteX2-1787" fmla="*/ 672918 w 5381929"/>
                <a:gd name="connsiteY2-1788" fmla="*/ 2222023 h 5892188"/>
                <a:gd name="connsiteX3-1789" fmla="*/ 583 w 5381929"/>
                <a:gd name="connsiteY3-1790" fmla="*/ 3053295 h 5892188"/>
                <a:gd name="connsiteX4-1791" fmla="*/ 510946 w 5381929"/>
                <a:gd name="connsiteY4-1792" fmla="*/ 3329742 h 5892188"/>
                <a:gd name="connsiteX5-1793" fmla="*/ 339858 w 5381929"/>
                <a:gd name="connsiteY5-1794" fmla="*/ 3736541 h 5892188"/>
                <a:gd name="connsiteX6-1795" fmla="*/ 531244 w 5381929"/>
                <a:gd name="connsiteY6-1796" fmla="*/ 3872002 h 5892188"/>
                <a:gd name="connsiteX7-1797" fmla="*/ 372722 w 5381929"/>
                <a:gd name="connsiteY7-1798" fmla="*/ 4063388 h 5892188"/>
                <a:gd name="connsiteX8-1799" fmla="*/ 564108 w 5381929"/>
                <a:gd name="connsiteY8-1800" fmla="*/ 4318570 h 5892188"/>
                <a:gd name="connsiteX9-1801" fmla="*/ 500313 w 5381929"/>
                <a:gd name="connsiteY9-1802" fmla="*/ 4977788 h 5892188"/>
                <a:gd name="connsiteX10-1803" fmla="*/ 1754955 w 5381929"/>
                <a:gd name="connsiteY10-1804" fmla="*/ 5040755 h 5892188"/>
                <a:gd name="connsiteX11-1805" fmla="*/ 1946341 w 5381929"/>
                <a:gd name="connsiteY11-1806" fmla="*/ 5892188 h 5892188"/>
                <a:gd name="connsiteX12-1807" fmla="*/ 4785234 w 5381929"/>
                <a:gd name="connsiteY12-1808" fmla="*/ 5860291 h 5892188"/>
                <a:gd name="connsiteX13-1809" fmla="*/ 4891560 w 5381929"/>
                <a:gd name="connsiteY13-1810" fmla="*/ 3521128 h 5892188"/>
                <a:gd name="connsiteX14-1811" fmla="*/ 3030862 w 5381929"/>
                <a:gd name="connsiteY14-1812" fmla="*/ 1751 h 5892188"/>
                <a:gd name="connsiteX0-1813" fmla="*/ 3031042 w 5382109"/>
                <a:gd name="connsiteY0-1814" fmla="*/ 1751 h 5892188"/>
                <a:gd name="connsiteX1-1815" fmla="*/ 927222 w 5382109"/>
                <a:gd name="connsiteY1-1816" fmla="*/ 868002 h 5892188"/>
                <a:gd name="connsiteX2-1817" fmla="*/ 577563 w 5382109"/>
                <a:gd name="connsiteY2-1818" fmla="*/ 2303910 h 5892188"/>
                <a:gd name="connsiteX3-1819" fmla="*/ 763 w 5382109"/>
                <a:gd name="connsiteY3-1820" fmla="*/ 3053295 h 5892188"/>
                <a:gd name="connsiteX4-1821" fmla="*/ 511126 w 5382109"/>
                <a:gd name="connsiteY4-1822" fmla="*/ 3329742 h 5892188"/>
                <a:gd name="connsiteX5-1823" fmla="*/ 340038 w 5382109"/>
                <a:gd name="connsiteY5-1824" fmla="*/ 3736541 h 5892188"/>
                <a:gd name="connsiteX6-1825" fmla="*/ 531424 w 5382109"/>
                <a:gd name="connsiteY6-1826" fmla="*/ 3872002 h 5892188"/>
                <a:gd name="connsiteX7-1827" fmla="*/ 372902 w 5382109"/>
                <a:gd name="connsiteY7-1828" fmla="*/ 4063388 h 5892188"/>
                <a:gd name="connsiteX8-1829" fmla="*/ 564288 w 5382109"/>
                <a:gd name="connsiteY8-1830" fmla="*/ 4318570 h 5892188"/>
                <a:gd name="connsiteX9-1831" fmla="*/ 500493 w 5382109"/>
                <a:gd name="connsiteY9-1832" fmla="*/ 4977788 h 5892188"/>
                <a:gd name="connsiteX10-1833" fmla="*/ 1755135 w 5382109"/>
                <a:gd name="connsiteY10-1834" fmla="*/ 5040755 h 5892188"/>
                <a:gd name="connsiteX11-1835" fmla="*/ 1946521 w 5382109"/>
                <a:gd name="connsiteY11-1836" fmla="*/ 5892188 h 5892188"/>
                <a:gd name="connsiteX12-1837" fmla="*/ 4785414 w 5382109"/>
                <a:gd name="connsiteY12-1838" fmla="*/ 5860291 h 5892188"/>
                <a:gd name="connsiteX13-1839" fmla="*/ 4891740 w 5382109"/>
                <a:gd name="connsiteY13-1840" fmla="*/ 3521128 h 5892188"/>
                <a:gd name="connsiteX14-1841" fmla="*/ 3031042 w 5382109"/>
                <a:gd name="connsiteY14-1842" fmla="*/ 1751 h 5892188"/>
                <a:gd name="connsiteX0-1843" fmla="*/ 3031042 w 5382109"/>
                <a:gd name="connsiteY0-1844" fmla="*/ 2101 h 5892538"/>
                <a:gd name="connsiteX1-1845" fmla="*/ 913575 w 5382109"/>
                <a:gd name="connsiteY1-1846" fmla="*/ 827408 h 5892538"/>
                <a:gd name="connsiteX2-1847" fmla="*/ 577563 w 5382109"/>
                <a:gd name="connsiteY2-1848" fmla="*/ 2304260 h 5892538"/>
                <a:gd name="connsiteX3-1849" fmla="*/ 763 w 5382109"/>
                <a:gd name="connsiteY3-1850" fmla="*/ 3053645 h 5892538"/>
                <a:gd name="connsiteX4-1851" fmla="*/ 511126 w 5382109"/>
                <a:gd name="connsiteY4-1852" fmla="*/ 3330092 h 5892538"/>
                <a:gd name="connsiteX5-1853" fmla="*/ 340038 w 5382109"/>
                <a:gd name="connsiteY5-1854" fmla="*/ 3736891 h 5892538"/>
                <a:gd name="connsiteX6-1855" fmla="*/ 531424 w 5382109"/>
                <a:gd name="connsiteY6-1856" fmla="*/ 3872352 h 5892538"/>
                <a:gd name="connsiteX7-1857" fmla="*/ 372902 w 5382109"/>
                <a:gd name="connsiteY7-1858" fmla="*/ 4063738 h 5892538"/>
                <a:gd name="connsiteX8-1859" fmla="*/ 564288 w 5382109"/>
                <a:gd name="connsiteY8-1860" fmla="*/ 4318920 h 5892538"/>
                <a:gd name="connsiteX9-1861" fmla="*/ 500493 w 5382109"/>
                <a:gd name="connsiteY9-1862" fmla="*/ 4978138 h 5892538"/>
                <a:gd name="connsiteX10-1863" fmla="*/ 1755135 w 5382109"/>
                <a:gd name="connsiteY10-1864" fmla="*/ 5041105 h 5892538"/>
                <a:gd name="connsiteX11-1865" fmla="*/ 1946521 w 5382109"/>
                <a:gd name="connsiteY11-1866" fmla="*/ 5892538 h 5892538"/>
                <a:gd name="connsiteX12-1867" fmla="*/ 4785414 w 5382109"/>
                <a:gd name="connsiteY12-1868" fmla="*/ 5860641 h 5892538"/>
                <a:gd name="connsiteX13-1869" fmla="*/ 4891740 w 5382109"/>
                <a:gd name="connsiteY13-1870" fmla="*/ 3521478 h 5892538"/>
                <a:gd name="connsiteX14-1871" fmla="*/ 3031042 w 5382109"/>
                <a:gd name="connsiteY14-1872" fmla="*/ 2101 h 5892538"/>
                <a:gd name="connsiteX0-1873" fmla="*/ 3031042 w 5382109"/>
                <a:gd name="connsiteY0-1874" fmla="*/ 941 h 5891378"/>
                <a:gd name="connsiteX1-1875" fmla="*/ 886280 w 5382109"/>
                <a:gd name="connsiteY1-1876" fmla="*/ 1071908 h 5891378"/>
                <a:gd name="connsiteX2-1877" fmla="*/ 577563 w 5382109"/>
                <a:gd name="connsiteY2-1878" fmla="*/ 2303100 h 5891378"/>
                <a:gd name="connsiteX3-1879" fmla="*/ 763 w 5382109"/>
                <a:gd name="connsiteY3-1880" fmla="*/ 3052485 h 5891378"/>
                <a:gd name="connsiteX4-1881" fmla="*/ 511126 w 5382109"/>
                <a:gd name="connsiteY4-1882" fmla="*/ 3328932 h 5891378"/>
                <a:gd name="connsiteX5-1883" fmla="*/ 340038 w 5382109"/>
                <a:gd name="connsiteY5-1884" fmla="*/ 3735731 h 5891378"/>
                <a:gd name="connsiteX6-1885" fmla="*/ 531424 w 5382109"/>
                <a:gd name="connsiteY6-1886" fmla="*/ 3871192 h 5891378"/>
                <a:gd name="connsiteX7-1887" fmla="*/ 372902 w 5382109"/>
                <a:gd name="connsiteY7-1888" fmla="*/ 4062578 h 5891378"/>
                <a:gd name="connsiteX8-1889" fmla="*/ 564288 w 5382109"/>
                <a:gd name="connsiteY8-1890" fmla="*/ 4317760 h 5891378"/>
                <a:gd name="connsiteX9-1891" fmla="*/ 500493 w 5382109"/>
                <a:gd name="connsiteY9-1892" fmla="*/ 4976978 h 5891378"/>
                <a:gd name="connsiteX10-1893" fmla="*/ 1755135 w 5382109"/>
                <a:gd name="connsiteY10-1894" fmla="*/ 5039945 h 5891378"/>
                <a:gd name="connsiteX11-1895" fmla="*/ 1946521 w 5382109"/>
                <a:gd name="connsiteY11-1896" fmla="*/ 5891378 h 5891378"/>
                <a:gd name="connsiteX12-1897" fmla="*/ 4785414 w 5382109"/>
                <a:gd name="connsiteY12-1898" fmla="*/ 5859481 h 5891378"/>
                <a:gd name="connsiteX13-1899" fmla="*/ 4891740 w 5382109"/>
                <a:gd name="connsiteY13-1900" fmla="*/ 3520318 h 5891378"/>
                <a:gd name="connsiteX14-1901" fmla="*/ 3031042 w 5382109"/>
                <a:gd name="connsiteY14-1902" fmla="*/ 941 h 5891378"/>
                <a:gd name="connsiteX0-1903" fmla="*/ 3031042 w 5382109"/>
                <a:gd name="connsiteY0-1904" fmla="*/ 753 h 5891190"/>
                <a:gd name="connsiteX1-1905" fmla="*/ 886280 w 5382109"/>
                <a:gd name="connsiteY1-1906" fmla="*/ 1071720 h 5891190"/>
                <a:gd name="connsiteX2-1907" fmla="*/ 577563 w 5382109"/>
                <a:gd name="connsiteY2-1908" fmla="*/ 2302912 h 5891190"/>
                <a:gd name="connsiteX3-1909" fmla="*/ 763 w 5382109"/>
                <a:gd name="connsiteY3-1910" fmla="*/ 3052297 h 5891190"/>
                <a:gd name="connsiteX4-1911" fmla="*/ 511126 w 5382109"/>
                <a:gd name="connsiteY4-1912" fmla="*/ 3328744 h 5891190"/>
                <a:gd name="connsiteX5-1913" fmla="*/ 340038 w 5382109"/>
                <a:gd name="connsiteY5-1914" fmla="*/ 3735543 h 5891190"/>
                <a:gd name="connsiteX6-1915" fmla="*/ 531424 w 5382109"/>
                <a:gd name="connsiteY6-1916" fmla="*/ 3871004 h 5891190"/>
                <a:gd name="connsiteX7-1917" fmla="*/ 372902 w 5382109"/>
                <a:gd name="connsiteY7-1918" fmla="*/ 4062390 h 5891190"/>
                <a:gd name="connsiteX8-1919" fmla="*/ 564288 w 5382109"/>
                <a:gd name="connsiteY8-1920" fmla="*/ 4317572 h 5891190"/>
                <a:gd name="connsiteX9-1921" fmla="*/ 500493 w 5382109"/>
                <a:gd name="connsiteY9-1922" fmla="*/ 4976790 h 5891190"/>
                <a:gd name="connsiteX10-1923" fmla="*/ 1755135 w 5382109"/>
                <a:gd name="connsiteY10-1924" fmla="*/ 5039757 h 5891190"/>
                <a:gd name="connsiteX11-1925" fmla="*/ 1946521 w 5382109"/>
                <a:gd name="connsiteY11-1926" fmla="*/ 5891190 h 5891190"/>
                <a:gd name="connsiteX12-1927" fmla="*/ 4785414 w 5382109"/>
                <a:gd name="connsiteY12-1928" fmla="*/ 5859293 h 5891190"/>
                <a:gd name="connsiteX13-1929" fmla="*/ 4891740 w 5382109"/>
                <a:gd name="connsiteY13-1930" fmla="*/ 3520130 h 5891190"/>
                <a:gd name="connsiteX14-1931" fmla="*/ 3031042 w 5382109"/>
                <a:gd name="connsiteY14-1932" fmla="*/ 753 h 5891190"/>
                <a:gd name="connsiteX0-1933" fmla="*/ 3031042 w 5382109"/>
                <a:gd name="connsiteY0-1934" fmla="*/ 753 h 5891190"/>
                <a:gd name="connsiteX1-1935" fmla="*/ 886280 w 5382109"/>
                <a:gd name="connsiteY1-1936" fmla="*/ 1071720 h 5891190"/>
                <a:gd name="connsiteX2-1937" fmla="*/ 577563 w 5382109"/>
                <a:gd name="connsiteY2-1938" fmla="*/ 2302912 h 5891190"/>
                <a:gd name="connsiteX3-1939" fmla="*/ 763 w 5382109"/>
                <a:gd name="connsiteY3-1940" fmla="*/ 3052297 h 5891190"/>
                <a:gd name="connsiteX4-1941" fmla="*/ 511126 w 5382109"/>
                <a:gd name="connsiteY4-1942" fmla="*/ 3328744 h 5891190"/>
                <a:gd name="connsiteX5-1943" fmla="*/ 340038 w 5382109"/>
                <a:gd name="connsiteY5-1944" fmla="*/ 3735543 h 5891190"/>
                <a:gd name="connsiteX6-1945" fmla="*/ 531424 w 5382109"/>
                <a:gd name="connsiteY6-1946" fmla="*/ 3871004 h 5891190"/>
                <a:gd name="connsiteX7-1947" fmla="*/ 372902 w 5382109"/>
                <a:gd name="connsiteY7-1948" fmla="*/ 4062390 h 5891190"/>
                <a:gd name="connsiteX8-1949" fmla="*/ 564288 w 5382109"/>
                <a:gd name="connsiteY8-1950" fmla="*/ 4317572 h 5891190"/>
                <a:gd name="connsiteX9-1951" fmla="*/ 500493 w 5382109"/>
                <a:gd name="connsiteY9-1952" fmla="*/ 4976790 h 5891190"/>
                <a:gd name="connsiteX10-1953" fmla="*/ 1755135 w 5382109"/>
                <a:gd name="connsiteY10-1954" fmla="*/ 5039757 h 5891190"/>
                <a:gd name="connsiteX11-1955" fmla="*/ 1946521 w 5382109"/>
                <a:gd name="connsiteY11-1956" fmla="*/ 5891190 h 5891190"/>
                <a:gd name="connsiteX12-1957" fmla="*/ 4785414 w 5382109"/>
                <a:gd name="connsiteY12-1958" fmla="*/ 5859293 h 5891190"/>
                <a:gd name="connsiteX13-1959" fmla="*/ 4891740 w 5382109"/>
                <a:gd name="connsiteY13-1960" fmla="*/ 3520130 h 5891190"/>
                <a:gd name="connsiteX14-1961" fmla="*/ 3031042 w 5382109"/>
                <a:gd name="connsiteY14-1962" fmla="*/ 753 h 5891190"/>
                <a:gd name="connsiteX0-1963" fmla="*/ 3031042 w 5382109"/>
                <a:gd name="connsiteY0-1964" fmla="*/ 792 h 5891229"/>
                <a:gd name="connsiteX1-1965" fmla="*/ 777098 w 5382109"/>
                <a:gd name="connsiteY1-1966" fmla="*/ 1044464 h 5891229"/>
                <a:gd name="connsiteX2-1967" fmla="*/ 577563 w 5382109"/>
                <a:gd name="connsiteY2-1968" fmla="*/ 2302951 h 5891229"/>
                <a:gd name="connsiteX3-1969" fmla="*/ 763 w 5382109"/>
                <a:gd name="connsiteY3-1970" fmla="*/ 3052336 h 5891229"/>
                <a:gd name="connsiteX4-1971" fmla="*/ 511126 w 5382109"/>
                <a:gd name="connsiteY4-1972" fmla="*/ 3328783 h 5891229"/>
                <a:gd name="connsiteX5-1973" fmla="*/ 340038 w 5382109"/>
                <a:gd name="connsiteY5-1974" fmla="*/ 3735582 h 5891229"/>
                <a:gd name="connsiteX6-1975" fmla="*/ 531424 w 5382109"/>
                <a:gd name="connsiteY6-1976" fmla="*/ 3871043 h 5891229"/>
                <a:gd name="connsiteX7-1977" fmla="*/ 372902 w 5382109"/>
                <a:gd name="connsiteY7-1978" fmla="*/ 4062429 h 5891229"/>
                <a:gd name="connsiteX8-1979" fmla="*/ 564288 w 5382109"/>
                <a:gd name="connsiteY8-1980" fmla="*/ 4317611 h 5891229"/>
                <a:gd name="connsiteX9-1981" fmla="*/ 500493 w 5382109"/>
                <a:gd name="connsiteY9-1982" fmla="*/ 4976829 h 5891229"/>
                <a:gd name="connsiteX10-1983" fmla="*/ 1755135 w 5382109"/>
                <a:gd name="connsiteY10-1984" fmla="*/ 5039796 h 5891229"/>
                <a:gd name="connsiteX11-1985" fmla="*/ 1946521 w 5382109"/>
                <a:gd name="connsiteY11-1986" fmla="*/ 5891229 h 5891229"/>
                <a:gd name="connsiteX12-1987" fmla="*/ 4785414 w 5382109"/>
                <a:gd name="connsiteY12-1988" fmla="*/ 5859332 h 5891229"/>
                <a:gd name="connsiteX13-1989" fmla="*/ 4891740 w 5382109"/>
                <a:gd name="connsiteY13-1990" fmla="*/ 3520169 h 5891229"/>
                <a:gd name="connsiteX14-1991" fmla="*/ 3031042 w 5382109"/>
                <a:gd name="connsiteY14-1992" fmla="*/ 792 h 5891229"/>
                <a:gd name="connsiteX0-1993" fmla="*/ 3031042 w 5382109"/>
                <a:gd name="connsiteY0-1994" fmla="*/ 792 h 5891229"/>
                <a:gd name="connsiteX1-1995" fmla="*/ 777098 w 5382109"/>
                <a:gd name="connsiteY1-1996" fmla="*/ 1044464 h 5891229"/>
                <a:gd name="connsiteX2-1997" fmla="*/ 577563 w 5382109"/>
                <a:gd name="connsiteY2-1998" fmla="*/ 2302951 h 5891229"/>
                <a:gd name="connsiteX3-1999" fmla="*/ 763 w 5382109"/>
                <a:gd name="connsiteY3-2000" fmla="*/ 3052336 h 5891229"/>
                <a:gd name="connsiteX4-2001" fmla="*/ 511126 w 5382109"/>
                <a:gd name="connsiteY4-2002" fmla="*/ 3328783 h 5891229"/>
                <a:gd name="connsiteX5-2003" fmla="*/ 340038 w 5382109"/>
                <a:gd name="connsiteY5-2004" fmla="*/ 3735582 h 5891229"/>
                <a:gd name="connsiteX6-2005" fmla="*/ 531424 w 5382109"/>
                <a:gd name="connsiteY6-2006" fmla="*/ 3871043 h 5891229"/>
                <a:gd name="connsiteX7-2007" fmla="*/ 372902 w 5382109"/>
                <a:gd name="connsiteY7-2008" fmla="*/ 4062429 h 5891229"/>
                <a:gd name="connsiteX8-2009" fmla="*/ 564288 w 5382109"/>
                <a:gd name="connsiteY8-2010" fmla="*/ 4317611 h 5891229"/>
                <a:gd name="connsiteX9-2011" fmla="*/ 500493 w 5382109"/>
                <a:gd name="connsiteY9-2012" fmla="*/ 4976829 h 5891229"/>
                <a:gd name="connsiteX10-2013" fmla="*/ 1755135 w 5382109"/>
                <a:gd name="connsiteY10-2014" fmla="*/ 5039796 h 5891229"/>
                <a:gd name="connsiteX11-2015" fmla="*/ 1946521 w 5382109"/>
                <a:gd name="connsiteY11-2016" fmla="*/ 5891229 h 5891229"/>
                <a:gd name="connsiteX12-2017" fmla="*/ 4785414 w 5382109"/>
                <a:gd name="connsiteY12-2018" fmla="*/ 5859332 h 5891229"/>
                <a:gd name="connsiteX13-2019" fmla="*/ 4891740 w 5382109"/>
                <a:gd name="connsiteY13-2020" fmla="*/ 3520169 h 5891229"/>
                <a:gd name="connsiteX14-2021" fmla="*/ 3031042 w 5382109"/>
                <a:gd name="connsiteY14-2022" fmla="*/ 792 h 5891229"/>
                <a:gd name="connsiteX0-2023" fmla="*/ 3031042 w 5382109"/>
                <a:gd name="connsiteY0-2024" fmla="*/ 792 h 5891229"/>
                <a:gd name="connsiteX1-2025" fmla="*/ 777098 w 5382109"/>
                <a:gd name="connsiteY1-2026" fmla="*/ 1044464 h 5891229"/>
                <a:gd name="connsiteX2-2027" fmla="*/ 577563 w 5382109"/>
                <a:gd name="connsiteY2-2028" fmla="*/ 2302951 h 5891229"/>
                <a:gd name="connsiteX3-2029" fmla="*/ 763 w 5382109"/>
                <a:gd name="connsiteY3-2030" fmla="*/ 3052336 h 5891229"/>
                <a:gd name="connsiteX4-2031" fmla="*/ 511126 w 5382109"/>
                <a:gd name="connsiteY4-2032" fmla="*/ 3328783 h 5891229"/>
                <a:gd name="connsiteX5-2033" fmla="*/ 340038 w 5382109"/>
                <a:gd name="connsiteY5-2034" fmla="*/ 3735582 h 5891229"/>
                <a:gd name="connsiteX6-2035" fmla="*/ 531424 w 5382109"/>
                <a:gd name="connsiteY6-2036" fmla="*/ 3871043 h 5891229"/>
                <a:gd name="connsiteX7-2037" fmla="*/ 372902 w 5382109"/>
                <a:gd name="connsiteY7-2038" fmla="*/ 4062429 h 5891229"/>
                <a:gd name="connsiteX8-2039" fmla="*/ 564288 w 5382109"/>
                <a:gd name="connsiteY8-2040" fmla="*/ 4317611 h 5891229"/>
                <a:gd name="connsiteX9-2041" fmla="*/ 500493 w 5382109"/>
                <a:gd name="connsiteY9-2042" fmla="*/ 4976829 h 5891229"/>
                <a:gd name="connsiteX10-2043" fmla="*/ 1755135 w 5382109"/>
                <a:gd name="connsiteY10-2044" fmla="*/ 5039796 h 5891229"/>
                <a:gd name="connsiteX11-2045" fmla="*/ 1946521 w 5382109"/>
                <a:gd name="connsiteY11-2046" fmla="*/ 5891229 h 5891229"/>
                <a:gd name="connsiteX12-2047" fmla="*/ 4785414 w 5382109"/>
                <a:gd name="connsiteY12-2048" fmla="*/ 5859332 h 5891229"/>
                <a:gd name="connsiteX13-2049" fmla="*/ 4891740 w 5382109"/>
                <a:gd name="connsiteY13-2050" fmla="*/ 3520169 h 5891229"/>
                <a:gd name="connsiteX14-2051" fmla="*/ 3031042 w 5382109"/>
                <a:gd name="connsiteY14-2052" fmla="*/ 792 h 5891229"/>
                <a:gd name="connsiteX0-2053" fmla="*/ 3031042 w 5382109"/>
                <a:gd name="connsiteY0-2054" fmla="*/ 627 h 5891064"/>
                <a:gd name="connsiteX1-2055" fmla="*/ 777098 w 5382109"/>
                <a:gd name="connsiteY1-2056" fmla="*/ 1180776 h 5891064"/>
                <a:gd name="connsiteX2-2057" fmla="*/ 577563 w 5382109"/>
                <a:gd name="connsiteY2-2058" fmla="*/ 2302786 h 5891064"/>
                <a:gd name="connsiteX3-2059" fmla="*/ 763 w 5382109"/>
                <a:gd name="connsiteY3-2060" fmla="*/ 3052171 h 5891064"/>
                <a:gd name="connsiteX4-2061" fmla="*/ 511126 w 5382109"/>
                <a:gd name="connsiteY4-2062" fmla="*/ 3328618 h 5891064"/>
                <a:gd name="connsiteX5-2063" fmla="*/ 340038 w 5382109"/>
                <a:gd name="connsiteY5-2064" fmla="*/ 3735417 h 5891064"/>
                <a:gd name="connsiteX6-2065" fmla="*/ 531424 w 5382109"/>
                <a:gd name="connsiteY6-2066" fmla="*/ 3870878 h 5891064"/>
                <a:gd name="connsiteX7-2067" fmla="*/ 372902 w 5382109"/>
                <a:gd name="connsiteY7-2068" fmla="*/ 4062264 h 5891064"/>
                <a:gd name="connsiteX8-2069" fmla="*/ 564288 w 5382109"/>
                <a:gd name="connsiteY8-2070" fmla="*/ 4317446 h 5891064"/>
                <a:gd name="connsiteX9-2071" fmla="*/ 500493 w 5382109"/>
                <a:gd name="connsiteY9-2072" fmla="*/ 4976664 h 5891064"/>
                <a:gd name="connsiteX10-2073" fmla="*/ 1755135 w 5382109"/>
                <a:gd name="connsiteY10-2074" fmla="*/ 5039631 h 5891064"/>
                <a:gd name="connsiteX11-2075" fmla="*/ 1946521 w 5382109"/>
                <a:gd name="connsiteY11-2076" fmla="*/ 5891064 h 5891064"/>
                <a:gd name="connsiteX12-2077" fmla="*/ 4785414 w 5382109"/>
                <a:gd name="connsiteY12-2078" fmla="*/ 5859167 h 5891064"/>
                <a:gd name="connsiteX13-2079" fmla="*/ 4891740 w 5382109"/>
                <a:gd name="connsiteY13-2080" fmla="*/ 3520004 h 5891064"/>
                <a:gd name="connsiteX14-2081" fmla="*/ 3031042 w 5382109"/>
                <a:gd name="connsiteY14-2082" fmla="*/ 627 h 5891064"/>
                <a:gd name="connsiteX0-2083" fmla="*/ 3031042 w 5382109"/>
                <a:gd name="connsiteY0-2084" fmla="*/ 968 h 5891405"/>
                <a:gd name="connsiteX1-2085" fmla="*/ 777098 w 5382109"/>
                <a:gd name="connsiteY1-2086" fmla="*/ 1181117 h 5891405"/>
                <a:gd name="connsiteX2-2087" fmla="*/ 577563 w 5382109"/>
                <a:gd name="connsiteY2-2088" fmla="*/ 2303127 h 5891405"/>
                <a:gd name="connsiteX3-2089" fmla="*/ 763 w 5382109"/>
                <a:gd name="connsiteY3-2090" fmla="*/ 3052512 h 5891405"/>
                <a:gd name="connsiteX4-2091" fmla="*/ 511126 w 5382109"/>
                <a:gd name="connsiteY4-2092" fmla="*/ 3328959 h 5891405"/>
                <a:gd name="connsiteX5-2093" fmla="*/ 340038 w 5382109"/>
                <a:gd name="connsiteY5-2094" fmla="*/ 3735758 h 5891405"/>
                <a:gd name="connsiteX6-2095" fmla="*/ 531424 w 5382109"/>
                <a:gd name="connsiteY6-2096" fmla="*/ 3871219 h 5891405"/>
                <a:gd name="connsiteX7-2097" fmla="*/ 372902 w 5382109"/>
                <a:gd name="connsiteY7-2098" fmla="*/ 4062605 h 5891405"/>
                <a:gd name="connsiteX8-2099" fmla="*/ 564288 w 5382109"/>
                <a:gd name="connsiteY8-2100" fmla="*/ 4317787 h 5891405"/>
                <a:gd name="connsiteX9-2101" fmla="*/ 500493 w 5382109"/>
                <a:gd name="connsiteY9-2102" fmla="*/ 4977005 h 5891405"/>
                <a:gd name="connsiteX10-2103" fmla="*/ 1755135 w 5382109"/>
                <a:gd name="connsiteY10-2104" fmla="*/ 5039972 h 5891405"/>
                <a:gd name="connsiteX11-2105" fmla="*/ 1946521 w 5382109"/>
                <a:gd name="connsiteY11-2106" fmla="*/ 5891405 h 5891405"/>
                <a:gd name="connsiteX12-2107" fmla="*/ 4785414 w 5382109"/>
                <a:gd name="connsiteY12-2108" fmla="*/ 5859508 h 5891405"/>
                <a:gd name="connsiteX13-2109" fmla="*/ 4891740 w 5382109"/>
                <a:gd name="connsiteY13-2110" fmla="*/ 3520345 h 5891405"/>
                <a:gd name="connsiteX14-2111" fmla="*/ 3031042 w 5382109"/>
                <a:gd name="connsiteY14-2112" fmla="*/ 968 h 5891405"/>
                <a:gd name="connsiteX0-2113" fmla="*/ 3031042 w 5382109"/>
                <a:gd name="connsiteY0-2114" fmla="*/ 968 h 5891405"/>
                <a:gd name="connsiteX1-2115" fmla="*/ 777098 w 5382109"/>
                <a:gd name="connsiteY1-2116" fmla="*/ 1181117 h 5891405"/>
                <a:gd name="connsiteX2-2117" fmla="*/ 577563 w 5382109"/>
                <a:gd name="connsiteY2-2118" fmla="*/ 2303127 h 5891405"/>
                <a:gd name="connsiteX3-2119" fmla="*/ 763 w 5382109"/>
                <a:gd name="connsiteY3-2120" fmla="*/ 3052512 h 5891405"/>
                <a:gd name="connsiteX4-2121" fmla="*/ 511126 w 5382109"/>
                <a:gd name="connsiteY4-2122" fmla="*/ 3328959 h 5891405"/>
                <a:gd name="connsiteX5-2123" fmla="*/ 340038 w 5382109"/>
                <a:gd name="connsiteY5-2124" fmla="*/ 3735758 h 5891405"/>
                <a:gd name="connsiteX6-2125" fmla="*/ 531424 w 5382109"/>
                <a:gd name="connsiteY6-2126" fmla="*/ 3871219 h 5891405"/>
                <a:gd name="connsiteX7-2127" fmla="*/ 372902 w 5382109"/>
                <a:gd name="connsiteY7-2128" fmla="*/ 4062605 h 5891405"/>
                <a:gd name="connsiteX8-2129" fmla="*/ 564288 w 5382109"/>
                <a:gd name="connsiteY8-2130" fmla="*/ 4317787 h 5891405"/>
                <a:gd name="connsiteX9-2131" fmla="*/ 500493 w 5382109"/>
                <a:gd name="connsiteY9-2132" fmla="*/ 4977005 h 5891405"/>
                <a:gd name="connsiteX10-2133" fmla="*/ 1755135 w 5382109"/>
                <a:gd name="connsiteY10-2134" fmla="*/ 5039972 h 5891405"/>
                <a:gd name="connsiteX11-2135" fmla="*/ 1946521 w 5382109"/>
                <a:gd name="connsiteY11-2136" fmla="*/ 5891405 h 5891405"/>
                <a:gd name="connsiteX12-2137" fmla="*/ 4785414 w 5382109"/>
                <a:gd name="connsiteY12-2138" fmla="*/ 5859508 h 5891405"/>
                <a:gd name="connsiteX13-2139" fmla="*/ 4891740 w 5382109"/>
                <a:gd name="connsiteY13-2140" fmla="*/ 3520345 h 5891405"/>
                <a:gd name="connsiteX14-2141" fmla="*/ 3031042 w 5382109"/>
                <a:gd name="connsiteY14-2142" fmla="*/ 968 h 5891405"/>
                <a:gd name="connsiteX0-2143" fmla="*/ 3031204 w 5382271"/>
                <a:gd name="connsiteY0-2144" fmla="*/ 968 h 5891405"/>
                <a:gd name="connsiteX1-2145" fmla="*/ 777260 w 5382271"/>
                <a:gd name="connsiteY1-2146" fmla="*/ 1181117 h 5891405"/>
                <a:gd name="connsiteX2-2147" fmla="*/ 523134 w 5382271"/>
                <a:gd name="connsiteY2-2148" fmla="*/ 2303127 h 5891405"/>
                <a:gd name="connsiteX3-2149" fmla="*/ 925 w 5382271"/>
                <a:gd name="connsiteY3-2150" fmla="*/ 3052512 h 5891405"/>
                <a:gd name="connsiteX4-2151" fmla="*/ 511288 w 5382271"/>
                <a:gd name="connsiteY4-2152" fmla="*/ 3328959 h 5891405"/>
                <a:gd name="connsiteX5-2153" fmla="*/ 340200 w 5382271"/>
                <a:gd name="connsiteY5-2154" fmla="*/ 3735758 h 5891405"/>
                <a:gd name="connsiteX6-2155" fmla="*/ 531586 w 5382271"/>
                <a:gd name="connsiteY6-2156" fmla="*/ 3871219 h 5891405"/>
                <a:gd name="connsiteX7-2157" fmla="*/ 373064 w 5382271"/>
                <a:gd name="connsiteY7-2158" fmla="*/ 4062605 h 5891405"/>
                <a:gd name="connsiteX8-2159" fmla="*/ 564450 w 5382271"/>
                <a:gd name="connsiteY8-2160" fmla="*/ 4317787 h 5891405"/>
                <a:gd name="connsiteX9-2161" fmla="*/ 500655 w 5382271"/>
                <a:gd name="connsiteY9-2162" fmla="*/ 4977005 h 5891405"/>
                <a:gd name="connsiteX10-2163" fmla="*/ 1755297 w 5382271"/>
                <a:gd name="connsiteY10-2164" fmla="*/ 5039972 h 5891405"/>
                <a:gd name="connsiteX11-2165" fmla="*/ 1946683 w 5382271"/>
                <a:gd name="connsiteY11-2166" fmla="*/ 5891405 h 5891405"/>
                <a:gd name="connsiteX12-2167" fmla="*/ 4785576 w 5382271"/>
                <a:gd name="connsiteY12-2168" fmla="*/ 5859508 h 5891405"/>
                <a:gd name="connsiteX13-2169" fmla="*/ 4891902 w 5382271"/>
                <a:gd name="connsiteY13-2170" fmla="*/ 3520345 h 5891405"/>
                <a:gd name="connsiteX14-2171" fmla="*/ 3031204 w 5382271"/>
                <a:gd name="connsiteY14-2172" fmla="*/ 968 h 5891405"/>
                <a:gd name="connsiteX0-2173" fmla="*/ 3031204 w 5382271"/>
                <a:gd name="connsiteY0-2174" fmla="*/ 968 h 5891405"/>
                <a:gd name="connsiteX1-2175" fmla="*/ 777260 w 5382271"/>
                <a:gd name="connsiteY1-2176" fmla="*/ 1181117 h 5891405"/>
                <a:gd name="connsiteX2-2177" fmla="*/ 523134 w 5382271"/>
                <a:gd name="connsiteY2-2178" fmla="*/ 2303127 h 5891405"/>
                <a:gd name="connsiteX3-2179" fmla="*/ 925 w 5382271"/>
                <a:gd name="connsiteY3-2180" fmla="*/ 3052512 h 5891405"/>
                <a:gd name="connsiteX4-2181" fmla="*/ 511288 w 5382271"/>
                <a:gd name="connsiteY4-2182" fmla="*/ 3328959 h 5891405"/>
                <a:gd name="connsiteX5-2183" fmla="*/ 340200 w 5382271"/>
                <a:gd name="connsiteY5-2184" fmla="*/ 3735758 h 5891405"/>
                <a:gd name="connsiteX6-2185" fmla="*/ 531586 w 5382271"/>
                <a:gd name="connsiteY6-2186" fmla="*/ 3871219 h 5891405"/>
                <a:gd name="connsiteX7-2187" fmla="*/ 373064 w 5382271"/>
                <a:gd name="connsiteY7-2188" fmla="*/ 4062605 h 5891405"/>
                <a:gd name="connsiteX8-2189" fmla="*/ 564450 w 5382271"/>
                <a:gd name="connsiteY8-2190" fmla="*/ 4317787 h 5891405"/>
                <a:gd name="connsiteX9-2191" fmla="*/ 500655 w 5382271"/>
                <a:gd name="connsiteY9-2192" fmla="*/ 4977005 h 5891405"/>
                <a:gd name="connsiteX10-2193" fmla="*/ 1755297 w 5382271"/>
                <a:gd name="connsiteY10-2194" fmla="*/ 5039972 h 5891405"/>
                <a:gd name="connsiteX11-2195" fmla="*/ 1946683 w 5382271"/>
                <a:gd name="connsiteY11-2196" fmla="*/ 5891405 h 5891405"/>
                <a:gd name="connsiteX12-2197" fmla="*/ 4785576 w 5382271"/>
                <a:gd name="connsiteY12-2198" fmla="*/ 5859508 h 5891405"/>
                <a:gd name="connsiteX13-2199" fmla="*/ 4891902 w 5382271"/>
                <a:gd name="connsiteY13-2200" fmla="*/ 3520345 h 5891405"/>
                <a:gd name="connsiteX14-2201" fmla="*/ 3031204 w 5382271"/>
                <a:gd name="connsiteY14-2202" fmla="*/ 968 h 5891405"/>
                <a:gd name="connsiteX0-2203" fmla="*/ 3031204 w 5382271"/>
                <a:gd name="connsiteY0-2204" fmla="*/ 968 h 5891405"/>
                <a:gd name="connsiteX1-2205" fmla="*/ 777260 w 5382271"/>
                <a:gd name="connsiteY1-2206" fmla="*/ 1181117 h 5891405"/>
                <a:gd name="connsiteX2-2207" fmla="*/ 523134 w 5382271"/>
                <a:gd name="connsiteY2-2208" fmla="*/ 2303127 h 5891405"/>
                <a:gd name="connsiteX3-2209" fmla="*/ 925 w 5382271"/>
                <a:gd name="connsiteY3-2210" fmla="*/ 3052512 h 5891405"/>
                <a:gd name="connsiteX4-2211" fmla="*/ 511288 w 5382271"/>
                <a:gd name="connsiteY4-2212" fmla="*/ 3328959 h 5891405"/>
                <a:gd name="connsiteX5-2213" fmla="*/ 340200 w 5382271"/>
                <a:gd name="connsiteY5-2214" fmla="*/ 3735758 h 5891405"/>
                <a:gd name="connsiteX6-2215" fmla="*/ 531586 w 5382271"/>
                <a:gd name="connsiteY6-2216" fmla="*/ 3871219 h 5891405"/>
                <a:gd name="connsiteX7-2217" fmla="*/ 373064 w 5382271"/>
                <a:gd name="connsiteY7-2218" fmla="*/ 4062605 h 5891405"/>
                <a:gd name="connsiteX8-2219" fmla="*/ 564450 w 5382271"/>
                <a:gd name="connsiteY8-2220" fmla="*/ 4317787 h 5891405"/>
                <a:gd name="connsiteX9-2221" fmla="*/ 500655 w 5382271"/>
                <a:gd name="connsiteY9-2222" fmla="*/ 4977005 h 5891405"/>
                <a:gd name="connsiteX10-2223" fmla="*/ 1755297 w 5382271"/>
                <a:gd name="connsiteY10-2224" fmla="*/ 5039972 h 5891405"/>
                <a:gd name="connsiteX11-2225" fmla="*/ 1946683 w 5382271"/>
                <a:gd name="connsiteY11-2226" fmla="*/ 5891405 h 5891405"/>
                <a:gd name="connsiteX12-2227" fmla="*/ 4785576 w 5382271"/>
                <a:gd name="connsiteY12-2228" fmla="*/ 5859508 h 5891405"/>
                <a:gd name="connsiteX13-2229" fmla="*/ 4891902 w 5382271"/>
                <a:gd name="connsiteY13-2230" fmla="*/ 3520345 h 5891405"/>
                <a:gd name="connsiteX14-2231" fmla="*/ 3031204 w 5382271"/>
                <a:gd name="connsiteY14-2232" fmla="*/ 968 h 5891405"/>
                <a:gd name="connsiteX0-2233" fmla="*/ 3038119 w 5389186"/>
                <a:gd name="connsiteY0-2234" fmla="*/ 968 h 5891405"/>
                <a:gd name="connsiteX1-2235" fmla="*/ 784175 w 5389186"/>
                <a:gd name="connsiteY1-2236" fmla="*/ 1181117 h 5891405"/>
                <a:gd name="connsiteX2-2237" fmla="*/ 530049 w 5389186"/>
                <a:gd name="connsiteY2-2238" fmla="*/ 2303127 h 5891405"/>
                <a:gd name="connsiteX3-2239" fmla="*/ 7840 w 5389186"/>
                <a:gd name="connsiteY3-2240" fmla="*/ 3052512 h 5891405"/>
                <a:gd name="connsiteX4-2241" fmla="*/ 518203 w 5389186"/>
                <a:gd name="connsiteY4-2242" fmla="*/ 3328959 h 5891405"/>
                <a:gd name="connsiteX5-2243" fmla="*/ 347115 w 5389186"/>
                <a:gd name="connsiteY5-2244" fmla="*/ 3735758 h 5891405"/>
                <a:gd name="connsiteX6-2245" fmla="*/ 538501 w 5389186"/>
                <a:gd name="connsiteY6-2246" fmla="*/ 3871219 h 5891405"/>
                <a:gd name="connsiteX7-2247" fmla="*/ 379979 w 5389186"/>
                <a:gd name="connsiteY7-2248" fmla="*/ 4062605 h 5891405"/>
                <a:gd name="connsiteX8-2249" fmla="*/ 571365 w 5389186"/>
                <a:gd name="connsiteY8-2250" fmla="*/ 4317787 h 5891405"/>
                <a:gd name="connsiteX9-2251" fmla="*/ 507570 w 5389186"/>
                <a:gd name="connsiteY9-2252" fmla="*/ 4977005 h 5891405"/>
                <a:gd name="connsiteX10-2253" fmla="*/ 1762212 w 5389186"/>
                <a:gd name="connsiteY10-2254" fmla="*/ 5039972 h 5891405"/>
                <a:gd name="connsiteX11-2255" fmla="*/ 1953598 w 5389186"/>
                <a:gd name="connsiteY11-2256" fmla="*/ 5891405 h 5891405"/>
                <a:gd name="connsiteX12-2257" fmla="*/ 4792491 w 5389186"/>
                <a:gd name="connsiteY12-2258" fmla="*/ 5859508 h 5891405"/>
                <a:gd name="connsiteX13-2259" fmla="*/ 4898817 w 5389186"/>
                <a:gd name="connsiteY13-2260" fmla="*/ 3520345 h 5891405"/>
                <a:gd name="connsiteX14-2261" fmla="*/ 3038119 w 5389186"/>
                <a:gd name="connsiteY14-2262" fmla="*/ 968 h 5891405"/>
                <a:gd name="connsiteX0-2263" fmla="*/ 3037057 w 5388124"/>
                <a:gd name="connsiteY0-2264" fmla="*/ 968 h 5891405"/>
                <a:gd name="connsiteX1-2265" fmla="*/ 783113 w 5388124"/>
                <a:gd name="connsiteY1-2266" fmla="*/ 1181117 h 5891405"/>
                <a:gd name="connsiteX2-2267" fmla="*/ 528987 w 5388124"/>
                <a:gd name="connsiteY2-2268" fmla="*/ 2303127 h 5891405"/>
                <a:gd name="connsiteX3-2269" fmla="*/ 6778 w 5388124"/>
                <a:gd name="connsiteY3-2270" fmla="*/ 3052512 h 5891405"/>
                <a:gd name="connsiteX4-2271" fmla="*/ 517141 w 5388124"/>
                <a:gd name="connsiteY4-2272" fmla="*/ 3328959 h 5891405"/>
                <a:gd name="connsiteX5-2273" fmla="*/ 346053 w 5388124"/>
                <a:gd name="connsiteY5-2274" fmla="*/ 3735758 h 5891405"/>
                <a:gd name="connsiteX6-2275" fmla="*/ 537439 w 5388124"/>
                <a:gd name="connsiteY6-2276" fmla="*/ 3871219 h 5891405"/>
                <a:gd name="connsiteX7-2277" fmla="*/ 378917 w 5388124"/>
                <a:gd name="connsiteY7-2278" fmla="*/ 4062605 h 5891405"/>
                <a:gd name="connsiteX8-2279" fmla="*/ 570303 w 5388124"/>
                <a:gd name="connsiteY8-2280" fmla="*/ 4317787 h 5891405"/>
                <a:gd name="connsiteX9-2281" fmla="*/ 506508 w 5388124"/>
                <a:gd name="connsiteY9-2282" fmla="*/ 4977005 h 5891405"/>
                <a:gd name="connsiteX10-2283" fmla="*/ 1761150 w 5388124"/>
                <a:gd name="connsiteY10-2284" fmla="*/ 5039972 h 5891405"/>
                <a:gd name="connsiteX11-2285" fmla="*/ 1952536 w 5388124"/>
                <a:gd name="connsiteY11-2286" fmla="*/ 5891405 h 5891405"/>
                <a:gd name="connsiteX12-2287" fmla="*/ 4791429 w 5388124"/>
                <a:gd name="connsiteY12-2288" fmla="*/ 5859508 h 5891405"/>
                <a:gd name="connsiteX13-2289" fmla="*/ 4897755 w 5388124"/>
                <a:gd name="connsiteY13-2290" fmla="*/ 3520345 h 5891405"/>
                <a:gd name="connsiteX14-2291" fmla="*/ 3037057 w 5388124"/>
                <a:gd name="connsiteY14-2292" fmla="*/ 968 h 5891405"/>
                <a:gd name="connsiteX0-2293" fmla="*/ 3034541 w 5385608"/>
                <a:gd name="connsiteY0-2294" fmla="*/ 968 h 5891405"/>
                <a:gd name="connsiteX1-2295" fmla="*/ 780597 w 5385608"/>
                <a:gd name="connsiteY1-2296" fmla="*/ 1181117 h 5891405"/>
                <a:gd name="connsiteX2-2297" fmla="*/ 526471 w 5385608"/>
                <a:gd name="connsiteY2-2298" fmla="*/ 2303127 h 5891405"/>
                <a:gd name="connsiteX3-2299" fmla="*/ 4262 w 5385608"/>
                <a:gd name="connsiteY3-2300" fmla="*/ 3052512 h 5891405"/>
                <a:gd name="connsiteX4-2301" fmla="*/ 514625 w 5385608"/>
                <a:gd name="connsiteY4-2302" fmla="*/ 3328959 h 5891405"/>
                <a:gd name="connsiteX5-2303" fmla="*/ 343537 w 5385608"/>
                <a:gd name="connsiteY5-2304" fmla="*/ 3735758 h 5891405"/>
                <a:gd name="connsiteX6-2305" fmla="*/ 534923 w 5385608"/>
                <a:gd name="connsiteY6-2306" fmla="*/ 3871219 h 5891405"/>
                <a:gd name="connsiteX7-2307" fmla="*/ 376401 w 5385608"/>
                <a:gd name="connsiteY7-2308" fmla="*/ 4062605 h 5891405"/>
                <a:gd name="connsiteX8-2309" fmla="*/ 567787 w 5385608"/>
                <a:gd name="connsiteY8-2310" fmla="*/ 4317787 h 5891405"/>
                <a:gd name="connsiteX9-2311" fmla="*/ 503992 w 5385608"/>
                <a:gd name="connsiteY9-2312" fmla="*/ 4977005 h 5891405"/>
                <a:gd name="connsiteX10-2313" fmla="*/ 1758634 w 5385608"/>
                <a:gd name="connsiteY10-2314" fmla="*/ 5039972 h 5891405"/>
                <a:gd name="connsiteX11-2315" fmla="*/ 1950020 w 5385608"/>
                <a:gd name="connsiteY11-2316" fmla="*/ 5891405 h 5891405"/>
                <a:gd name="connsiteX12-2317" fmla="*/ 4788913 w 5385608"/>
                <a:gd name="connsiteY12-2318" fmla="*/ 5859508 h 5891405"/>
                <a:gd name="connsiteX13-2319" fmla="*/ 4895239 w 5385608"/>
                <a:gd name="connsiteY13-2320" fmla="*/ 3520345 h 5891405"/>
                <a:gd name="connsiteX14-2321" fmla="*/ 3034541 w 5385608"/>
                <a:gd name="connsiteY14-2322" fmla="*/ 968 h 5891405"/>
                <a:gd name="connsiteX0-2323" fmla="*/ 3034541 w 5385608"/>
                <a:gd name="connsiteY0-2324" fmla="*/ 968 h 5891405"/>
                <a:gd name="connsiteX1-2325" fmla="*/ 780597 w 5385608"/>
                <a:gd name="connsiteY1-2326" fmla="*/ 1181117 h 5891405"/>
                <a:gd name="connsiteX2-2327" fmla="*/ 526471 w 5385608"/>
                <a:gd name="connsiteY2-2328" fmla="*/ 2303127 h 5891405"/>
                <a:gd name="connsiteX3-2329" fmla="*/ 4262 w 5385608"/>
                <a:gd name="connsiteY3-2330" fmla="*/ 3052512 h 5891405"/>
                <a:gd name="connsiteX4-2331" fmla="*/ 514625 w 5385608"/>
                <a:gd name="connsiteY4-2332" fmla="*/ 3328959 h 5891405"/>
                <a:gd name="connsiteX5-2333" fmla="*/ 343537 w 5385608"/>
                <a:gd name="connsiteY5-2334" fmla="*/ 3735758 h 5891405"/>
                <a:gd name="connsiteX6-2335" fmla="*/ 534923 w 5385608"/>
                <a:gd name="connsiteY6-2336" fmla="*/ 3871219 h 5891405"/>
                <a:gd name="connsiteX7-2337" fmla="*/ 376401 w 5385608"/>
                <a:gd name="connsiteY7-2338" fmla="*/ 4062605 h 5891405"/>
                <a:gd name="connsiteX8-2339" fmla="*/ 567787 w 5385608"/>
                <a:gd name="connsiteY8-2340" fmla="*/ 4317787 h 5891405"/>
                <a:gd name="connsiteX9-2341" fmla="*/ 503992 w 5385608"/>
                <a:gd name="connsiteY9-2342" fmla="*/ 4977005 h 5891405"/>
                <a:gd name="connsiteX10-2343" fmla="*/ 1758634 w 5385608"/>
                <a:gd name="connsiteY10-2344" fmla="*/ 5039972 h 5891405"/>
                <a:gd name="connsiteX11-2345" fmla="*/ 1950020 w 5385608"/>
                <a:gd name="connsiteY11-2346" fmla="*/ 5891405 h 5891405"/>
                <a:gd name="connsiteX12-2347" fmla="*/ 4788913 w 5385608"/>
                <a:gd name="connsiteY12-2348" fmla="*/ 5859508 h 5891405"/>
                <a:gd name="connsiteX13-2349" fmla="*/ 4895239 w 5385608"/>
                <a:gd name="connsiteY13-2350" fmla="*/ 3520345 h 5891405"/>
                <a:gd name="connsiteX14-2351" fmla="*/ 3034541 w 5385608"/>
                <a:gd name="connsiteY14-2352" fmla="*/ 968 h 5891405"/>
                <a:gd name="connsiteX0-2353" fmla="*/ 2980702 w 5331769"/>
                <a:gd name="connsiteY0-2354" fmla="*/ 968 h 5891405"/>
                <a:gd name="connsiteX1-2355" fmla="*/ 726758 w 5331769"/>
                <a:gd name="connsiteY1-2356" fmla="*/ 1181117 h 5891405"/>
                <a:gd name="connsiteX2-2357" fmla="*/ 472632 w 5331769"/>
                <a:gd name="connsiteY2-2358" fmla="*/ 2303127 h 5891405"/>
                <a:gd name="connsiteX3-2359" fmla="*/ 5014 w 5331769"/>
                <a:gd name="connsiteY3-2360" fmla="*/ 3079808 h 5891405"/>
                <a:gd name="connsiteX4-2361" fmla="*/ 460786 w 5331769"/>
                <a:gd name="connsiteY4-2362" fmla="*/ 3328959 h 5891405"/>
                <a:gd name="connsiteX5-2363" fmla="*/ 289698 w 5331769"/>
                <a:gd name="connsiteY5-2364" fmla="*/ 3735758 h 5891405"/>
                <a:gd name="connsiteX6-2365" fmla="*/ 481084 w 5331769"/>
                <a:gd name="connsiteY6-2366" fmla="*/ 3871219 h 5891405"/>
                <a:gd name="connsiteX7-2367" fmla="*/ 322562 w 5331769"/>
                <a:gd name="connsiteY7-2368" fmla="*/ 4062605 h 5891405"/>
                <a:gd name="connsiteX8-2369" fmla="*/ 513948 w 5331769"/>
                <a:gd name="connsiteY8-2370" fmla="*/ 4317787 h 5891405"/>
                <a:gd name="connsiteX9-2371" fmla="*/ 450153 w 5331769"/>
                <a:gd name="connsiteY9-2372" fmla="*/ 4977005 h 5891405"/>
                <a:gd name="connsiteX10-2373" fmla="*/ 1704795 w 5331769"/>
                <a:gd name="connsiteY10-2374" fmla="*/ 5039972 h 5891405"/>
                <a:gd name="connsiteX11-2375" fmla="*/ 1896181 w 5331769"/>
                <a:gd name="connsiteY11-2376" fmla="*/ 5891405 h 5891405"/>
                <a:gd name="connsiteX12-2377" fmla="*/ 4735074 w 5331769"/>
                <a:gd name="connsiteY12-2378" fmla="*/ 5859508 h 5891405"/>
                <a:gd name="connsiteX13-2379" fmla="*/ 4841400 w 5331769"/>
                <a:gd name="connsiteY13-2380" fmla="*/ 3520345 h 5891405"/>
                <a:gd name="connsiteX14-2381" fmla="*/ 2980702 w 5331769"/>
                <a:gd name="connsiteY14-2382" fmla="*/ 968 h 5891405"/>
                <a:gd name="connsiteX0-2383" fmla="*/ 2980491 w 5331558"/>
                <a:gd name="connsiteY0-2384" fmla="*/ 968 h 5891405"/>
                <a:gd name="connsiteX1-2385" fmla="*/ 726547 w 5331558"/>
                <a:gd name="connsiteY1-2386" fmla="*/ 1181117 h 5891405"/>
                <a:gd name="connsiteX2-2387" fmla="*/ 486068 w 5331558"/>
                <a:gd name="connsiteY2-2388" fmla="*/ 2371366 h 5891405"/>
                <a:gd name="connsiteX3-2389" fmla="*/ 4803 w 5331558"/>
                <a:gd name="connsiteY3-2390" fmla="*/ 3079808 h 5891405"/>
                <a:gd name="connsiteX4-2391" fmla="*/ 460575 w 5331558"/>
                <a:gd name="connsiteY4-2392" fmla="*/ 3328959 h 5891405"/>
                <a:gd name="connsiteX5-2393" fmla="*/ 289487 w 5331558"/>
                <a:gd name="connsiteY5-2394" fmla="*/ 3735758 h 5891405"/>
                <a:gd name="connsiteX6-2395" fmla="*/ 480873 w 5331558"/>
                <a:gd name="connsiteY6-2396" fmla="*/ 3871219 h 5891405"/>
                <a:gd name="connsiteX7-2397" fmla="*/ 322351 w 5331558"/>
                <a:gd name="connsiteY7-2398" fmla="*/ 4062605 h 5891405"/>
                <a:gd name="connsiteX8-2399" fmla="*/ 513737 w 5331558"/>
                <a:gd name="connsiteY8-2400" fmla="*/ 4317787 h 5891405"/>
                <a:gd name="connsiteX9-2401" fmla="*/ 449942 w 5331558"/>
                <a:gd name="connsiteY9-2402" fmla="*/ 4977005 h 5891405"/>
                <a:gd name="connsiteX10-2403" fmla="*/ 1704584 w 5331558"/>
                <a:gd name="connsiteY10-2404" fmla="*/ 5039972 h 5891405"/>
                <a:gd name="connsiteX11-2405" fmla="*/ 1895970 w 5331558"/>
                <a:gd name="connsiteY11-2406" fmla="*/ 5891405 h 5891405"/>
                <a:gd name="connsiteX12-2407" fmla="*/ 4734863 w 5331558"/>
                <a:gd name="connsiteY12-2408" fmla="*/ 5859508 h 5891405"/>
                <a:gd name="connsiteX13-2409" fmla="*/ 4841189 w 5331558"/>
                <a:gd name="connsiteY13-2410" fmla="*/ 3520345 h 5891405"/>
                <a:gd name="connsiteX14-2411" fmla="*/ 2980491 w 5331558"/>
                <a:gd name="connsiteY14-2412" fmla="*/ 968 h 58914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581" y="connsiteY14-582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/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/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/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-1" fmla="*/ 2500704 w 3745816"/>
              <a:gd name="connsiteY0-2" fmla="*/ 2026790 h 3316502"/>
              <a:gd name="connsiteX1-3" fmla="*/ 2261868 w 3745816"/>
              <a:gd name="connsiteY1-4" fmla="*/ 2108676 h 3316502"/>
              <a:gd name="connsiteX2-5" fmla="*/ 2364227 w 3745816"/>
              <a:gd name="connsiteY2-6" fmla="*/ 2313393 h 3316502"/>
              <a:gd name="connsiteX3-7" fmla="*/ 2500704 w 3745816"/>
              <a:gd name="connsiteY3-8" fmla="*/ 2026790 h 3316502"/>
              <a:gd name="connsiteX4-9" fmla="*/ 1245112 w 3745816"/>
              <a:gd name="connsiteY4-10" fmla="*/ 2026790 h 3316502"/>
              <a:gd name="connsiteX5-11" fmla="*/ 1381589 w 3745816"/>
              <a:gd name="connsiteY5-12" fmla="*/ 2313393 h 3316502"/>
              <a:gd name="connsiteX6-13" fmla="*/ 1483948 w 3745816"/>
              <a:gd name="connsiteY6-14" fmla="*/ 2108676 h 3316502"/>
              <a:gd name="connsiteX7-15" fmla="*/ 1245112 w 3745816"/>
              <a:gd name="connsiteY7-16" fmla="*/ 2026790 h 3316502"/>
              <a:gd name="connsiteX8-17" fmla="*/ 3185000 w 3745816"/>
              <a:gd name="connsiteY8-18" fmla="*/ 1670667 h 3316502"/>
              <a:gd name="connsiteX9-19" fmla="*/ 3244509 w 3745816"/>
              <a:gd name="connsiteY9-20" fmla="*/ 1692418 h 3316502"/>
              <a:gd name="connsiteX10-21" fmla="*/ 3380986 w 3745816"/>
              <a:gd name="connsiteY10-22" fmla="*/ 1856191 h 3316502"/>
              <a:gd name="connsiteX11-23" fmla="*/ 3599350 w 3745816"/>
              <a:gd name="connsiteY11-24" fmla="*/ 1903959 h 3316502"/>
              <a:gd name="connsiteX12-25" fmla="*/ 3735827 w 3745816"/>
              <a:gd name="connsiteY12-26" fmla="*/ 2142795 h 3316502"/>
              <a:gd name="connsiteX13-27" fmla="*/ 3572054 w 3745816"/>
              <a:gd name="connsiteY13-28" fmla="*/ 2620466 h 3316502"/>
              <a:gd name="connsiteX14-29" fmla="*/ 3551583 w 3745816"/>
              <a:gd name="connsiteY14-30" fmla="*/ 3316502 h 3316502"/>
              <a:gd name="connsiteX15-31" fmla="*/ 3292276 w 3745816"/>
              <a:gd name="connsiteY15-32" fmla="*/ 3302855 h 3316502"/>
              <a:gd name="connsiteX16-33" fmla="*/ 3271804 w 3745816"/>
              <a:gd name="connsiteY16-34" fmla="*/ 2511284 h 3316502"/>
              <a:gd name="connsiteX17-35" fmla="*/ 3278628 w 3745816"/>
              <a:gd name="connsiteY17-36" fmla="*/ 2272449 h 3316502"/>
              <a:gd name="connsiteX18-37" fmla="*/ 3128502 w 3745816"/>
              <a:gd name="connsiteY18-38" fmla="*/ 2108675 h 3316502"/>
              <a:gd name="connsiteX19-39" fmla="*/ 2869195 w 3745816"/>
              <a:gd name="connsiteY19-40" fmla="*/ 2019965 h 3316502"/>
              <a:gd name="connsiteX20-41" fmla="*/ 3185000 w 3745816"/>
              <a:gd name="connsiteY20-42" fmla="*/ 1670667 h 3316502"/>
              <a:gd name="connsiteX21-43" fmla="*/ 560816 w 3745816"/>
              <a:gd name="connsiteY21-44" fmla="*/ 1670667 h 3316502"/>
              <a:gd name="connsiteX22-45" fmla="*/ 876621 w 3745816"/>
              <a:gd name="connsiteY22-46" fmla="*/ 2019965 h 3316502"/>
              <a:gd name="connsiteX23-47" fmla="*/ 617314 w 3745816"/>
              <a:gd name="connsiteY23-48" fmla="*/ 2108675 h 3316502"/>
              <a:gd name="connsiteX24-49" fmla="*/ 467188 w 3745816"/>
              <a:gd name="connsiteY24-50" fmla="*/ 2272449 h 3316502"/>
              <a:gd name="connsiteX25-51" fmla="*/ 474012 w 3745816"/>
              <a:gd name="connsiteY25-52" fmla="*/ 2511284 h 3316502"/>
              <a:gd name="connsiteX26-53" fmla="*/ 453540 w 3745816"/>
              <a:gd name="connsiteY26-54" fmla="*/ 3302855 h 3316502"/>
              <a:gd name="connsiteX27-55" fmla="*/ 194233 w 3745816"/>
              <a:gd name="connsiteY27-56" fmla="*/ 3316502 h 3316502"/>
              <a:gd name="connsiteX28-57" fmla="*/ 173762 w 3745816"/>
              <a:gd name="connsiteY28-58" fmla="*/ 2620466 h 3316502"/>
              <a:gd name="connsiteX29-59" fmla="*/ 9989 w 3745816"/>
              <a:gd name="connsiteY29-60" fmla="*/ 2142795 h 3316502"/>
              <a:gd name="connsiteX30-61" fmla="*/ 146466 w 3745816"/>
              <a:gd name="connsiteY30-62" fmla="*/ 1903959 h 3316502"/>
              <a:gd name="connsiteX31-63" fmla="*/ 364830 w 3745816"/>
              <a:gd name="connsiteY31-64" fmla="*/ 1856191 h 3316502"/>
              <a:gd name="connsiteX32-65" fmla="*/ 501307 w 3745816"/>
              <a:gd name="connsiteY32-66" fmla="*/ 1692418 h 3316502"/>
              <a:gd name="connsiteX33-67" fmla="*/ 560816 w 3745816"/>
              <a:gd name="connsiteY33-68" fmla="*/ 1670667 h 3316502"/>
              <a:gd name="connsiteX34-69" fmla="*/ 2609647 w 3745816"/>
              <a:gd name="connsiteY34-70" fmla="*/ 1003649 h 3316502"/>
              <a:gd name="connsiteX35-71" fmla="*/ 2234575 w 3745816"/>
              <a:gd name="connsiteY35-72" fmla="*/ 1385343 h 3316502"/>
              <a:gd name="connsiteX36-73" fmla="*/ 1968444 w 3745816"/>
              <a:gd name="connsiteY36-74" fmla="*/ 1951725 h 3316502"/>
              <a:gd name="connsiteX37-75" fmla="*/ 2248223 w 3745816"/>
              <a:gd name="connsiteY37-76" fmla="*/ 1897134 h 3316502"/>
              <a:gd name="connsiteX38-77" fmla="*/ 2644008 w 3745816"/>
              <a:gd name="connsiteY38-78" fmla="*/ 1010029 h 3316502"/>
              <a:gd name="connsiteX39-79" fmla="*/ 2609647 w 3745816"/>
              <a:gd name="connsiteY39-80" fmla="*/ 1003649 h 3316502"/>
              <a:gd name="connsiteX40-81" fmla="*/ 1136169 w 3745816"/>
              <a:gd name="connsiteY40-82" fmla="*/ 1003649 h 3316502"/>
              <a:gd name="connsiteX41-83" fmla="*/ 1101808 w 3745816"/>
              <a:gd name="connsiteY41-84" fmla="*/ 1010029 h 3316502"/>
              <a:gd name="connsiteX42-85" fmla="*/ 1497593 w 3745816"/>
              <a:gd name="connsiteY42-86" fmla="*/ 1897134 h 3316502"/>
              <a:gd name="connsiteX43-87" fmla="*/ 1777372 w 3745816"/>
              <a:gd name="connsiteY43-88" fmla="*/ 1951725 h 3316502"/>
              <a:gd name="connsiteX44-89" fmla="*/ 1511241 w 3745816"/>
              <a:gd name="connsiteY44-90" fmla="*/ 1385343 h 3316502"/>
              <a:gd name="connsiteX45-91" fmla="*/ 1136169 w 3745816"/>
              <a:gd name="connsiteY45-92" fmla="*/ 1003649 h 3316502"/>
              <a:gd name="connsiteX46-93" fmla="*/ 665081 w 3745816"/>
              <a:gd name="connsiteY46-94" fmla="*/ 96 h 3316502"/>
              <a:gd name="connsiteX47-95" fmla="*/ 1862679 w 3745816"/>
              <a:gd name="connsiteY47-96" fmla="*/ 634117 h 3316502"/>
              <a:gd name="connsiteX48-97" fmla="*/ 3080735 w 3745816"/>
              <a:gd name="connsiteY48-98" fmla="*/ 96 h 3316502"/>
              <a:gd name="connsiteX49-99" fmla="*/ 3619822 w 3745816"/>
              <a:gd name="connsiteY49-100" fmla="*/ 921320 h 3316502"/>
              <a:gd name="connsiteX50-101" fmla="*/ 3456049 w 3745816"/>
              <a:gd name="connsiteY50-102" fmla="*/ 955441 h 3316502"/>
              <a:gd name="connsiteX51-103" fmla="*/ 3189917 w 3745816"/>
              <a:gd name="connsiteY51-104" fmla="*/ 1317105 h 3316502"/>
              <a:gd name="connsiteX52-105" fmla="*/ 3155798 w 3745816"/>
              <a:gd name="connsiteY52-106" fmla="*/ 1596884 h 3316502"/>
              <a:gd name="connsiteX53-107" fmla="*/ 2848723 w 3745816"/>
              <a:gd name="connsiteY53-108" fmla="*/ 1842544 h 3316502"/>
              <a:gd name="connsiteX54-109" fmla="*/ 2650831 w 3745816"/>
              <a:gd name="connsiteY54-110" fmla="*/ 2518108 h 3316502"/>
              <a:gd name="connsiteX55-111" fmla="*/ 2193630 w 3745816"/>
              <a:gd name="connsiteY55-112" fmla="*/ 2531756 h 3316502"/>
              <a:gd name="connsiteX56-113" fmla="*/ 1941147 w 3745816"/>
              <a:gd name="connsiteY56-114" fmla="*/ 2211033 h 3316502"/>
              <a:gd name="connsiteX57-115" fmla="*/ 1872908 w 3745816"/>
              <a:gd name="connsiteY57-116" fmla="*/ 2313392 h 3316502"/>
              <a:gd name="connsiteX58-117" fmla="*/ 1804669 w 3745816"/>
              <a:gd name="connsiteY58-118" fmla="*/ 2211033 h 3316502"/>
              <a:gd name="connsiteX59-119" fmla="*/ 1552186 w 3745816"/>
              <a:gd name="connsiteY59-120" fmla="*/ 2531756 h 3316502"/>
              <a:gd name="connsiteX60-121" fmla="*/ 1094985 w 3745816"/>
              <a:gd name="connsiteY60-122" fmla="*/ 2518108 h 3316502"/>
              <a:gd name="connsiteX61-123" fmla="*/ 897093 w 3745816"/>
              <a:gd name="connsiteY61-124" fmla="*/ 1842544 h 3316502"/>
              <a:gd name="connsiteX62-125" fmla="*/ 590018 w 3745816"/>
              <a:gd name="connsiteY62-126" fmla="*/ 1596884 h 3316502"/>
              <a:gd name="connsiteX63-127" fmla="*/ 555899 w 3745816"/>
              <a:gd name="connsiteY63-128" fmla="*/ 1317105 h 3316502"/>
              <a:gd name="connsiteX64-129" fmla="*/ 388154 w 3745816"/>
              <a:gd name="connsiteY64-130" fmla="*/ 1151989 h 3316502"/>
              <a:gd name="connsiteX65-131" fmla="*/ 289767 w 3745816"/>
              <a:gd name="connsiteY65-132" fmla="*/ 1006142 h 3316502"/>
              <a:gd name="connsiteX66-133" fmla="*/ 125994 w 3745816"/>
              <a:gd name="connsiteY66-134" fmla="*/ 921320 h 3316502"/>
              <a:gd name="connsiteX67-135" fmla="*/ 665081 w 3745816"/>
              <a:gd name="connsiteY67-136" fmla="*/ 96 h 3316502"/>
              <a:gd name="connsiteX0-137" fmla="*/ 2500704 w 3745816"/>
              <a:gd name="connsiteY0-138" fmla="*/ 2026790 h 3316502"/>
              <a:gd name="connsiteX1-139" fmla="*/ 2261868 w 3745816"/>
              <a:gd name="connsiteY1-140" fmla="*/ 2108676 h 3316502"/>
              <a:gd name="connsiteX2-141" fmla="*/ 2364227 w 3745816"/>
              <a:gd name="connsiteY2-142" fmla="*/ 2313393 h 3316502"/>
              <a:gd name="connsiteX3-143" fmla="*/ 2500704 w 3745816"/>
              <a:gd name="connsiteY3-144" fmla="*/ 2026790 h 3316502"/>
              <a:gd name="connsiteX4-145" fmla="*/ 1245112 w 3745816"/>
              <a:gd name="connsiteY4-146" fmla="*/ 2026790 h 3316502"/>
              <a:gd name="connsiteX5-147" fmla="*/ 1381589 w 3745816"/>
              <a:gd name="connsiteY5-148" fmla="*/ 2313393 h 3316502"/>
              <a:gd name="connsiteX6-149" fmla="*/ 1483948 w 3745816"/>
              <a:gd name="connsiteY6-150" fmla="*/ 2108676 h 3316502"/>
              <a:gd name="connsiteX7-151" fmla="*/ 1245112 w 3745816"/>
              <a:gd name="connsiteY7-152" fmla="*/ 2026790 h 3316502"/>
              <a:gd name="connsiteX8-153" fmla="*/ 3185000 w 3745816"/>
              <a:gd name="connsiteY8-154" fmla="*/ 1670667 h 3316502"/>
              <a:gd name="connsiteX9-155" fmla="*/ 3244509 w 3745816"/>
              <a:gd name="connsiteY9-156" fmla="*/ 1692418 h 3316502"/>
              <a:gd name="connsiteX10-157" fmla="*/ 3380986 w 3745816"/>
              <a:gd name="connsiteY10-158" fmla="*/ 1856191 h 3316502"/>
              <a:gd name="connsiteX11-159" fmla="*/ 3599350 w 3745816"/>
              <a:gd name="connsiteY11-160" fmla="*/ 1903959 h 3316502"/>
              <a:gd name="connsiteX12-161" fmla="*/ 3735827 w 3745816"/>
              <a:gd name="connsiteY12-162" fmla="*/ 2142795 h 3316502"/>
              <a:gd name="connsiteX13-163" fmla="*/ 3572054 w 3745816"/>
              <a:gd name="connsiteY13-164" fmla="*/ 2620466 h 3316502"/>
              <a:gd name="connsiteX14-165" fmla="*/ 3551583 w 3745816"/>
              <a:gd name="connsiteY14-166" fmla="*/ 3316502 h 3316502"/>
              <a:gd name="connsiteX15-167" fmla="*/ 3292276 w 3745816"/>
              <a:gd name="connsiteY15-168" fmla="*/ 3302855 h 3316502"/>
              <a:gd name="connsiteX16-169" fmla="*/ 3271804 w 3745816"/>
              <a:gd name="connsiteY16-170" fmla="*/ 2511284 h 3316502"/>
              <a:gd name="connsiteX17-171" fmla="*/ 3278628 w 3745816"/>
              <a:gd name="connsiteY17-172" fmla="*/ 2272449 h 3316502"/>
              <a:gd name="connsiteX18-173" fmla="*/ 3128502 w 3745816"/>
              <a:gd name="connsiteY18-174" fmla="*/ 2108675 h 3316502"/>
              <a:gd name="connsiteX19-175" fmla="*/ 2869195 w 3745816"/>
              <a:gd name="connsiteY19-176" fmla="*/ 2019965 h 3316502"/>
              <a:gd name="connsiteX20-177" fmla="*/ 3185000 w 3745816"/>
              <a:gd name="connsiteY20-178" fmla="*/ 1670667 h 3316502"/>
              <a:gd name="connsiteX21-179" fmla="*/ 560816 w 3745816"/>
              <a:gd name="connsiteY21-180" fmla="*/ 1670667 h 3316502"/>
              <a:gd name="connsiteX22-181" fmla="*/ 876621 w 3745816"/>
              <a:gd name="connsiteY22-182" fmla="*/ 2019965 h 3316502"/>
              <a:gd name="connsiteX23-183" fmla="*/ 617314 w 3745816"/>
              <a:gd name="connsiteY23-184" fmla="*/ 2108675 h 3316502"/>
              <a:gd name="connsiteX24-185" fmla="*/ 467188 w 3745816"/>
              <a:gd name="connsiteY24-186" fmla="*/ 2272449 h 3316502"/>
              <a:gd name="connsiteX25-187" fmla="*/ 474012 w 3745816"/>
              <a:gd name="connsiteY25-188" fmla="*/ 2511284 h 3316502"/>
              <a:gd name="connsiteX26-189" fmla="*/ 453540 w 3745816"/>
              <a:gd name="connsiteY26-190" fmla="*/ 3302855 h 3316502"/>
              <a:gd name="connsiteX27-191" fmla="*/ 194233 w 3745816"/>
              <a:gd name="connsiteY27-192" fmla="*/ 3316502 h 3316502"/>
              <a:gd name="connsiteX28-193" fmla="*/ 173762 w 3745816"/>
              <a:gd name="connsiteY28-194" fmla="*/ 2620466 h 3316502"/>
              <a:gd name="connsiteX29-195" fmla="*/ 9989 w 3745816"/>
              <a:gd name="connsiteY29-196" fmla="*/ 2142795 h 3316502"/>
              <a:gd name="connsiteX30-197" fmla="*/ 146466 w 3745816"/>
              <a:gd name="connsiteY30-198" fmla="*/ 1903959 h 3316502"/>
              <a:gd name="connsiteX31-199" fmla="*/ 364830 w 3745816"/>
              <a:gd name="connsiteY31-200" fmla="*/ 1856191 h 3316502"/>
              <a:gd name="connsiteX32-201" fmla="*/ 501307 w 3745816"/>
              <a:gd name="connsiteY32-202" fmla="*/ 1692418 h 3316502"/>
              <a:gd name="connsiteX33-203" fmla="*/ 560816 w 3745816"/>
              <a:gd name="connsiteY33-204" fmla="*/ 1670667 h 3316502"/>
              <a:gd name="connsiteX34-205" fmla="*/ 2609647 w 3745816"/>
              <a:gd name="connsiteY34-206" fmla="*/ 1003649 h 3316502"/>
              <a:gd name="connsiteX35-207" fmla="*/ 2234575 w 3745816"/>
              <a:gd name="connsiteY35-208" fmla="*/ 1385343 h 3316502"/>
              <a:gd name="connsiteX36-209" fmla="*/ 1968444 w 3745816"/>
              <a:gd name="connsiteY36-210" fmla="*/ 1951725 h 3316502"/>
              <a:gd name="connsiteX37-211" fmla="*/ 2248223 w 3745816"/>
              <a:gd name="connsiteY37-212" fmla="*/ 1897134 h 3316502"/>
              <a:gd name="connsiteX38-213" fmla="*/ 2644008 w 3745816"/>
              <a:gd name="connsiteY38-214" fmla="*/ 1010029 h 3316502"/>
              <a:gd name="connsiteX39-215" fmla="*/ 2609647 w 3745816"/>
              <a:gd name="connsiteY39-216" fmla="*/ 1003649 h 3316502"/>
              <a:gd name="connsiteX40-217" fmla="*/ 1136169 w 3745816"/>
              <a:gd name="connsiteY40-218" fmla="*/ 1003649 h 3316502"/>
              <a:gd name="connsiteX41-219" fmla="*/ 1101808 w 3745816"/>
              <a:gd name="connsiteY41-220" fmla="*/ 1010029 h 3316502"/>
              <a:gd name="connsiteX42-221" fmla="*/ 1497593 w 3745816"/>
              <a:gd name="connsiteY42-222" fmla="*/ 1897134 h 3316502"/>
              <a:gd name="connsiteX43-223" fmla="*/ 1777372 w 3745816"/>
              <a:gd name="connsiteY43-224" fmla="*/ 1951725 h 3316502"/>
              <a:gd name="connsiteX44-225" fmla="*/ 1511241 w 3745816"/>
              <a:gd name="connsiteY44-226" fmla="*/ 1385343 h 3316502"/>
              <a:gd name="connsiteX45-227" fmla="*/ 1136169 w 3745816"/>
              <a:gd name="connsiteY45-228" fmla="*/ 1003649 h 3316502"/>
              <a:gd name="connsiteX46-229" fmla="*/ 665081 w 3745816"/>
              <a:gd name="connsiteY46-230" fmla="*/ 96 h 3316502"/>
              <a:gd name="connsiteX47-231" fmla="*/ 1862679 w 3745816"/>
              <a:gd name="connsiteY47-232" fmla="*/ 634117 h 3316502"/>
              <a:gd name="connsiteX48-233" fmla="*/ 3080735 w 3745816"/>
              <a:gd name="connsiteY48-234" fmla="*/ 96 h 3316502"/>
              <a:gd name="connsiteX49-235" fmla="*/ 3619822 w 3745816"/>
              <a:gd name="connsiteY49-236" fmla="*/ 921320 h 3316502"/>
              <a:gd name="connsiteX50-237" fmla="*/ 3456049 w 3745816"/>
              <a:gd name="connsiteY50-238" fmla="*/ 955441 h 3316502"/>
              <a:gd name="connsiteX51-239" fmla="*/ 3189917 w 3745816"/>
              <a:gd name="connsiteY51-240" fmla="*/ 1317105 h 3316502"/>
              <a:gd name="connsiteX52-241" fmla="*/ 3155798 w 3745816"/>
              <a:gd name="connsiteY52-242" fmla="*/ 1596884 h 3316502"/>
              <a:gd name="connsiteX53-243" fmla="*/ 2848723 w 3745816"/>
              <a:gd name="connsiteY53-244" fmla="*/ 1842544 h 3316502"/>
              <a:gd name="connsiteX54-245" fmla="*/ 2650831 w 3745816"/>
              <a:gd name="connsiteY54-246" fmla="*/ 2518108 h 3316502"/>
              <a:gd name="connsiteX55-247" fmla="*/ 2193630 w 3745816"/>
              <a:gd name="connsiteY55-248" fmla="*/ 2531756 h 3316502"/>
              <a:gd name="connsiteX56-249" fmla="*/ 1941147 w 3745816"/>
              <a:gd name="connsiteY56-250" fmla="*/ 2211033 h 3316502"/>
              <a:gd name="connsiteX57-251" fmla="*/ 1872908 w 3745816"/>
              <a:gd name="connsiteY57-252" fmla="*/ 2313392 h 3316502"/>
              <a:gd name="connsiteX58-253" fmla="*/ 1804669 w 3745816"/>
              <a:gd name="connsiteY58-254" fmla="*/ 2211033 h 3316502"/>
              <a:gd name="connsiteX59-255" fmla="*/ 1552186 w 3745816"/>
              <a:gd name="connsiteY59-256" fmla="*/ 2531756 h 3316502"/>
              <a:gd name="connsiteX60-257" fmla="*/ 1094985 w 3745816"/>
              <a:gd name="connsiteY60-258" fmla="*/ 2518108 h 3316502"/>
              <a:gd name="connsiteX61-259" fmla="*/ 897093 w 3745816"/>
              <a:gd name="connsiteY61-260" fmla="*/ 1842544 h 3316502"/>
              <a:gd name="connsiteX62-261" fmla="*/ 590018 w 3745816"/>
              <a:gd name="connsiteY62-262" fmla="*/ 1596884 h 3316502"/>
              <a:gd name="connsiteX63-263" fmla="*/ 555899 w 3745816"/>
              <a:gd name="connsiteY63-264" fmla="*/ 1317105 h 3316502"/>
              <a:gd name="connsiteX64-265" fmla="*/ 380265 w 3745816"/>
              <a:gd name="connsiteY64-266" fmla="*/ 1173717 h 3316502"/>
              <a:gd name="connsiteX65-267" fmla="*/ 289767 w 3745816"/>
              <a:gd name="connsiteY65-268" fmla="*/ 1006142 h 3316502"/>
              <a:gd name="connsiteX66-269" fmla="*/ 125994 w 3745816"/>
              <a:gd name="connsiteY66-270" fmla="*/ 921320 h 3316502"/>
              <a:gd name="connsiteX67-271" fmla="*/ 665081 w 3745816"/>
              <a:gd name="connsiteY67-272" fmla="*/ 96 h 3316502"/>
              <a:gd name="connsiteX0-273" fmla="*/ 2500704 w 3745816"/>
              <a:gd name="connsiteY0-274" fmla="*/ 2026790 h 3316502"/>
              <a:gd name="connsiteX1-275" fmla="*/ 2261868 w 3745816"/>
              <a:gd name="connsiteY1-276" fmla="*/ 2108676 h 3316502"/>
              <a:gd name="connsiteX2-277" fmla="*/ 2364227 w 3745816"/>
              <a:gd name="connsiteY2-278" fmla="*/ 2313393 h 3316502"/>
              <a:gd name="connsiteX3-279" fmla="*/ 2500704 w 3745816"/>
              <a:gd name="connsiteY3-280" fmla="*/ 2026790 h 3316502"/>
              <a:gd name="connsiteX4-281" fmla="*/ 1245112 w 3745816"/>
              <a:gd name="connsiteY4-282" fmla="*/ 2026790 h 3316502"/>
              <a:gd name="connsiteX5-283" fmla="*/ 1381589 w 3745816"/>
              <a:gd name="connsiteY5-284" fmla="*/ 2313393 h 3316502"/>
              <a:gd name="connsiteX6-285" fmla="*/ 1483948 w 3745816"/>
              <a:gd name="connsiteY6-286" fmla="*/ 2108676 h 3316502"/>
              <a:gd name="connsiteX7-287" fmla="*/ 1245112 w 3745816"/>
              <a:gd name="connsiteY7-288" fmla="*/ 2026790 h 3316502"/>
              <a:gd name="connsiteX8-289" fmla="*/ 3185000 w 3745816"/>
              <a:gd name="connsiteY8-290" fmla="*/ 1670667 h 3316502"/>
              <a:gd name="connsiteX9-291" fmla="*/ 3244509 w 3745816"/>
              <a:gd name="connsiteY9-292" fmla="*/ 1692418 h 3316502"/>
              <a:gd name="connsiteX10-293" fmla="*/ 3380986 w 3745816"/>
              <a:gd name="connsiteY10-294" fmla="*/ 1856191 h 3316502"/>
              <a:gd name="connsiteX11-295" fmla="*/ 3599350 w 3745816"/>
              <a:gd name="connsiteY11-296" fmla="*/ 1903959 h 3316502"/>
              <a:gd name="connsiteX12-297" fmla="*/ 3735827 w 3745816"/>
              <a:gd name="connsiteY12-298" fmla="*/ 2142795 h 3316502"/>
              <a:gd name="connsiteX13-299" fmla="*/ 3572054 w 3745816"/>
              <a:gd name="connsiteY13-300" fmla="*/ 2620466 h 3316502"/>
              <a:gd name="connsiteX14-301" fmla="*/ 3551583 w 3745816"/>
              <a:gd name="connsiteY14-302" fmla="*/ 3316502 h 3316502"/>
              <a:gd name="connsiteX15-303" fmla="*/ 3292276 w 3745816"/>
              <a:gd name="connsiteY15-304" fmla="*/ 3302855 h 3316502"/>
              <a:gd name="connsiteX16-305" fmla="*/ 3271804 w 3745816"/>
              <a:gd name="connsiteY16-306" fmla="*/ 2511284 h 3316502"/>
              <a:gd name="connsiteX17-307" fmla="*/ 3278628 w 3745816"/>
              <a:gd name="connsiteY17-308" fmla="*/ 2272449 h 3316502"/>
              <a:gd name="connsiteX18-309" fmla="*/ 3128502 w 3745816"/>
              <a:gd name="connsiteY18-310" fmla="*/ 2108675 h 3316502"/>
              <a:gd name="connsiteX19-311" fmla="*/ 2869195 w 3745816"/>
              <a:gd name="connsiteY19-312" fmla="*/ 2019965 h 3316502"/>
              <a:gd name="connsiteX20-313" fmla="*/ 3185000 w 3745816"/>
              <a:gd name="connsiteY20-314" fmla="*/ 1670667 h 3316502"/>
              <a:gd name="connsiteX21-315" fmla="*/ 560816 w 3745816"/>
              <a:gd name="connsiteY21-316" fmla="*/ 1670667 h 3316502"/>
              <a:gd name="connsiteX22-317" fmla="*/ 876621 w 3745816"/>
              <a:gd name="connsiteY22-318" fmla="*/ 2019965 h 3316502"/>
              <a:gd name="connsiteX23-319" fmla="*/ 617314 w 3745816"/>
              <a:gd name="connsiteY23-320" fmla="*/ 2108675 h 3316502"/>
              <a:gd name="connsiteX24-321" fmla="*/ 467188 w 3745816"/>
              <a:gd name="connsiteY24-322" fmla="*/ 2272449 h 3316502"/>
              <a:gd name="connsiteX25-323" fmla="*/ 474012 w 3745816"/>
              <a:gd name="connsiteY25-324" fmla="*/ 2511284 h 3316502"/>
              <a:gd name="connsiteX26-325" fmla="*/ 453540 w 3745816"/>
              <a:gd name="connsiteY26-326" fmla="*/ 3302855 h 3316502"/>
              <a:gd name="connsiteX27-327" fmla="*/ 194233 w 3745816"/>
              <a:gd name="connsiteY27-328" fmla="*/ 3316502 h 3316502"/>
              <a:gd name="connsiteX28-329" fmla="*/ 173762 w 3745816"/>
              <a:gd name="connsiteY28-330" fmla="*/ 2620466 h 3316502"/>
              <a:gd name="connsiteX29-331" fmla="*/ 9989 w 3745816"/>
              <a:gd name="connsiteY29-332" fmla="*/ 2142795 h 3316502"/>
              <a:gd name="connsiteX30-333" fmla="*/ 146466 w 3745816"/>
              <a:gd name="connsiteY30-334" fmla="*/ 1903959 h 3316502"/>
              <a:gd name="connsiteX31-335" fmla="*/ 364830 w 3745816"/>
              <a:gd name="connsiteY31-336" fmla="*/ 1856191 h 3316502"/>
              <a:gd name="connsiteX32-337" fmla="*/ 501307 w 3745816"/>
              <a:gd name="connsiteY32-338" fmla="*/ 1692418 h 3316502"/>
              <a:gd name="connsiteX33-339" fmla="*/ 560816 w 3745816"/>
              <a:gd name="connsiteY33-340" fmla="*/ 1670667 h 3316502"/>
              <a:gd name="connsiteX34-341" fmla="*/ 2609647 w 3745816"/>
              <a:gd name="connsiteY34-342" fmla="*/ 1003649 h 3316502"/>
              <a:gd name="connsiteX35-343" fmla="*/ 2234575 w 3745816"/>
              <a:gd name="connsiteY35-344" fmla="*/ 1385343 h 3316502"/>
              <a:gd name="connsiteX36-345" fmla="*/ 1968444 w 3745816"/>
              <a:gd name="connsiteY36-346" fmla="*/ 1951725 h 3316502"/>
              <a:gd name="connsiteX37-347" fmla="*/ 2248223 w 3745816"/>
              <a:gd name="connsiteY37-348" fmla="*/ 1897134 h 3316502"/>
              <a:gd name="connsiteX38-349" fmla="*/ 2644008 w 3745816"/>
              <a:gd name="connsiteY38-350" fmla="*/ 1010029 h 3316502"/>
              <a:gd name="connsiteX39-351" fmla="*/ 2609647 w 3745816"/>
              <a:gd name="connsiteY39-352" fmla="*/ 1003649 h 3316502"/>
              <a:gd name="connsiteX40-353" fmla="*/ 1136169 w 3745816"/>
              <a:gd name="connsiteY40-354" fmla="*/ 1003649 h 3316502"/>
              <a:gd name="connsiteX41-355" fmla="*/ 1101808 w 3745816"/>
              <a:gd name="connsiteY41-356" fmla="*/ 1010029 h 3316502"/>
              <a:gd name="connsiteX42-357" fmla="*/ 1497593 w 3745816"/>
              <a:gd name="connsiteY42-358" fmla="*/ 1897134 h 3316502"/>
              <a:gd name="connsiteX43-359" fmla="*/ 1777372 w 3745816"/>
              <a:gd name="connsiteY43-360" fmla="*/ 1951725 h 3316502"/>
              <a:gd name="connsiteX44-361" fmla="*/ 1511241 w 3745816"/>
              <a:gd name="connsiteY44-362" fmla="*/ 1385343 h 3316502"/>
              <a:gd name="connsiteX45-363" fmla="*/ 1136169 w 3745816"/>
              <a:gd name="connsiteY45-364" fmla="*/ 1003649 h 3316502"/>
              <a:gd name="connsiteX46-365" fmla="*/ 665081 w 3745816"/>
              <a:gd name="connsiteY46-366" fmla="*/ 96 h 3316502"/>
              <a:gd name="connsiteX47-367" fmla="*/ 1862679 w 3745816"/>
              <a:gd name="connsiteY47-368" fmla="*/ 634117 h 3316502"/>
              <a:gd name="connsiteX48-369" fmla="*/ 3080735 w 3745816"/>
              <a:gd name="connsiteY48-370" fmla="*/ 96 h 3316502"/>
              <a:gd name="connsiteX49-371" fmla="*/ 3619822 w 3745816"/>
              <a:gd name="connsiteY49-372" fmla="*/ 921320 h 3316502"/>
              <a:gd name="connsiteX50-373" fmla="*/ 3456049 w 3745816"/>
              <a:gd name="connsiteY50-374" fmla="*/ 955441 h 3316502"/>
              <a:gd name="connsiteX51-375" fmla="*/ 3189917 w 3745816"/>
              <a:gd name="connsiteY51-376" fmla="*/ 1317105 h 3316502"/>
              <a:gd name="connsiteX52-377" fmla="*/ 3155798 w 3745816"/>
              <a:gd name="connsiteY52-378" fmla="*/ 1596884 h 3316502"/>
              <a:gd name="connsiteX53-379" fmla="*/ 2848723 w 3745816"/>
              <a:gd name="connsiteY53-380" fmla="*/ 1842544 h 3316502"/>
              <a:gd name="connsiteX54-381" fmla="*/ 2650831 w 3745816"/>
              <a:gd name="connsiteY54-382" fmla="*/ 2518108 h 3316502"/>
              <a:gd name="connsiteX55-383" fmla="*/ 2193630 w 3745816"/>
              <a:gd name="connsiteY55-384" fmla="*/ 2531756 h 3316502"/>
              <a:gd name="connsiteX56-385" fmla="*/ 1941147 w 3745816"/>
              <a:gd name="connsiteY56-386" fmla="*/ 2211033 h 3316502"/>
              <a:gd name="connsiteX57-387" fmla="*/ 1872908 w 3745816"/>
              <a:gd name="connsiteY57-388" fmla="*/ 2313392 h 3316502"/>
              <a:gd name="connsiteX58-389" fmla="*/ 1804669 w 3745816"/>
              <a:gd name="connsiteY58-390" fmla="*/ 2211033 h 3316502"/>
              <a:gd name="connsiteX59-391" fmla="*/ 1552186 w 3745816"/>
              <a:gd name="connsiteY59-392" fmla="*/ 2531756 h 3316502"/>
              <a:gd name="connsiteX60-393" fmla="*/ 1094985 w 3745816"/>
              <a:gd name="connsiteY60-394" fmla="*/ 2518108 h 3316502"/>
              <a:gd name="connsiteX61-395" fmla="*/ 897093 w 3745816"/>
              <a:gd name="connsiteY61-396" fmla="*/ 1842544 h 3316502"/>
              <a:gd name="connsiteX62-397" fmla="*/ 590018 w 3745816"/>
              <a:gd name="connsiteY62-398" fmla="*/ 1596884 h 3316502"/>
              <a:gd name="connsiteX63-399" fmla="*/ 555899 w 3745816"/>
              <a:gd name="connsiteY63-400" fmla="*/ 1317105 h 3316502"/>
              <a:gd name="connsiteX64-401" fmla="*/ 380265 w 3745816"/>
              <a:gd name="connsiteY64-402" fmla="*/ 1173717 h 3316502"/>
              <a:gd name="connsiteX65-403" fmla="*/ 289767 w 3745816"/>
              <a:gd name="connsiteY65-404" fmla="*/ 1006142 h 3316502"/>
              <a:gd name="connsiteX66-405" fmla="*/ 125994 w 3745816"/>
              <a:gd name="connsiteY66-406" fmla="*/ 921320 h 3316502"/>
              <a:gd name="connsiteX67-407" fmla="*/ 665081 w 3745816"/>
              <a:gd name="connsiteY67-408" fmla="*/ 96 h 3316502"/>
              <a:gd name="connsiteX0-409" fmla="*/ 2500704 w 3745816"/>
              <a:gd name="connsiteY0-410" fmla="*/ 2026790 h 3316502"/>
              <a:gd name="connsiteX1-411" fmla="*/ 2261868 w 3745816"/>
              <a:gd name="connsiteY1-412" fmla="*/ 2108676 h 3316502"/>
              <a:gd name="connsiteX2-413" fmla="*/ 2364227 w 3745816"/>
              <a:gd name="connsiteY2-414" fmla="*/ 2313393 h 3316502"/>
              <a:gd name="connsiteX3-415" fmla="*/ 2500704 w 3745816"/>
              <a:gd name="connsiteY3-416" fmla="*/ 2026790 h 3316502"/>
              <a:gd name="connsiteX4-417" fmla="*/ 1245112 w 3745816"/>
              <a:gd name="connsiteY4-418" fmla="*/ 2026790 h 3316502"/>
              <a:gd name="connsiteX5-419" fmla="*/ 1381589 w 3745816"/>
              <a:gd name="connsiteY5-420" fmla="*/ 2313393 h 3316502"/>
              <a:gd name="connsiteX6-421" fmla="*/ 1483948 w 3745816"/>
              <a:gd name="connsiteY6-422" fmla="*/ 2108676 h 3316502"/>
              <a:gd name="connsiteX7-423" fmla="*/ 1245112 w 3745816"/>
              <a:gd name="connsiteY7-424" fmla="*/ 2026790 h 3316502"/>
              <a:gd name="connsiteX8-425" fmla="*/ 3185000 w 3745816"/>
              <a:gd name="connsiteY8-426" fmla="*/ 1670667 h 3316502"/>
              <a:gd name="connsiteX9-427" fmla="*/ 3244509 w 3745816"/>
              <a:gd name="connsiteY9-428" fmla="*/ 1692418 h 3316502"/>
              <a:gd name="connsiteX10-429" fmla="*/ 3380986 w 3745816"/>
              <a:gd name="connsiteY10-430" fmla="*/ 1856191 h 3316502"/>
              <a:gd name="connsiteX11-431" fmla="*/ 3599350 w 3745816"/>
              <a:gd name="connsiteY11-432" fmla="*/ 1903959 h 3316502"/>
              <a:gd name="connsiteX12-433" fmla="*/ 3735827 w 3745816"/>
              <a:gd name="connsiteY12-434" fmla="*/ 2142795 h 3316502"/>
              <a:gd name="connsiteX13-435" fmla="*/ 3572054 w 3745816"/>
              <a:gd name="connsiteY13-436" fmla="*/ 2620466 h 3316502"/>
              <a:gd name="connsiteX14-437" fmla="*/ 3551583 w 3745816"/>
              <a:gd name="connsiteY14-438" fmla="*/ 3316502 h 3316502"/>
              <a:gd name="connsiteX15-439" fmla="*/ 3292276 w 3745816"/>
              <a:gd name="connsiteY15-440" fmla="*/ 3302855 h 3316502"/>
              <a:gd name="connsiteX16-441" fmla="*/ 3271804 w 3745816"/>
              <a:gd name="connsiteY16-442" fmla="*/ 2511284 h 3316502"/>
              <a:gd name="connsiteX17-443" fmla="*/ 3278628 w 3745816"/>
              <a:gd name="connsiteY17-444" fmla="*/ 2272449 h 3316502"/>
              <a:gd name="connsiteX18-445" fmla="*/ 3128502 w 3745816"/>
              <a:gd name="connsiteY18-446" fmla="*/ 2108675 h 3316502"/>
              <a:gd name="connsiteX19-447" fmla="*/ 2869195 w 3745816"/>
              <a:gd name="connsiteY19-448" fmla="*/ 2019965 h 3316502"/>
              <a:gd name="connsiteX20-449" fmla="*/ 3185000 w 3745816"/>
              <a:gd name="connsiteY20-450" fmla="*/ 1670667 h 3316502"/>
              <a:gd name="connsiteX21-451" fmla="*/ 560816 w 3745816"/>
              <a:gd name="connsiteY21-452" fmla="*/ 1670667 h 3316502"/>
              <a:gd name="connsiteX22-453" fmla="*/ 876621 w 3745816"/>
              <a:gd name="connsiteY22-454" fmla="*/ 2019965 h 3316502"/>
              <a:gd name="connsiteX23-455" fmla="*/ 617314 w 3745816"/>
              <a:gd name="connsiteY23-456" fmla="*/ 2108675 h 3316502"/>
              <a:gd name="connsiteX24-457" fmla="*/ 467188 w 3745816"/>
              <a:gd name="connsiteY24-458" fmla="*/ 2272449 h 3316502"/>
              <a:gd name="connsiteX25-459" fmla="*/ 474012 w 3745816"/>
              <a:gd name="connsiteY25-460" fmla="*/ 2511284 h 3316502"/>
              <a:gd name="connsiteX26-461" fmla="*/ 453540 w 3745816"/>
              <a:gd name="connsiteY26-462" fmla="*/ 3302855 h 3316502"/>
              <a:gd name="connsiteX27-463" fmla="*/ 194233 w 3745816"/>
              <a:gd name="connsiteY27-464" fmla="*/ 3316502 h 3316502"/>
              <a:gd name="connsiteX28-465" fmla="*/ 173762 w 3745816"/>
              <a:gd name="connsiteY28-466" fmla="*/ 2620466 h 3316502"/>
              <a:gd name="connsiteX29-467" fmla="*/ 9989 w 3745816"/>
              <a:gd name="connsiteY29-468" fmla="*/ 2142795 h 3316502"/>
              <a:gd name="connsiteX30-469" fmla="*/ 146466 w 3745816"/>
              <a:gd name="connsiteY30-470" fmla="*/ 1903959 h 3316502"/>
              <a:gd name="connsiteX31-471" fmla="*/ 364830 w 3745816"/>
              <a:gd name="connsiteY31-472" fmla="*/ 1856191 h 3316502"/>
              <a:gd name="connsiteX32-473" fmla="*/ 501307 w 3745816"/>
              <a:gd name="connsiteY32-474" fmla="*/ 1692418 h 3316502"/>
              <a:gd name="connsiteX33-475" fmla="*/ 560816 w 3745816"/>
              <a:gd name="connsiteY33-476" fmla="*/ 1670667 h 3316502"/>
              <a:gd name="connsiteX34-477" fmla="*/ 2609647 w 3745816"/>
              <a:gd name="connsiteY34-478" fmla="*/ 1003649 h 3316502"/>
              <a:gd name="connsiteX35-479" fmla="*/ 2234575 w 3745816"/>
              <a:gd name="connsiteY35-480" fmla="*/ 1385343 h 3316502"/>
              <a:gd name="connsiteX36-481" fmla="*/ 1968444 w 3745816"/>
              <a:gd name="connsiteY36-482" fmla="*/ 1951725 h 3316502"/>
              <a:gd name="connsiteX37-483" fmla="*/ 2248223 w 3745816"/>
              <a:gd name="connsiteY37-484" fmla="*/ 1897134 h 3316502"/>
              <a:gd name="connsiteX38-485" fmla="*/ 2644008 w 3745816"/>
              <a:gd name="connsiteY38-486" fmla="*/ 1010029 h 3316502"/>
              <a:gd name="connsiteX39-487" fmla="*/ 2609647 w 3745816"/>
              <a:gd name="connsiteY39-488" fmla="*/ 1003649 h 3316502"/>
              <a:gd name="connsiteX40-489" fmla="*/ 1136169 w 3745816"/>
              <a:gd name="connsiteY40-490" fmla="*/ 1003649 h 3316502"/>
              <a:gd name="connsiteX41-491" fmla="*/ 1101808 w 3745816"/>
              <a:gd name="connsiteY41-492" fmla="*/ 1010029 h 3316502"/>
              <a:gd name="connsiteX42-493" fmla="*/ 1497593 w 3745816"/>
              <a:gd name="connsiteY42-494" fmla="*/ 1897134 h 3316502"/>
              <a:gd name="connsiteX43-495" fmla="*/ 1777372 w 3745816"/>
              <a:gd name="connsiteY43-496" fmla="*/ 1951725 h 3316502"/>
              <a:gd name="connsiteX44-497" fmla="*/ 1511241 w 3745816"/>
              <a:gd name="connsiteY44-498" fmla="*/ 1385343 h 3316502"/>
              <a:gd name="connsiteX45-499" fmla="*/ 1136169 w 3745816"/>
              <a:gd name="connsiteY45-500" fmla="*/ 1003649 h 3316502"/>
              <a:gd name="connsiteX46-501" fmla="*/ 665081 w 3745816"/>
              <a:gd name="connsiteY46-502" fmla="*/ 96 h 3316502"/>
              <a:gd name="connsiteX47-503" fmla="*/ 1862679 w 3745816"/>
              <a:gd name="connsiteY47-504" fmla="*/ 634117 h 3316502"/>
              <a:gd name="connsiteX48-505" fmla="*/ 3080735 w 3745816"/>
              <a:gd name="connsiteY48-506" fmla="*/ 96 h 3316502"/>
              <a:gd name="connsiteX49-507" fmla="*/ 3619822 w 3745816"/>
              <a:gd name="connsiteY49-508" fmla="*/ 921320 h 3316502"/>
              <a:gd name="connsiteX50-509" fmla="*/ 3456049 w 3745816"/>
              <a:gd name="connsiteY50-510" fmla="*/ 955441 h 3316502"/>
              <a:gd name="connsiteX51-511" fmla="*/ 3370271 w 3745816"/>
              <a:gd name="connsiteY51-512" fmla="*/ 1159232 h 3316502"/>
              <a:gd name="connsiteX52-513" fmla="*/ 3189917 w 3745816"/>
              <a:gd name="connsiteY52-514" fmla="*/ 1317105 h 3316502"/>
              <a:gd name="connsiteX53-515" fmla="*/ 3155798 w 3745816"/>
              <a:gd name="connsiteY53-516" fmla="*/ 1596884 h 3316502"/>
              <a:gd name="connsiteX54-517" fmla="*/ 2848723 w 3745816"/>
              <a:gd name="connsiteY54-518" fmla="*/ 1842544 h 3316502"/>
              <a:gd name="connsiteX55-519" fmla="*/ 2650831 w 3745816"/>
              <a:gd name="connsiteY55-520" fmla="*/ 2518108 h 3316502"/>
              <a:gd name="connsiteX56-521" fmla="*/ 2193630 w 3745816"/>
              <a:gd name="connsiteY56-522" fmla="*/ 2531756 h 3316502"/>
              <a:gd name="connsiteX57-523" fmla="*/ 1941147 w 3745816"/>
              <a:gd name="connsiteY57-524" fmla="*/ 2211033 h 3316502"/>
              <a:gd name="connsiteX58-525" fmla="*/ 1872908 w 3745816"/>
              <a:gd name="connsiteY58-526" fmla="*/ 2313392 h 3316502"/>
              <a:gd name="connsiteX59-527" fmla="*/ 1804669 w 3745816"/>
              <a:gd name="connsiteY59-528" fmla="*/ 2211033 h 3316502"/>
              <a:gd name="connsiteX60-529" fmla="*/ 1552186 w 3745816"/>
              <a:gd name="connsiteY60-530" fmla="*/ 2531756 h 3316502"/>
              <a:gd name="connsiteX61-531" fmla="*/ 1094985 w 3745816"/>
              <a:gd name="connsiteY61-532" fmla="*/ 2518108 h 3316502"/>
              <a:gd name="connsiteX62-533" fmla="*/ 897093 w 3745816"/>
              <a:gd name="connsiteY62-534" fmla="*/ 1842544 h 3316502"/>
              <a:gd name="connsiteX63-535" fmla="*/ 590018 w 3745816"/>
              <a:gd name="connsiteY63-536" fmla="*/ 1596884 h 3316502"/>
              <a:gd name="connsiteX64-537" fmla="*/ 555899 w 3745816"/>
              <a:gd name="connsiteY64-538" fmla="*/ 1317105 h 3316502"/>
              <a:gd name="connsiteX65-539" fmla="*/ 380265 w 3745816"/>
              <a:gd name="connsiteY65-540" fmla="*/ 1173717 h 3316502"/>
              <a:gd name="connsiteX66-541" fmla="*/ 289767 w 3745816"/>
              <a:gd name="connsiteY66-542" fmla="*/ 1006142 h 3316502"/>
              <a:gd name="connsiteX67-543" fmla="*/ 125994 w 3745816"/>
              <a:gd name="connsiteY67-544" fmla="*/ 921320 h 3316502"/>
              <a:gd name="connsiteX68" fmla="*/ 665081 w 3745816"/>
              <a:gd name="connsiteY68" fmla="*/ 96 h 3316502"/>
              <a:gd name="connsiteX0-545" fmla="*/ 2500704 w 3745816"/>
              <a:gd name="connsiteY0-546" fmla="*/ 2026790 h 3316502"/>
              <a:gd name="connsiteX1-547" fmla="*/ 2261868 w 3745816"/>
              <a:gd name="connsiteY1-548" fmla="*/ 2108676 h 3316502"/>
              <a:gd name="connsiteX2-549" fmla="*/ 2364227 w 3745816"/>
              <a:gd name="connsiteY2-550" fmla="*/ 2313393 h 3316502"/>
              <a:gd name="connsiteX3-551" fmla="*/ 2500704 w 3745816"/>
              <a:gd name="connsiteY3-552" fmla="*/ 2026790 h 3316502"/>
              <a:gd name="connsiteX4-553" fmla="*/ 1245112 w 3745816"/>
              <a:gd name="connsiteY4-554" fmla="*/ 2026790 h 3316502"/>
              <a:gd name="connsiteX5-555" fmla="*/ 1381589 w 3745816"/>
              <a:gd name="connsiteY5-556" fmla="*/ 2313393 h 3316502"/>
              <a:gd name="connsiteX6-557" fmla="*/ 1483948 w 3745816"/>
              <a:gd name="connsiteY6-558" fmla="*/ 2108676 h 3316502"/>
              <a:gd name="connsiteX7-559" fmla="*/ 1245112 w 3745816"/>
              <a:gd name="connsiteY7-560" fmla="*/ 2026790 h 3316502"/>
              <a:gd name="connsiteX8-561" fmla="*/ 3185000 w 3745816"/>
              <a:gd name="connsiteY8-562" fmla="*/ 1670667 h 3316502"/>
              <a:gd name="connsiteX9-563" fmla="*/ 3244509 w 3745816"/>
              <a:gd name="connsiteY9-564" fmla="*/ 1692418 h 3316502"/>
              <a:gd name="connsiteX10-565" fmla="*/ 3380986 w 3745816"/>
              <a:gd name="connsiteY10-566" fmla="*/ 1856191 h 3316502"/>
              <a:gd name="connsiteX11-567" fmla="*/ 3599350 w 3745816"/>
              <a:gd name="connsiteY11-568" fmla="*/ 1903959 h 3316502"/>
              <a:gd name="connsiteX12-569" fmla="*/ 3735827 w 3745816"/>
              <a:gd name="connsiteY12-570" fmla="*/ 2142795 h 3316502"/>
              <a:gd name="connsiteX13-571" fmla="*/ 3572054 w 3745816"/>
              <a:gd name="connsiteY13-572" fmla="*/ 2620466 h 3316502"/>
              <a:gd name="connsiteX14-573" fmla="*/ 3551583 w 3745816"/>
              <a:gd name="connsiteY14-574" fmla="*/ 3316502 h 3316502"/>
              <a:gd name="connsiteX15-575" fmla="*/ 3292276 w 3745816"/>
              <a:gd name="connsiteY15-576" fmla="*/ 3302855 h 3316502"/>
              <a:gd name="connsiteX16-577" fmla="*/ 3271804 w 3745816"/>
              <a:gd name="connsiteY16-578" fmla="*/ 2511284 h 3316502"/>
              <a:gd name="connsiteX17-579" fmla="*/ 3278628 w 3745816"/>
              <a:gd name="connsiteY17-580" fmla="*/ 2272449 h 3316502"/>
              <a:gd name="connsiteX18-581" fmla="*/ 3128502 w 3745816"/>
              <a:gd name="connsiteY18-582" fmla="*/ 2108675 h 3316502"/>
              <a:gd name="connsiteX19-583" fmla="*/ 2869195 w 3745816"/>
              <a:gd name="connsiteY19-584" fmla="*/ 2019965 h 3316502"/>
              <a:gd name="connsiteX20-585" fmla="*/ 3185000 w 3745816"/>
              <a:gd name="connsiteY20-586" fmla="*/ 1670667 h 3316502"/>
              <a:gd name="connsiteX21-587" fmla="*/ 560816 w 3745816"/>
              <a:gd name="connsiteY21-588" fmla="*/ 1670667 h 3316502"/>
              <a:gd name="connsiteX22-589" fmla="*/ 876621 w 3745816"/>
              <a:gd name="connsiteY22-590" fmla="*/ 2019965 h 3316502"/>
              <a:gd name="connsiteX23-591" fmla="*/ 617314 w 3745816"/>
              <a:gd name="connsiteY23-592" fmla="*/ 2108675 h 3316502"/>
              <a:gd name="connsiteX24-593" fmla="*/ 467188 w 3745816"/>
              <a:gd name="connsiteY24-594" fmla="*/ 2272449 h 3316502"/>
              <a:gd name="connsiteX25-595" fmla="*/ 474012 w 3745816"/>
              <a:gd name="connsiteY25-596" fmla="*/ 2511284 h 3316502"/>
              <a:gd name="connsiteX26-597" fmla="*/ 453540 w 3745816"/>
              <a:gd name="connsiteY26-598" fmla="*/ 3302855 h 3316502"/>
              <a:gd name="connsiteX27-599" fmla="*/ 194233 w 3745816"/>
              <a:gd name="connsiteY27-600" fmla="*/ 3316502 h 3316502"/>
              <a:gd name="connsiteX28-601" fmla="*/ 173762 w 3745816"/>
              <a:gd name="connsiteY28-602" fmla="*/ 2620466 h 3316502"/>
              <a:gd name="connsiteX29-603" fmla="*/ 9989 w 3745816"/>
              <a:gd name="connsiteY29-604" fmla="*/ 2142795 h 3316502"/>
              <a:gd name="connsiteX30-605" fmla="*/ 146466 w 3745816"/>
              <a:gd name="connsiteY30-606" fmla="*/ 1903959 h 3316502"/>
              <a:gd name="connsiteX31-607" fmla="*/ 364830 w 3745816"/>
              <a:gd name="connsiteY31-608" fmla="*/ 1856191 h 3316502"/>
              <a:gd name="connsiteX32-609" fmla="*/ 501307 w 3745816"/>
              <a:gd name="connsiteY32-610" fmla="*/ 1692418 h 3316502"/>
              <a:gd name="connsiteX33-611" fmla="*/ 560816 w 3745816"/>
              <a:gd name="connsiteY33-612" fmla="*/ 1670667 h 3316502"/>
              <a:gd name="connsiteX34-613" fmla="*/ 2609647 w 3745816"/>
              <a:gd name="connsiteY34-614" fmla="*/ 1003649 h 3316502"/>
              <a:gd name="connsiteX35-615" fmla="*/ 2234575 w 3745816"/>
              <a:gd name="connsiteY35-616" fmla="*/ 1385343 h 3316502"/>
              <a:gd name="connsiteX36-617" fmla="*/ 1968444 w 3745816"/>
              <a:gd name="connsiteY36-618" fmla="*/ 1951725 h 3316502"/>
              <a:gd name="connsiteX37-619" fmla="*/ 2248223 w 3745816"/>
              <a:gd name="connsiteY37-620" fmla="*/ 1897134 h 3316502"/>
              <a:gd name="connsiteX38-621" fmla="*/ 2644008 w 3745816"/>
              <a:gd name="connsiteY38-622" fmla="*/ 1010029 h 3316502"/>
              <a:gd name="connsiteX39-623" fmla="*/ 2609647 w 3745816"/>
              <a:gd name="connsiteY39-624" fmla="*/ 1003649 h 3316502"/>
              <a:gd name="connsiteX40-625" fmla="*/ 1136169 w 3745816"/>
              <a:gd name="connsiteY40-626" fmla="*/ 1003649 h 3316502"/>
              <a:gd name="connsiteX41-627" fmla="*/ 1101808 w 3745816"/>
              <a:gd name="connsiteY41-628" fmla="*/ 1010029 h 3316502"/>
              <a:gd name="connsiteX42-629" fmla="*/ 1497593 w 3745816"/>
              <a:gd name="connsiteY42-630" fmla="*/ 1897134 h 3316502"/>
              <a:gd name="connsiteX43-631" fmla="*/ 1777372 w 3745816"/>
              <a:gd name="connsiteY43-632" fmla="*/ 1951725 h 3316502"/>
              <a:gd name="connsiteX44-633" fmla="*/ 1511241 w 3745816"/>
              <a:gd name="connsiteY44-634" fmla="*/ 1385343 h 3316502"/>
              <a:gd name="connsiteX45-635" fmla="*/ 1136169 w 3745816"/>
              <a:gd name="connsiteY45-636" fmla="*/ 1003649 h 3316502"/>
              <a:gd name="connsiteX46-637" fmla="*/ 665081 w 3745816"/>
              <a:gd name="connsiteY46-638" fmla="*/ 96 h 3316502"/>
              <a:gd name="connsiteX47-639" fmla="*/ 1862679 w 3745816"/>
              <a:gd name="connsiteY47-640" fmla="*/ 634117 h 3316502"/>
              <a:gd name="connsiteX48-641" fmla="*/ 3080735 w 3745816"/>
              <a:gd name="connsiteY48-642" fmla="*/ 96 h 3316502"/>
              <a:gd name="connsiteX49-643" fmla="*/ 3619822 w 3745816"/>
              <a:gd name="connsiteY49-644" fmla="*/ 921320 h 3316502"/>
              <a:gd name="connsiteX50-645" fmla="*/ 3456049 w 3745816"/>
              <a:gd name="connsiteY50-646" fmla="*/ 955441 h 3316502"/>
              <a:gd name="connsiteX51-647" fmla="*/ 3370271 w 3745816"/>
              <a:gd name="connsiteY51-648" fmla="*/ 1159232 h 3316502"/>
              <a:gd name="connsiteX52-649" fmla="*/ 3189917 w 3745816"/>
              <a:gd name="connsiteY52-650" fmla="*/ 1317105 h 3316502"/>
              <a:gd name="connsiteX53-651" fmla="*/ 3155798 w 3745816"/>
              <a:gd name="connsiteY53-652" fmla="*/ 1596884 h 3316502"/>
              <a:gd name="connsiteX54-653" fmla="*/ 2848723 w 3745816"/>
              <a:gd name="connsiteY54-654" fmla="*/ 1842544 h 3316502"/>
              <a:gd name="connsiteX55-655" fmla="*/ 2650831 w 3745816"/>
              <a:gd name="connsiteY55-656" fmla="*/ 2518108 h 3316502"/>
              <a:gd name="connsiteX56-657" fmla="*/ 2193630 w 3745816"/>
              <a:gd name="connsiteY56-658" fmla="*/ 2531756 h 3316502"/>
              <a:gd name="connsiteX57-659" fmla="*/ 1941147 w 3745816"/>
              <a:gd name="connsiteY57-660" fmla="*/ 2211033 h 3316502"/>
              <a:gd name="connsiteX58-661" fmla="*/ 1872908 w 3745816"/>
              <a:gd name="connsiteY58-662" fmla="*/ 2313392 h 3316502"/>
              <a:gd name="connsiteX59-663" fmla="*/ 1804669 w 3745816"/>
              <a:gd name="connsiteY59-664" fmla="*/ 2211033 h 3316502"/>
              <a:gd name="connsiteX60-665" fmla="*/ 1552186 w 3745816"/>
              <a:gd name="connsiteY60-666" fmla="*/ 2531756 h 3316502"/>
              <a:gd name="connsiteX61-667" fmla="*/ 1094985 w 3745816"/>
              <a:gd name="connsiteY61-668" fmla="*/ 2518108 h 3316502"/>
              <a:gd name="connsiteX62-669" fmla="*/ 897093 w 3745816"/>
              <a:gd name="connsiteY62-670" fmla="*/ 1842544 h 3316502"/>
              <a:gd name="connsiteX63-671" fmla="*/ 590018 w 3745816"/>
              <a:gd name="connsiteY63-672" fmla="*/ 1596884 h 3316502"/>
              <a:gd name="connsiteX64-673" fmla="*/ 555899 w 3745816"/>
              <a:gd name="connsiteY64-674" fmla="*/ 1317105 h 3316502"/>
              <a:gd name="connsiteX65-675" fmla="*/ 380265 w 3745816"/>
              <a:gd name="connsiteY65-676" fmla="*/ 1173717 h 3316502"/>
              <a:gd name="connsiteX66-677" fmla="*/ 289767 w 3745816"/>
              <a:gd name="connsiteY66-678" fmla="*/ 1006142 h 3316502"/>
              <a:gd name="connsiteX67-679" fmla="*/ 125994 w 3745816"/>
              <a:gd name="connsiteY67-680" fmla="*/ 921320 h 3316502"/>
              <a:gd name="connsiteX68-681" fmla="*/ 665081 w 3745816"/>
              <a:gd name="connsiteY68-682" fmla="*/ 96 h 33165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681" y="connsiteY68-682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/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/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/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/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/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/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/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/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/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/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/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/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/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/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/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/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/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/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/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/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/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-1" fmla="*/ 1979373 w 3960440"/>
              <a:gd name="connsiteY0-2" fmla="*/ 472350 h 3960000"/>
              <a:gd name="connsiteX1-3" fmla="*/ 813783 w 3960440"/>
              <a:gd name="connsiteY1-4" fmla="*/ 1434034 h 3960000"/>
              <a:gd name="connsiteX2-5" fmla="*/ 1171732 w 3960440"/>
              <a:gd name="connsiteY2-6" fmla="*/ 2285845 h 3960000"/>
              <a:gd name="connsiteX3-7" fmla="*/ 1296382 w 3960440"/>
              <a:gd name="connsiteY3-8" fmla="*/ 1907811 h 3960000"/>
              <a:gd name="connsiteX4-9" fmla="*/ 1182276 w 3960440"/>
              <a:gd name="connsiteY4-10" fmla="*/ 1442314 h 3960000"/>
              <a:gd name="connsiteX5-11" fmla="*/ 2217373 w 3960440"/>
              <a:gd name="connsiteY5-12" fmla="*/ 796414 h 3960000"/>
              <a:gd name="connsiteX6-13" fmla="*/ 2730780 w 3960440"/>
              <a:gd name="connsiteY6-14" fmla="*/ 1554106 h 3960000"/>
              <a:gd name="connsiteX7-15" fmla="*/ 2424394 w 3960440"/>
              <a:gd name="connsiteY7-16" fmla="*/ 2278672 h 3960000"/>
              <a:gd name="connsiteX8-17" fmla="*/ 1910984 w 3960440"/>
              <a:gd name="connsiteY8-18" fmla="*/ 2071653 h 3960000"/>
              <a:gd name="connsiteX9-19" fmla="*/ 2072459 w 3960440"/>
              <a:gd name="connsiteY9-20" fmla="*/ 1512703 h 3960000"/>
              <a:gd name="connsiteX10-21" fmla="*/ 1873721 w 3960440"/>
              <a:gd name="connsiteY10-22" fmla="*/ 1156628 h 3960000"/>
              <a:gd name="connsiteX11-23" fmla="*/ 1525929 w 3960440"/>
              <a:gd name="connsiteY11-24" fmla="*/ 1392629 h 3960000"/>
              <a:gd name="connsiteX12-25" fmla="*/ 1521788 w 3960440"/>
              <a:gd name="connsiteY12-26" fmla="*/ 1897758 h 3960000"/>
              <a:gd name="connsiteX13-27" fmla="*/ 1339611 w 3960440"/>
              <a:gd name="connsiteY13-28" fmla="*/ 3487664 h 3960000"/>
              <a:gd name="connsiteX14-29" fmla="*/ 1803335 w 3960440"/>
              <a:gd name="connsiteY14-30" fmla="*/ 2485692 h 3960000"/>
              <a:gd name="connsiteX15-31" fmla="*/ 2283619 w 3960440"/>
              <a:gd name="connsiteY15-32" fmla="*/ 2688571 h 3960000"/>
              <a:gd name="connsiteX16-33" fmla="*/ 3144820 w 3960440"/>
              <a:gd name="connsiteY16-34" fmla="*/ 1595509 h 3960000"/>
              <a:gd name="connsiteX17-35" fmla="*/ 2134565 w 3960440"/>
              <a:gd name="connsiteY17-36" fmla="*/ 477605 h 3960000"/>
              <a:gd name="connsiteX18-37" fmla="*/ 1979373 w 3960440"/>
              <a:gd name="connsiteY18-38" fmla="*/ 472350 h 3960000"/>
              <a:gd name="connsiteX19-39" fmla="*/ 436907 w 3960440"/>
              <a:gd name="connsiteY19-40" fmla="*/ 0 h 3960000"/>
              <a:gd name="connsiteX20-41" fmla="*/ 3523533 w 3960440"/>
              <a:gd name="connsiteY20-42" fmla="*/ 0 h 3960000"/>
              <a:gd name="connsiteX21-43" fmla="*/ 3960440 w 3960440"/>
              <a:gd name="connsiteY21-44" fmla="*/ 436907 h 3960000"/>
              <a:gd name="connsiteX22-45" fmla="*/ 3960440 w 3960440"/>
              <a:gd name="connsiteY22-46" fmla="*/ 3523093 h 3960000"/>
              <a:gd name="connsiteX23-47" fmla="*/ 3523533 w 3960440"/>
              <a:gd name="connsiteY23-48" fmla="*/ 3960000 h 3960000"/>
              <a:gd name="connsiteX24-49" fmla="*/ 436907 w 3960440"/>
              <a:gd name="connsiteY24-50" fmla="*/ 3960000 h 3960000"/>
              <a:gd name="connsiteX25-51" fmla="*/ 0 w 3960440"/>
              <a:gd name="connsiteY25-52" fmla="*/ 3523093 h 3960000"/>
              <a:gd name="connsiteX26-53" fmla="*/ 0 w 3960440"/>
              <a:gd name="connsiteY26-54" fmla="*/ 436907 h 3960000"/>
              <a:gd name="connsiteX27-55" fmla="*/ 436907 w 3960440"/>
              <a:gd name="connsiteY27-56" fmla="*/ 0 h 3960000"/>
              <a:gd name="connsiteX0-57" fmla="*/ 1979373 w 3960440"/>
              <a:gd name="connsiteY0-58" fmla="*/ 472350 h 3960000"/>
              <a:gd name="connsiteX1-59" fmla="*/ 813783 w 3960440"/>
              <a:gd name="connsiteY1-60" fmla="*/ 1434034 h 3960000"/>
              <a:gd name="connsiteX2-61" fmla="*/ 1119009 w 3960440"/>
              <a:gd name="connsiteY2-62" fmla="*/ 2222584 h 3960000"/>
              <a:gd name="connsiteX3-63" fmla="*/ 1296382 w 3960440"/>
              <a:gd name="connsiteY3-64" fmla="*/ 1907811 h 3960000"/>
              <a:gd name="connsiteX4-65" fmla="*/ 1182276 w 3960440"/>
              <a:gd name="connsiteY4-66" fmla="*/ 1442314 h 3960000"/>
              <a:gd name="connsiteX5-67" fmla="*/ 2217373 w 3960440"/>
              <a:gd name="connsiteY5-68" fmla="*/ 796414 h 3960000"/>
              <a:gd name="connsiteX6-69" fmla="*/ 2730780 w 3960440"/>
              <a:gd name="connsiteY6-70" fmla="*/ 1554106 h 3960000"/>
              <a:gd name="connsiteX7-71" fmla="*/ 2424394 w 3960440"/>
              <a:gd name="connsiteY7-72" fmla="*/ 2278672 h 3960000"/>
              <a:gd name="connsiteX8-73" fmla="*/ 1910984 w 3960440"/>
              <a:gd name="connsiteY8-74" fmla="*/ 2071653 h 3960000"/>
              <a:gd name="connsiteX9-75" fmla="*/ 2072459 w 3960440"/>
              <a:gd name="connsiteY9-76" fmla="*/ 1512703 h 3960000"/>
              <a:gd name="connsiteX10-77" fmla="*/ 1873721 w 3960440"/>
              <a:gd name="connsiteY10-78" fmla="*/ 1156628 h 3960000"/>
              <a:gd name="connsiteX11-79" fmla="*/ 1525929 w 3960440"/>
              <a:gd name="connsiteY11-80" fmla="*/ 1392629 h 3960000"/>
              <a:gd name="connsiteX12-81" fmla="*/ 1521788 w 3960440"/>
              <a:gd name="connsiteY12-82" fmla="*/ 1897758 h 3960000"/>
              <a:gd name="connsiteX13-83" fmla="*/ 1339611 w 3960440"/>
              <a:gd name="connsiteY13-84" fmla="*/ 3487664 h 3960000"/>
              <a:gd name="connsiteX14-85" fmla="*/ 1803335 w 3960440"/>
              <a:gd name="connsiteY14-86" fmla="*/ 2485692 h 3960000"/>
              <a:gd name="connsiteX15-87" fmla="*/ 2283619 w 3960440"/>
              <a:gd name="connsiteY15-88" fmla="*/ 2688571 h 3960000"/>
              <a:gd name="connsiteX16-89" fmla="*/ 3144820 w 3960440"/>
              <a:gd name="connsiteY16-90" fmla="*/ 1595509 h 3960000"/>
              <a:gd name="connsiteX17-91" fmla="*/ 2134565 w 3960440"/>
              <a:gd name="connsiteY17-92" fmla="*/ 477605 h 3960000"/>
              <a:gd name="connsiteX18-93" fmla="*/ 1979373 w 3960440"/>
              <a:gd name="connsiteY18-94" fmla="*/ 472350 h 3960000"/>
              <a:gd name="connsiteX19-95" fmla="*/ 436907 w 3960440"/>
              <a:gd name="connsiteY19-96" fmla="*/ 0 h 3960000"/>
              <a:gd name="connsiteX20-97" fmla="*/ 3523533 w 3960440"/>
              <a:gd name="connsiteY20-98" fmla="*/ 0 h 3960000"/>
              <a:gd name="connsiteX21-99" fmla="*/ 3960440 w 3960440"/>
              <a:gd name="connsiteY21-100" fmla="*/ 436907 h 3960000"/>
              <a:gd name="connsiteX22-101" fmla="*/ 3960440 w 3960440"/>
              <a:gd name="connsiteY22-102" fmla="*/ 3523093 h 3960000"/>
              <a:gd name="connsiteX23-103" fmla="*/ 3523533 w 3960440"/>
              <a:gd name="connsiteY23-104" fmla="*/ 3960000 h 3960000"/>
              <a:gd name="connsiteX24-105" fmla="*/ 436907 w 3960440"/>
              <a:gd name="connsiteY24-106" fmla="*/ 3960000 h 3960000"/>
              <a:gd name="connsiteX25-107" fmla="*/ 0 w 3960440"/>
              <a:gd name="connsiteY25-108" fmla="*/ 3523093 h 3960000"/>
              <a:gd name="connsiteX26-109" fmla="*/ 0 w 3960440"/>
              <a:gd name="connsiteY26-110" fmla="*/ 436907 h 3960000"/>
              <a:gd name="connsiteX27-111" fmla="*/ 436907 w 3960440"/>
              <a:gd name="connsiteY27-112" fmla="*/ 0 h 3960000"/>
              <a:gd name="connsiteX0-113" fmla="*/ 1979373 w 3960440"/>
              <a:gd name="connsiteY0-114" fmla="*/ 472350 h 3960000"/>
              <a:gd name="connsiteX1-115" fmla="*/ 813783 w 3960440"/>
              <a:gd name="connsiteY1-116" fmla="*/ 1434034 h 3960000"/>
              <a:gd name="connsiteX2-117" fmla="*/ 1119009 w 3960440"/>
              <a:gd name="connsiteY2-118" fmla="*/ 2222584 h 3960000"/>
              <a:gd name="connsiteX3-119" fmla="*/ 1296382 w 3960440"/>
              <a:gd name="connsiteY3-120" fmla="*/ 1907811 h 3960000"/>
              <a:gd name="connsiteX4-121" fmla="*/ 1182276 w 3960440"/>
              <a:gd name="connsiteY4-122" fmla="*/ 1442314 h 3960000"/>
              <a:gd name="connsiteX5-123" fmla="*/ 2217373 w 3960440"/>
              <a:gd name="connsiteY5-124" fmla="*/ 796414 h 3960000"/>
              <a:gd name="connsiteX6-125" fmla="*/ 2730780 w 3960440"/>
              <a:gd name="connsiteY6-126" fmla="*/ 1554106 h 3960000"/>
              <a:gd name="connsiteX7-127" fmla="*/ 2424394 w 3960440"/>
              <a:gd name="connsiteY7-128" fmla="*/ 2278672 h 3960000"/>
              <a:gd name="connsiteX8-129" fmla="*/ 1910984 w 3960440"/>
              <a:gd name="connsiteY8-130" fmla="*/ 2071653 h 3960000"/>
              <a:gd name="connsiteX9-131" fmla="*/ 2072459 w 3960440"/>
              <a:gd name="connsiteY9-132" fmla="*/ 1512703 h 3960000"/>
              <a:gd name="connsiteX10-133" fmla="*/ 1873721 w 3960440"/>
              <a:gd name="connsiteY10-134" fmla="*/ 1156628 h 3960000"/>
              <a:gd name="connsiteX11-135" fmla="*/ 1525929 w 3960440"/>
              <a:gd name="connsiteY11-136" fmla="*/ 1392629 h 3960000"/>
              <a:gd name="connsiteX12-137" fmla="*/ 1521788 w 3960440"/>
              <a:gd name="connsiteY12-138" fmla="*/ 1897758 h 3960000"/>
              <a:gd name="connsiteX13-139" fmla="*/ 1339611 w 3960440"/>
              <a:gd name="connsiteY13-140" fmla="*/ 3487664 h 3960000"/>
              <a:gd name="connsiteX14-141" fmla="*/ 1803335 w 3960440"/>
              <a:gd name="connsiteY14-142" fmla="*/ 2485692 h 3960000"/>
              <a:gd name="connsiteX15-143" fmla="*/ 2283619 w 3960440"/>
              <a:gd name="connsiteY15-144" fmla="*/ 2688571 h 3960000"/>
              <a:gd name="connsiteX16-145" fmla="*/ 3144820 w 3960440"/>
              <a:gd name="connsiteY16-146" fmla="*/ 1595509 h 3960000"/>
              <a:gd name="connsiteX17-147" fmla="*/ 2134565 w 3960440"/>
              <a:gd name="connsiteY17-148" fmla="*/ 477605 h 3960000"/>
              <a:gd name="connsiteX18-149" fmla="*/ 1979373 w 3960440"/>
              <a:gd name="connsiteY18-150" fmla="*/ 472350 h 3960000"/>
              <a:gd name="connsiteX19-151" fmla="*/ 436907 w 3960440"/>
              <a:gd name="connsiteY19-152" fmla="*/ 0 h 3960000"/>
              <a:gd name="connsiteX20-153" fmla="*/ 3523533 w 3960440"/>
              <a:gd name="connsiteY20-154" fmla="*/ 0 h 3960000"/>
              <a:gd name="connsiteX21-155" fmla="*/ 3960440 w 3960440"/>
              <a:gd name="connsiteY21-156" fmla="*/ 436907 h 3960000"/>
              <a:gd name="connsiteX22-157" fmla="*/ 3960440 w 3960440"/>
              <a:gd name="connsiteY22-158" fmla="*/ 3523093 h 3960000"/>
              <a:gd name="connsiteX23-159" fmla="*/ 3523533 w 3960440"/>
              <a:gd name="connsiteY23-160" fmla="*/ 3960000 h 3960000"/>
              <a:gd name="connsiteX24-161" fmla="*/ 436907 w 3960440"/>
              <a:gd name="connsiteY24-162" fmla="*/ 3960000 h 3960000"/>
              <a:gd name="connsiteX25-163" fmla="*/ 0 w 3960440"/>
              <a:gd name="connsiteY25-164" fmla="*/ 3523093 h 3960000"/>
              <a:gd name="connsiteX26-165" fmla="*/ 0 w 3960440"/>
              <a:gd name="connsiteY26-166" fmla="*/ 436907 h 3960000"/>
              <a:gd name="connsiteX27-167" fmla="*/ 436907 w 3960440"/>
              <a:gd name="connsiteY27-168" fmla="*/ 0 h 3960000"/>
              <a:gd name="connsiteX0-169" fmla="*/ 1979373 w 3960440"/>
              <a:gd name="connsiteY0-170" fmla="*/ 472350 h 3960000"/>
              <a:gd name="connsiteX1-171" fmla="*/ 813783 w 3960440"/>
              <a:gd name="connsiteY1-172" fmla="*/ 1434034 h 3960000"/>
              <a:gd name="connsiteX2-173" fmla="*/ 1119009 w 3960440"/>
              <a:gd name="connsiteY2-174" fmla="*/ 2222584 h 3960000"/>
              <a:gd name="connsiteX3-175" fmla="*/ 1296382 w 3960440"/>
              <a:gd name="connsiteY3-176" fmla="*/ 1907811 h 3960000"/>
              <a:gd name="connsiteX4-177" fmla="*/ 1182276 w 3960440"/>
              <a:gd name="connsiteY4-178" fmla="*/ 1442314 h 3960000"/>
              <a:gd name="connsiteX5-179" fmla="*/ 2217373 w 3960440"/>
              <a:gd name="connsiteY5-180" fmla="*/ 796414 h 3960000"/>
              <a:gd name="connsiteX6-181" fmla="*/ 2730780 w 3960440"/>
              <a:gd name="connsiteY6-182" fmla="*/ 1554106 h 3960000"/>
              <a:gd name="connsiteX7-183" fmla="*/ 2424394 w 3960440"/>
              <a:gd name="connsiteY7-184" fmla="*/ 2278672 h 3960000"/>
              <a:gd name="connsiteX8-185" fmla="*/ 1910984 w 3960440"/>
              <a:gd name="connsiteY8-186" fmla="*/ 2071653 h 3960000"/>
              <a:gd name="connsiteX9-187" fmla="*/ 2072459 w 3960440"/>
              <a:gd name="connsiteY9-188" fmla="*/ 1512703 h 3960000"/>
              <a:gd name="connsiteX10-189" fmla="*/ 1873721 w 3960440"/>
              <a:gd name="connsiteY10-190" fmla="*/ 1156628 h 3960000"/>
              <a:gd name="connsiteX11-191" fmla="*/ 1525929 w 3960440"/>
              <a:gd name="connsiteY11-192" fmla="*/ 1392629 h 3960000"/>
              <a:gd name="connsiteX12-193" fmla="*/ 1521788 w 3960440"/>
              <a:gd name="connsiteY12-194" fmla="*/ 1897758 h 3960000"/>
              <a:gd name="connsiteX13-195" fmla="*/ 1339611 w 3960440"/>
              <a:gd name="connsiteY13-196" fmla="*/ 3487664 h 3960000"/>
              <a:gd name="connsiteX14-197" fmla="*/ 1803335 w 3960440"/>
              <a:gd name="connsiteY14-198" fmla="*/ 2485692 h 3960000"/>
              <a:gd name="connsiteX15-199" fmla="*/ 2283619 w 3960440"/>
              <a:gd name="connsiteY15-200" fmla="*/ 2688571 h 3960000"/>
              <a:gd name="connsiteX16-201" fmla="*/ 3144820 w 3960440"/>
              <a:gd name="connsiteY16-202" fmla="*/ 1595509 h 3960000"/>
              <a:gd name="connsiteX17-203" fmla="*/ 2134565 w 3960440"/>
              <a:gd name="connsiteY17-204" fmla="*/ 477605 h 3960000"/>
              <a:gd name="connsiteX18-205" fmla="*/ 1979373 w 3960440"/>
              <a:gd name="connsiteY18-206" fmla="*/ 472350 h 3960000"/>
              <a:gd name="connsiteX19-207" fmla="*/ 436907 w 3960440"/>
              <a:gd name="connsiteY19-208" fmla="*/ 0 h 3960000"/>
              <a:gd name="connsiteX20-209" fmla="*/ 3523533 w 3960440"/>
              <a:gd name="connsiteY20-210" fmla="*/ 0 h 3960000"/>
              <a:gd name="connsiteX21-211" fmla="*/ 3960440 w 3960440"/>
              <a:gd name="connsiteY21-212" fmla="*/ 436907 h 3960000"/>
              <a:gd name="connsiteX22-213" fmla="*/ 3960440 w 3960440"/>
              <a:gd name="connsiteY22-214" fmla="*/ 3523093 h 3960000"/>
              <a:gd name="connsiteX23-215" fmla="*/ 3523533 w 3960440"/>
              <a:gd name="connsiteY23-216" fmla="*/ 3960000 h 3960000"/>
              <a:gd name="connsiteX24-217" fmla="*/ 436907 w 3960440"/>
              <a:gd name="connsiteY24-218" fmla="*/ 3960000 h 3960000"/>
              <a:gd name="connsiteX25-219" fmla="*/ 0 w 3960440"/>
              <a:gd name="connsiteY25-220" fmla="*/ 3523093 h 3960000"/>
              <a:gd name="connsiteX26-221" fmla="*/ 0 w 3960440"/>
              <a:gd name="connsiteY26-222" fmla="*/ 436907 h 3960000"/>
              <a:gd name="connsiteX27-223" fmla="*/ 436907 w 3960440"/>
              <a:gd name="connsiteY27-224" fmla="*/ 0 h 3960000"/>
              <a:gd name="connsiteX0-225" fmla="*/ 1979373 w 3960440"/>
              <a:gd name="connsiteY0-226" fmla="*/ 472350 h 3960000"/>
              <a:gd name="connsiteX1-227" fmla="*/ 813783 w 3960440"/>
              <a:gd name="connsiteY1-228" fmla="*/ 1434034 h 3960000"/>
              <a:gd name="connsiteX2-229" fmla="*/ 1119009 w 3960440"/>
              <a:gd name="connsiteY2-230" fmla="*/ 2222584 h 3960000"/>
              <a:gd name="connsiteX3-231" fmla="*/ 1296382 w 3960440"/>
              <a:gd name="connsiteY3-232" fmla="*/ 1907811 h 3960000"/>
              <a:gd name="connsiteX4-233" fmla="*/ 1182276 w 3960440"/>
              <a:gd name="connsiteY4-234" fmla="*/ 1442314 h 3960000"/>
              <a:gd name="connsiteX5-235" fmla="*/ 2217373 w 3960440"/>
              <a:gd name="connsiteY5-236" fmla="*/ 796414 h 3960000"/>
              <a:gd name="connsiteX6-237" fmla="*/ 2730780 w 3960440"/>
              <a:gd name="connsiteY6-238" fmla="*/ 1554106 h 3960000"/>
              <a:gd name="connsiteX7-239" fmla="*/ 2424394 w 3960440"/>
              <a:gd name="connsiteY7-240" fmla="*/ 2278672 h 3960000"/>
              <a:gd name="connsiteX8-241" fmla="*/ 1910984 w 3960440"/>
              <a:gd name="connsiteY8-242" fmla="*/ 2071653 h 3960000"/>
              <a:gd name="connsiteX9-243" fmla="*/ 2072459 w 3960440"/>
              <a:gd name="connsiteY9-244" fmla="*/ 1512703 h 3960000"/>
              <a:gd name="connsiteX10-245" fmla="*/ 1873721 w 3960440"/>
              <a:gd name="connsiteY10-246" fmla="*/ 1156628 h 3960000"/>
              <a:gd name="connsiteX11-247" fmla="*/ 1525929 w 3960440"/>
              <a:gd name="connsiteY11-248" fmla="*/ 1392629 h 3960000"/>
              <a:gd name="connsiteX12-249" fmla="*/ 1521788 w 3960440"/>
              <a:gd name="connsiteY12-250" fmla="*/ 1897758 h 3960000"/>
              <a:gd name="connsiteX13-251" fmla="*/ 1339611 w 3960440"/>
              <a:gd name="connsiteY13-252" fmla="*/ 3487664 h 3960000"/>
              <a:gd name="connsiteX14-253" fmla="*/ 1803335 w 3960440"/>
              <a:gd name="connsiteY14-254" fmla="*/ 2485692 h 3960000"/>
              <a:gd name="connsiteX15-255" fmla="*/ 2283619 w 3960440"/>
              <a:gd name="connsiteY15-256" fmla="*/ 2688571 h 3960000"/>
              <a:gd name="connsiteX16-257" fmla="*/ 3144820 w 3960440"/>
              <a:gd name="connsiteY16-258" fmla="*/ 1595509 h 3960000"/>
              <a:gd name="connsiteX17-259" fmla="*/ 2134565 w 3960440"/>
              <a:gd name="connsiteY17-260" fmla="*/ 477605 h 3960000"/>
              <a:gd name="connsiteX18-261" fmla="*/ 1979373 w 3960440"/>
              <a:gd name="connsiteY18-262" fmla="*/ 472350 h 3960000"/>
              <a:gd name="connsiteX19-263" fmla="*/ 436907 w 3960440"/>
              <a:gd name="connsiteY19-264" fmla="*/ 0 h 3960000"/>
              <a:gd name="connsiteX20-265" fmla="*/ 3523533 w 3960440"/>
              <a:gd name="connsiteY20-266" fmla="*/ 0 h 3960000"/>
              <a:gd name="connsiteX21-267" fmla="*/ 3960440 w 3960440"/>
              <a:gd name="connsiteY21-268" fmla="*/ 436907 h 3960000"/>
              <a:gd name="connsiteX22-269" fmla="*/ 3960440 w 3960440"/>
              <a:gd name="connsiteY22-270" fmla="*/ 3523093 h 3960000"/>
              <a:gd name="connsiteX23-271" fmla="*/ 3523533 w 3960440"/>
              <a:gd name="connsiteY23-272" fmla="*/ 3960000 h 3960000"/>
              <a:gd name="connsiteX24-273" fmla="*/ 436907 w 3960440"/>
              <a:gd name="connsiteY24-274" fmla="*/ 3960000 h 3960000"/>
              <a:gd name="connsiteX25-275" fmla="*/ 0 w 3960440"/>
              <a:gd name="connsiteY25-276" fmla="*/ 3523093 h 3960000"/>
              <a:gd name="connsiteX26-277" fmla="*/ 0 w 3960440"/>
              <a:gd name="connsiteY26-278" fmla="*/ 436907 h 3960000"/>
              <a:gd name="connsiteX27-279" fmla="*/ 436907 w 3960440"/>
              <a:gd name="connsiteY27-280" fmla="*/ 0 h 3960000"/>
              <a:gd name="connsiteX0-281" fmla="*/ 1979373 w 3960440"/>
              <a:gd name="connsiteY0-282" fmla="*/ 472350 h 3960000"/>
              <a:gd name="connsiteX1-283" fmla="*/ 813783 w 3960440"/>
              <a:gd name="connsiteY1-284" fmla="*/ 1434034 h 3960000"/>
              <a:gd name="connsiteX2-285" fmla="*/ 1119009 w 3960440"/>
              <a:gd name="connsiteY2-286" fmla="*/ 2222584 h 3960000"/>
              <a:gd name="connsiteX3-287" fmla="*/ 1296382 w 3960440"/>
              <a:gd name="connsiteY3-288" fmla="*/ 1907811 h 3960000"/>
              <a:gd name="connsiteX4-289" fmla="*/ 1182276 w 3960440"/>
              <a:gd name="connsiteY4-290" fmla="*/ 1442314 h 3960000"/>
              <a:gd name="connsiteX5-291" fmla="*/ 2217373 w 3960440"/>
              <a:gd name="connsiteY5-292" fmla="*/ 838586 h 3960000"/>
              <a:gd name="connsiteX6-293" fmla="*/ 2730780 w 3960440"/>
              <a:gd name="connsiteY6-294" fmla="*/ 1554106 h 3960000"/>
              <a:gd name="connsiteX7-295" fmla="*/ 2424394 w 3960440"/>
              <a:gd name="connsiteY7-296" fmla="*/ 2278672 h 3960000"/>
              <a:gd name="connsiteX8-297" fmla="*/ 1910984 w 3960440"/>
              <a:gd name="connsiteY8-298" fmla="*/ 2071653 h 3960000"/>
              <a:gd name="connsiteX9-299" fmla="*/ 2072459 w 3960440"/>
              <a:gd name="connsiteY9-300" fmla="*/ 1512703 h 3960000"/>
              <a:gd name="connsiteX10-301" fmla="*/ 1873721 w 3960440"/>
              <a:gd name="connsiteY10-302" fmla="*/ 1156628 h 3960000"/>
              <a:gd name="connsiteX11-303" fmla="*/ 1525929 w 3960440"/>
              <a:gd name="connsiteY11-304" fmla="*/ 1392629 h 3960000"/>
              <a:gd name="connsiteX12-305" fmla="*/ 1521788 w 3960440"/>
              <a:gd name="connsiteY12-306" fmla="*/ 1897758 h 3960000"/>
              <a:gd name="connsiteX13-307" fmla="*/ 1339611 w 3960440"/>
              <a:gd name="connsiteY13-308" fmla="*/ 3487664 h 3960000"/>
              <a:gd name="connsiteX14-309" fmla="*/ 1803335 w 3960440"/>
              <a:gd name="connsiteY14-310" fmla="*/ 2485692 h 3960000"/>
              <a:gd name="connsiteX15-311" fmla="*/ 2283619 w 3960440"/>
              <a:gd name="connsiteY15-312" fmla="*/ 2688571 h 3960000"/>
              <a:gd name="connsiteX16-313" fmla="*/ 3144820 w 3960440"/>
              <a:gd name="connsiteY16-314" fmla="*/ 1595509 h 3960000"/>
              <a:gd name="connsiteX17-315" fmla="*/ 2134565 w 3960440"/>
              <a:gd name="connsiteY17-316" fmla="*/ 477605 h 3960000"/>
              <a:gd name="connsiteX18-317" fmla="*/ 1979373 w 3960440"/>
              <a:gd name="connsiteY18-318" fmla="*/ 472350 h 3960000"/>
              <a:gd name="connsiteX19-319" fmla="*/ 436907 w 3960440"/>
              <a:gd name="connsiteY19-320" fmla="*/ 0 h 3960000"/>
              <a:gd name="connsiteX20-321" fmla="*/ 3523533 w 3960440"/>
              <a:gd name="connsiteY20-322" fmla="*/ 0 h 3960000"/>
              <a:gd name="connsiteX21-323" fmla="*/ 3960440 w 3960440"/>
              <a:gd name="connsiteY21-324" fmla="*/ 436907 h 3960000"/>
              <a:gd name="connsiteX22-325" fmla="*/ 3960440 w 3960440"/>
              <a:gd name="connsiteY22-326" fmla="*/ 3523093 h 3960000"/>
              <a:gd name="connsiteX23-327" fmla="*/ 3523533 w 3960440"/>
              <a:gd name="connsiteY23-328" fmla="*/ 3960000 h 3960000"/>
              <a:gd name="connsiteX24-329" fmla="*/ 436907 w 3960440"/>
              <a:gd name="connsiteY24-330" fmla="*/ 3960000 h 3960000"/>
              <a:gd name="connsiteX25-331" fmla="*/ 0 w 3960440"/>
              <a:gd name="connsiteY25-332" fmla="*/ 3523093 h 3960000"/>
              <a:gd name="connsiteX26-333" fmla="*/ 0 w 3960440"/>
              <a:gd name="connsiteY26-334" fmla="*/ 436907 h 3960000"/>
              <a:gd name="connsiteX27-335" fmla="*/ 436907 w 3960440"/>
              <a:gd name="connsiteY27-336" fmla="*/ 0 h 3960000"/>
              <a:gd name="connsiteX0-337" fmla="*/ 1979373 w 3960440"/>
              <a:gd name="connsiteY0-338" fmla="*/ 472350 h 3960000"/>
              <a:gd name="connsiteX1-339" fmla="*/ 813783 w 3960440"/>
              <a:gd name="connsiteY1-340" fmla="*/ 1434034 h 3960000"/>
              <a:gd name="connsiteX2-341" fmla="*/ 1119009 w 3960440"/>
              <a:gd name="connsiteY2-342" fmla="*/ 2222584 h 3960000"/>
              <a:gd name="connsiteX3-343" fmla="*/ 1296382 w 3960440"/>
              <a:gd name="connsiteY3-344" fmla="*/ 1907811 h 3960000"/>
              <a:gd name="connsiteX4-345" fmla="*/ 1234998 w 3960440"/>
              <a:gd name="connsiteY4-346" fmla="*/ 1431771 h 3960000"/>
              <a:gd name="connsiteX5-347" fmla="*/ 2217373 w 3960440"/>
              <a:gd name="connsiteY5-348" fmla="*/ 838586 h 3960000"/>
              <a:gd name="connsiteX6-349" fmla="*/ 2730780 w 3960440"/>
              <a:gd name="connsiteY6-350" fmla="*/ 1554106 h 3960000"/>
              <a:gd name="connsiteX7-351" fmla="*/ 2424394 w 3960440"/>
              <a:gd name="connsiteY7-352" fmla="*/ 2278672 h 3960000"/>
              <a:gd name="connsiteX8-353" fmla="*/ 1910984 w 3960440"/>
              <a:gd name="connsiteY8-354" fmla="*/ 2071653 h 3960000"/>
              <a:gd name="connsiteX9-355" fmla="*/ 2072459 w 3960440"/>
              <a:gd name="connsiteY9-356" fmla="*/ 1512703 h 3960000"/>
              <a:gd name="connsiteX10-357" fmla="*/ 1873721 w 3960440"/>
              <a:gd name="connsiteY10-358" fmla="*/ 1156628 h 3960000"/>
              <a:gd name="connsiteX11-359" fmla="*/ 1525929 w 3960440"/>
              <a:gd name="connsiteY11-360" fmla="*/ 1392629 h 3960000"/>
              <a:gd name="connsiteX12-361" fmla="*/ 1521788 w 3960440"/>
              <a:gd name="connsiteY12-362" fmla="*/ 1897758 h 3960000"/>
              <a:gd name="connsiteX13-363" fmla="*/ 1339611 w 3960440"/>
              <a:gd name="connsiteY13-364" fmla="*/ 3487664 h 3960000"/>
              <a:gd name="connsiteX14-365" fmla="*/ 1803335 w 3960440"/>
              <a:gd name="connsiteY14-366" fmla="*/ 2485692 h 3960000"/>
              <a:gd name="connsiteX15-367" fmla="*/ 2283619 w 3960440"/>
              <a:gd name="connsiteY15-368" fmla="*/ 2688571 h 3960000"/>
              <a:gd name="connsiteX16-369" fmla="*/ 3144820 w 3960440"/>
              <a:gd name="connsiteY16-370" fmla="*/ 1595509 h 3960000"/>
              <a:gd name="connsiteX17-371" fmla="*/ 2134565 w 3960440"/>
              <a:gd name="connsiteY17-372" fmla="*/ 477605 h 3960000"/>
              <a:gd name="connsiteX18-373" fmla="*/ 1979373 w 3960440"/>
              <a:gd name="connsiteY18-374" fmla="*/ 472350 h 3960000"/>
              <a:gd name="connsiteX19-375" fmla="*/ 436907 w 3960440"/>
              <a:gd name="connsiteY19-376" fmla="*/ 0 h 3960000"/>
              <a:gd name="connsiteX20-377" fmla="*/ 3523533 w 3960440"/>
              <a:gd name="connsiteY20-378" fmla="*/ 0 h 3960000"/>
              <a:gd name="connsiteX21-379" fmla="*/ 3960440 w 3960440"/>
              <a:gd name="connsiteY21-380" fmla="*/ 436907 h 3960000"/>
              <a:gd name="connsiteX22-381" fmla="*/ 3960440 w 3960440"/>
              <a:gd name="connsiteY22-382" fmla="*/ 3523093 h 3960000"/>
              <a:gd name="connsiteX23-383" fmla="*/ 3523533 w 3960440"/>
              <a:gd name="connsiteY23-384" fmla="*/ 3960000 h 3960000"/>
              <a:gd name="connsiteX24-385" fmla="*/ 436907 w 3960440"/>
              <a:gd name="connsiteY24-386" fmla="*/ 3960000 h 3960000"/>
              <a:gd name="connsiteX25-387" fmla="*/ 0 w 3960440"/>
              <a:gd name="connsiteY25-388" fmla="*/ 3523093 h 3960000"/>
              <a:gd name="connsiteX26-389" fmla="*/ 0 w 3960440"/>
              <a:gd name="connsiteY26-390" fmla="*/ 436907 h 3960000"/>
              <a:gd name="connsiteX27-391" fmla="*/ 436907 w 3960440"/>
              <a:gd name="connsiteY27-392" fmla="*/ 0 h 3960000"/>
              <a:gd name="connsiteX0-393" fmla="*/ 1979373 w 3960440"/>
              <a:gd name="connsiteY0-394" fmla="*/ 472350 h 3960000"/>
              <a:gd name="connsiteX1-395" fmla="*/ 813783 w 3960440"/>
              <a:gd name="connsiteY1-396" fmla="*/ 1434034 h 3960000"/>
              <a:gd name="connsiteX2-397" fmla="*/ 1119009 w 3960440"/>
              <a:gd name="connsiteY2-398" fmla="*/ 2222584 h 3960000"/>
              <a:gd name="connsiteX3-399" fmla="*/ 1296382 w 3960440"/>
              <a:gd name="connsiteY3-400" fmla="*/ 1907811 h 3960000"/>
              <a:gd name="connsiteX4-401" fmla="*/ 1234998 w 3960440"/>
              <a:gd name="connsiteY4-402" fmla="*/ 1431771 h 3960000"/>
              <a:gd name="connsiteX5-403" fmla="*/ 2217373 w 3960440"/>
              <a:gd name="connsiteY5-404" fmla="*/ 838586 h 3960000"/>
              <a:gd name="connsiteX6-405" fmla="*/ 2730780 w 3960440"/>
              <a:gd name="connsiteY6-406" fmla="*/ 1554106 h 3960000"/>
              <a:gd name="connsiteX7-407" fmla="*/ 2424394 w 3960440"/>
              <a:gd name="connsiteY7-408" fmla="*/ 2278672 h 3960000"/>
              <a:gd name="connsiteX8-409" fmla="*/ 1910984 w 3960440"/>
              <a:gd name="connsiteY8-410" fmla="*/ 2071653 h 3960000"/>
              <a:gd name="connsiteX9-411" fmla="*/ 2072459 w 3960440"/>
              <a:gd name="connsiteY9-412" fmla="*/ 1512703 h 3960000"/>
              <a:gd name="connsiteX10-413" fmla="*/ 1915898 w 3960440"/>
              <a:gd name="connsiteY10-414" fmla="*/ 1219889 h 3960000"/>
              <a:gd name="connsiteX11-415" fmla="*/ 1525929 w 3960440"/>
              <a:gd name="connsiteY11-416" fmla="*/ 1392629 h 3960000"/>
              <a:gd name="connsiteX12-417" fmla="*/ 1521788 w 3960440"/>
              <a:gd name="connsiteY12-418" fmla="*/ 1897758 h 3960000"/>
              <a:gd name="connsiteX13-419" fmla="*/ 1339611 w 3960440"/>
              <a:gd name="connsiteY13-420" fmla="*/ 3487664 h 3960000"/>
              <a:gd name="connsiteX14-421" fmla="*/ 1803335 w 3960440"/>
              <a:gd name="connsiteY14-422" fmla="*/ 2485692 h 3960000"/>
              <a:gd name="connsiteX15-423" fmla="*/ 2283619 w 3960440"/>
              <a:gd name="connsiteY15-424" fmla="*/ 2688571 h 3960000"/>
              <a:gd name="connsiteX16-425" fmla="*/ 3144820 w 3960440"/>
              <a:gd name="connsiteY16-426" fmla="*/ 1595509 h 3960000"/>
              <a:gd name="connsiteX17-427" fmla="*/ 2134565 w 3960440"/>
              <a:gd name="connsiteY17-428" fmla="*/ 477605 h 3960000"/>
              <a:gd name="connsiteX18-429" fmla="*/ 1979373 w 3960440"/>
              <a:gd name="connsiteY18-430" fmla="*/ 472350 h 3960000"/>
              <a:gd name="connsiteX19-431" fmla="*/ 436907 w 3960440"/>
              <a:gd name="connsiteY19-432" fmla="*/ 0 h 3960000"/>
              <a:gd name="connsiteX20-433" fmla="*/ 3523533 w 3960440"/>
              <a:gd name="connsiteY20-434" fmla="*/ 0 h 3960000"/>
              <a:gd name="connsiteX21-435" fmla="*/ 3960440 w 3960440"/>
              <a:gd name="connsiteY21-436" fmla="*/ 436907 h 3960000"/>
              <a:gd name="connsiteX22-437" fmla="*/ 3960440 w 3960440"/>
              <a:gd name="connsiteY22-438" fmla="*/ 3523093 h 3960000"/>
              <a:gd name="connsiteX23-439" fmla="*/ 3523533 w 3960440"/>
              <a:gd name="connsiteY23-440" fmla="*/ 3960000 h 3960000"/>
              <a:gd name="connsiteX24-441" fmla="*/ 436907 w 3960440"/>
              <a:gd name="connsiteY24-442" fmla="*/ 3960000 h 3960000"/>
              <a:gd name="connsiteX25-443" fmla="*/ 0 w 3960440"/>
              <a:gd name="connsiteY25-444" fmla="*/ 3523093 h 3960000"/>
              <a:gd name="connsiteX26-445" fmla="*/ 0 w 3960440"/>
              <a:gd name="connsiteY26-446" fmla="*/ 436907 h 3960000"/>
              <a:gd name="connsiteX27-447" fmla="*/ 436907 w 3960440"/>
              <a:gd name="connsiteY27-448" fmla="*/ 0 h 3960000"/>
              <a:gd name="connsiteX0-449" fmla="*/ 1979373 w 3960440"/>
              <a:gd name="connsiteY0-450" fmla="*/ 472350 h 3960000"/>
              <a:gd name="connsiteX1-451" fmla="*/ 813783 w 3960440"/>
              <a:gd name="connsiteY1-452" fmla="*/ 1434034 h 3960000"/>
              <a:gd name="connsiteX2-453" fmla="*/ 1119009 w 3960440"/>
              <a:gd name="connsiteY2-454" fmla="*/ 2222584 h 3960000"/>
              <a:gd name="connsiteX3-455" fmla="*/ 1296382 w 3960440"/>
              <a:gd name="connsiteY3-456" fmla="*/ 1907811 h 3960000"/>
              <a:gd name="connsiteX4-457" fmla="*/ 1234998 w 3960440"/>
              <a:gd name="connsiteY4-458" fmla="*/ 1431771 h 3960000"/>
              <a:gd name="connsiteX5-459" fmla="*/ 2217373 w 3960440"/>
              <a:gd name="connsiteY5-460" fmla="*/ 838586 h 3960000"/>
              <a:gd name="connsiteX6-461" fmla="*/ 2730780 w 3960440"/>
              <a:gd name="connsiteY6-462" fmla="*/ 1554106 h 3960000"/>
              <a:gd name="connsiteX7-463" fmla="*/ 2424394 w 3960440"/>
              <a:gd name="connsiteY7-464" fmla="*/ 2278672 h 3960000"/>
              <a:gd name="connsiteX8-465" fmla="*/ 1910984 w 3960440"/>
              <a:gd name="connsiteY8-466" fmla="*/ 2071653 h 3960000"/>
              <a:gd name="connsiteX9-467" fmla="*/ 2072459 w 3960440"/>
              <a:gd name="connsiteY9-468" fmla="*/ 1512703 h 3960000"/>
              <a:gd name="connsiteX10-469" fmla="*/ 1915898 w 3960440"/>
              <a:gd name="connsiteY10-470" fmla="*/ 1219889 h 3960000"/>
              <a:gd name="connsiteX11-471" fmla="*/ 1589196 w 3960440"/>
              <a:gd name="connsiteY11-472" fmla="*/ 1434803 h 3960000"/>
              <a:gd name="connsiteX12-473" fmla="*/ 1521788 w 3960440"/>
              <a:gd name="connsiteY12-474" fmla="*/ 1897758 h 3960000"/>
              <a:gd name="connsiteX13-475" fmla="*/ 1339611 w 3960440"/>
              <a:gd name="connsiteY13-476" fmla="*/ 3487664 h 3960000"/>
              <a:gd name="connsiteX14-477" fmla="*/ 1803335 w 3960440"/>
              <a:gd name="connsiteY14-478" fmla="*/ 2485692 h 3960000"/>
              <a:gd name="connsiteX15-479" fmla="*/ 2283619 w 3960440"/>
              <a:gd name="connsiteY15-480" fmla="*/ 2688571 h 3960000"/>
              <a:gd name="connsiteX16-481" fmla="*/ 3144820 w 3960440"/>
              <a:gd name="connsiteY16-482" fmla="*/ 1595509 h 3960000"/>
              <a:gd name="connsiteX17-483" fmla="*/ 2134565 w 3960440"/>
              <a:gd name="connsiteY17-484" fmla="*/ 477605 h 3960000"/>
              <a:gd name="connsiteX18-485" fmla="*/ 1979373 w 3960440"/>
              <a:gd name="connsiteY18-486" fmla="*/ 472350 h 3960000"/>
              <a:gd name="connsiteX19-487" fmla="*/ 436907 w 3960440"/>
              <a:gd name="connsiteY19-488" fmla="*/ 0 h 3960000"/>
              <a:gd name="connsiteX20-489" fmla="*/ 3523533 w 3960440"/>
              <a:gd name="connsiteY20-490" fmla="*/ 0 h 3960000"/>
              <a:gd name="connsiteX21-491" fmla="*/ 3960440 w 3960440"/>
              <a:gd name="connsiteY21-492" fmla="*/ 436907 h 3960000"/>
              <a:gd name="connsiteX22-493" fmla="*/ 3960440 w 3960440"/>
              <a:gd name="connsiteY22-494" fmla="*/ 3523093 h 3960000"/>
              <a:gd name="connsiteX23-495" fmla="*/ 3523533 w 3960440"/>
              <a:gd name="connsiteY23-496" fmla="*/ 3960000 h 3960000"/>
              <a:gd name="connsiteX24-497" fmla="*/ 436907 w 3960440"/>
              <a:gd name="connsiteY24-498" fmla="*/ 3960000 h 3960000"/>
              <a:gd name="connsiteX25-499" fmla="*/ 0 w 3960440"/>
              <a:gd name="connsiteY25-500" fmla="*/ 3523093 h 3960000"/>
              <a:gd name="connsiteX26-501" fmla="*/ 0 w 3960440"/>
              <a:gd name="connsiteY26-502" fmla="*/ 436907 h 3960000"/>
              <a:gd name="connsiteX27-503" fmla="*/ 436907 w 3960440"/>
              <a:gd name="connsiteY27-504" fmla="*/ 0 h 3960000"/>
              <a:gd name="connsiteX0-505" fmla="*/ 1979373 w 3960440"/>
              <a:gd name="connsiteY0-506" fmla="*/ 472350 h 3960000"/>
              <a:gd name="connsiteX1-507" fmla="*/ 813783 w 3960440"/>
              <a:gd name="connsiteY1-508" fmla="*/ 1434034 h 3960000"/>
              <a:gd name="connsiteX2-509" fmla="*/ 1119009 w 3960440"/>
              <a:gd name="connsiteY2-510" fmla="*/ 2222584 h 3960000"/>
              <a:gd name="connsiteX3-511" fmla="*/ 1296382 w 3960440"/>
              <a:gd name="connsiteY3-512" fmla="*/ 1907811 h 3960000"/>
              <a:gd name="connsiteX4-513" fmla="*/ 1234998 w 3960440"/>
              <a:gd name="connsiteY4-514" fmla="*/ 1431771 h 3960000"/>
              <a:gd name="connsiteX5-515" fmla="*/ 2217373 w 3960440"/>
              <a:gd name="connsiteY5-516" fmla="*/ 838586 h 3960000"/>
              <a:gd name="connsiteX6-517" fmla="*/ 2730780 w 3960440"/>
              <a:gd name="connsiteY6-518" fmla="*/ 1554106 h 3960000"/>
              <a:gd name="connsiteX7-519" fmla="*/ 2424394 w 3960440"/>
              <a:gd name="connsiteY7-520" fmla="*/ 2278672 h 3960000"/>
              <a:gd name="connsiteX8-521" fmla="*/ 1910984 w 3960440"/>
              <a:gd name="connsiteY8-522" fmla="*/ 2071653 h 3960000"/>
              <a:gd name="connsiteX9-523" fmla="*/ 2072459 w 3960440"/>
              <a:gd name="connsiteY9-524" fmla="*/ 1512703 h 3960000"/>
              <a:gd name="connsiteX10-525" fmla="*/ 1915898 w 3960440"/>
              <a:gd name="connsiteY10-526" fmla="*/ 1219889 h 3960000"/>
              <a:gd name="connsiteX11-527" fmla="*/ 1589196 w 3960440"/>
              <a:gd name="connsiteY11-528" fmla="*/ 1434803 h 3960000"/>
              <a:gd name="connsiteX12-529" fmla="*/ 1574511 w 3960440"/>
              <a:gd name="connsiteY12-530" fmla="*/ 1939931 h 3960000"/>
              <a:gd name="connsiteX13-531" fmla="*/ 1339611 w 3960440"/>
              <a:gd name="connsiteY13-532" fmla="*/ 3487664 h 3960000"/>
              <a:gd name="connsiteX14-533" fmla="*/ 1803335 w 3960440"/>
              <a:gd name="connsiteY14-534" fmla="*/ 2485692 h 3960000"/>
              <a:gd name="connsiteX15-535" fmla="*/ 2283619 w 3960440"/>
              <a:gd name="connsiteY15-536" fmla="*/ 2688571 h 3960000"/>
              <a:gd name="connsiteX16-537" fmla="*/ 3144820 w 3960440"/>
              <a:gd name="connsiteY16-538" fmla="*/ 1595509 h 3960000"/>
              <a:gd name="connsiteX17-539" fmla="*/ 2134565 w 3960440"/>
              <a:gd name="connsiteY17-540" fmla="*/ 477605 h 3960000"/>
              <a:gd name="connsiteX18-541" fmla="*/ 1979373 w 3960440"/>
              <a:gd name="connsiteY18-542" fmla="*/ 472350 h 3960000"/>
              <a:gd name="connsiteX19-543" fmla="*/ 436907 w 3960440"/>
              <a:gd name="connsiteY19-544" fmla="*/ 0 h 3960000"/>
              <a:gd name="connsiteX20-545" fmla="*/ 3523533 w 3960440"/>
              <a:gd name="connsiteY20-546" fmla="*/ 0 h 3960000"/>
              <a:gd name="connsiteX21-547" fmla="*/ 3960440 w 3960440"/>
              <a:gd name="connsiteY21-548" fmla="*/ 436907 h 3960000"/>
              <a:gd name="connsiteX22-549" fmla="*/ 3960440 w 3960440"/>
              <a:gd name="connsiteY22-550" fmla="*/ 3523093 h 3960000"/>
              <a:gd name="connsiteX23-551" fmla="*/ 3523533 w 3960440"/>
              <a:gd name="connsiteY23-552" fmla="*/ 3960000 h 3960000"/>
              <a:gd name="connsiteX24-553" fmla="*/ 436907 w 3960440"/>
              <a:gd name="connsiteY24-554" fmla="*/ 3960000 h 3960000"/>
              <a:gd name="connsiteX25-555" fmla="*/ 0 w 3960440"/>
              <a:gd name="connsiteY25-556" fmla="*/ 3523093 h 3960000"/>
              <a:gd name="connsiteX26-557" fmla="*/ 0 w 3960440"/>
              <a:gd name="connsiteY26-558" fmla="*/ 436907 h 3960000"/>
              <a:gd name="connsiteX27-559" fmla="*/ 436907 w 3960440"/>
              <a:gd name="connsiteY27-560" fmla="*/ 0 h 3960000"/>
              <a:gd name="connsiteX0-561" fmla="*/ 1979373 w 3960440"/>
              <a:gd name="connsiteY0-562" fmla="*/ 472350 h 3960000"/>
              <a:gd name="connsiteX1-563" fmla="*/ 813783 w 3960440"/>
              <a:gd name="connsiteY1-564" fmla="*/ 1434034 h 3960000"/>
              <a:gd name="connsiteX2-565" fmla="*/ 1119009 w 3960440"/>
              <a:gd name="connsiteY2-566" fmla="*/ 2222584 h 3960000"/>
              <a:gd name="connsiteX3-567" fmla="*/ 1296382 w 3960440"/>
              <a:gd name="connsiteY3-568" fmla="*/ 1907811 h 3960000"/>
              <a:gd name="connsiteX4-569" fmla="*/ 1234998 w 3960440"/>
              <a:gd name="connsiteY4-570" fmla="*/ 1431771 h 3960000"/>
              <a:gd name="connsiteX5-571" fmla="*/ 2217373 w 3960440"/>
              <a:gd name="connsiteY5-572" fmla="*/ 838586 h 3960000"/>
              <a:gd name="connsiteX6-573" fmla="*/ 2730780 w 3960440"/>
              <a:gd name="connsiteY6-574" fmla="*/ 1554106 h 3960000"/>
              <a:gd name="connsiteX7-575" fmla="*/ 2424394 w 3960440"/>
              <a:gd name="connsiteY7-576" fmla="*/ 2278672 h 3960000"/>
              <a:gd name="connsiteX8-577" fmla="*/ 1910984 w 3960440"/>
              <a:gd name="connsiteY8-578" fmla="*/ 2071653 h 3960000"/>
              <a:gd name="connsiteX9-579" fmla="*/ 2072459 w 3960440"/>
              <a:gd name="connsiteY9-580" fmla="*/ 1512703 h 3960000"/>
              <a:gd name="connsiteX10-581" fmla="*/ 1915898 w 3960440"/>
              <a:gd name="connsiteY10-582" fmla="*/ 1219889 h 3960000"/>
              <a:gd name="connsiteX11-583" fmla="*/ 1589196 w 3960440"/>
              <a:gd name="connsiteY11-584" fmla="*/ 1434803 h 3960000"/>
              <a:gd name="connsiteX12-585" fmla="*/ 1574511 w 3960440"/>
              <a:gd name="connsiteY12-586" fmla="*/ 1939931 h 3960000"/>
              <a:gd name="connsiteX13-587" fmla="*/ 1339611 w 3960440"/>
              <a:gd name="connsiteY13-588" fmla="*/ 3487664 h 3960000"/>
              <a:gd name="connsiteX14-589" fmla="*/ 1866603 w 3960440"/>
              <a:gd name="connsiteY14-590" fmla="*/ 2506778 h 3960000"/>
              <a:gd name="connsiteX15-591" fmla="*/ 2283619 w 3960440"/>
              <a:gd name="connsiteY15-592" fmla="*/ 2688571 h 3960000"/>
              <a:gd name="connsiteX16-593" fmla="*/ 3144820 w 3960440"/>
              <a:gd name="connsiteY16-594" fmla="*/ 1595509 h 3960000"/>
              <a:gd name="connsiteX17-595" fmla="*/ 2134565 w 3960440"/>
              <a:gd name="connsiteY17-596" fmla="*/ 477605 h 3960000"/>
              <a:gd name="connsiteX18-597" fmla="*/ 1979373 w 3960440"/>
              <a:gd name="connsiteY18-598" fmla="*/ 472350 h 3960000"/>
              <a:gd name="connsiteX19-599" fmla="*/ 436907 w 3960440"/>
              <a:gd name="connsiteY19-600" fmla="*/ 0 h 3960000"/>
              <a:gd name="connsiteX20-601" fmla="*/ 3523533 w 3960440"/>
              <a:gd name="connsiteY20-602" fmla="*/ 0 h 3960000"/>
              <a:gd name="connsiteX21-603" fmla="*/ 3960440 w 3960440"/>
              <a:gd name="connsiteY21-604" fmla="*/ 436907 h 3960000"/>
              <a:gd name="connsiteX22-605" fmla="*/ 3960440 w 3960440"/>
              <a:gd name="connsiteY22-606" fmla="*/ 3523093 h 3960000"/>
              <a:gd name="connsiteX23-607" fmla="*/ 3523533 w 3960440"/>
              <a:gd name="connsiteY23-608" fmla="*/ 3960000 h 3960000"/>
              <a:gd name="connsiteX24-609" fmla="*/ 436907 w 3960440"/>
              <a:gd name="connsiteY24-610" fmla="*/ 3960000 h 3960000"/>
              <a:gd name="connsiteX25-611" fmla="*/ 0 w 3960440"/>
              <a:gd name="connsiteY25-612" fmla="*/ 3523093 h 3960000"/>
              <a:gd name="connsiteX26-613" fmla="*/ 0 w 3960440"/>
              <a:gd name="connsiteY26-614" fmla="*/ 436907 h 3960000"/>
              <a:gd name="connsiteX27-615" fmla="*/ 436907 w 3960440"/>
              <a:gd name="connsiteY27-616" fmla="*/ 0 h 3960000"/>
              <a:gd name="connsiteX0-617" fmla="*/ 1979373 w 3960440"/>
              <a:gd name="connsiteY0-618" fmla="*/ 472350 h 3960000"/>
              <a:gd name="connsiteX1-619" fmla="*/ 813783 w 3960440"/>
              <a:gd name="connsiteY1-620" fmla="*/ 1434034 h 3960000"/>
              <a:gd name="connsiteX2-621" fmla="*/ 1119009 w 3960440"/>
              <a:gd name="connsiteY2-622" fmla="*/ 2222584 h 3960000"/>
              <a:gd name="connsiteX3-623" fmla="*/ 1296382 w 3960440"/>
              <a:gd name="connsiteY3-624" fmla="*/ 1907811 h 3960000"/>
              <a:gd name="connsiteX4-625" fmla="*/ 1234998 w 3960440"/>
              <a:gd name="connsiteY4-626" fmla="*/ 1431771 h 3960000"/>
              <a:gd name="connsiteX5-627" fmla="*/ 2217373 w 3960440"/>
              <a:gd name="connsiteY5-628" fmla="*/ 838586 h 3960000"/>
              <a:gd name="connsiteX6-629" fmla="*/ 2730780 w 3960440"/>
              <a:gd name="connsiteY6-630" fmla="*/ 1554106 h 3960000"/>
              <a:gd name="connsiteX7-631" fmla="*/ 2424394 w 3960440"/>
              <a:gd name="connsiteY7-632" fmla="*/ 2278672 h 3960000"/>
              <a:gd name="connsiteX8-633" fmla="*/ 1995341 w 3960440"/>
              <a:gd name="connsiteY8-634" fmla="*/ 2082197 h 3960000"/>
              <a:gd name="connsiteX9-635" fmla="*/ 2072459 w 3960440"/>
              <a:gd name="connsiteY9-636" fmla="*/ 1512703 h 3960000"/>
              <a:gd name="connsiteX10-637" fmla="*/ 1915898 w 3960440"/>
              <a:gd name="connsiteY10-638" fmla="*/ 1219889 h 3960000"/>
              <a:gd name="connsiteX11-639" fmla="*/ 1589196 w 3960440"/>
              <a:gd name="connsiteY11-640" fmla="*/ 1434803 h 3960000"/>
              <a:gd name="connsiteX12-641" fmla="*/ 1574511 w 3960440"/>
              <a:gd name="connsiteY12-642" fmla="*/ 1939931 h 3960000"/>
              <a:gd name="connsiteX13-643" fmla="*/ 1339611 w 3960440"/>
              <a:gd name="connsiteY13-644" fmla="*/ 3487664 h 3960000"/>
              <a:gd name="connsiteX14-645" fmla="*/ 1866603 w 3960440"/>
              <a:gd name="connsiteY14-646" fmla="*/ 2506778 h 3960000"/>
              <a:gd name="connsiteX15-647" fmla="*/ 2283619 w 3960440"/>
              <a:gd name="connsiteY15-648" fmla="*/ 2688571 h 3960000"/>
              <a:gd name="connsiteX16-649" fmla="*/ 3144820 w 3960440"/>
              <a:gd name="connsiteY16-650" fmla="*/ 1595509 h 3960000"/>
              <a:gd name="connsiteX17-651" fmla="*/ 2134565 w 3960440"/>
              <a:gd name="connsiteY17-652" fmla="*/ 477605 h 3960000"/>
              <a:gd name="connsiteX18-653" fmla="*/ 1979373 w 3960440"/>
              <a:gd name="connsiteY18-654" fmla="*/ 472350 h 3960000"/>
              <a:gd name="connsiteX19-655" fmla="*/ 436907 w 3960440"/>
              <a:gd name="connsiteY19-656" fmla="*/ 0 h 3960000"/>
              <a:gd name="connsiteX20-657" fmla="*/ 3523533 w 3960440"/>
              <a:gd name="connsiteY20-658" fmla="*/ 0 h 3960000"/>
              <a:gd name="connsiteX21-659" fmla="*/ 3960440 w 3960440"/>
              <a:gd name="connsiteY21-660" fmla="*/ 436907 h 3960000"/>
              <a:gd name="connsiteX22-661" fmla="*/ 3960440 w 3960440"/>
              <a:gd name="connsiteY22-662" fmla="*/ 3523093 h 3960000"/>
              <a:gd name="connsiteX23-663" fmla="*/ 3523533 w 3960440"/>
              <a:gd name="connsiteY23-664" fmla="*/ 3960000 h 3960000"/>
              <a:gd name="connsiteX24-665" fmla="*/ 436907 w 3960440"/>
              <a:gd name="connsiteY24-666" fmla="*/ 3960000 h 3960000"/>
              <a:gd name="connsiteX25-667" fmla="*/ 0 w 3960440"/>
              <a:gd name="connsiteY25-668" fmla="*/ 3523093 h 3960000"/>
              <a:gd name="connsiteX26-669" fmla="*/ 0 w 3960440"/>
              <a:gd name="connsiteY26-670" fmla="*/ 436907 h 3960000"/>
              <a:gd name="connsiteX27-671" fmla="*/ 436907 w 3960440"/>
              <a:gd name="connsiteY27-672" fmla="*/ 0 h 3960000"/>
              <a:gd name="connsiteX0-673" fmla="*/ 1979373 w 3960440"/>
              <a:gd name="connsiteY0-674" fmla="*/ 472350 h 3960000"/>
              <a:gd name="connsiteX1-675" fmla="*/ 813783 w 3960440"/>
              <a:gd name="connsiteY1-676" fmla="*/ 1434034 h 3960000"/>
              <a:gd name="connsiteX2-677" fmla="*/ 1119009 w 3960440"/>
              <a:gd name="connsiteY2-678" fmla="*/ 2222584 h 3960000"/>
              <a:gd name="connsiteX3-679" fmla="*/ 1296382 w 3960440"/>
              <a:gd name="connsiteY3-680" fmla="*/ 1907811 h 3960000"/>
              <a:gd name="connsiteX4-681" fmla="*/ 1234998 w 3960440"/>
              <a:gd name="connsiteY4-682" fmla="*/ 1431771 h 3960000"/>
              <a:gd name="connsiteX5-683" fmla="*/ 2217373 w 3960440"/>
              <a:gd name="connsiteY5-684" fmla="*/ 838586 h 3960000"/>
              <a:gd name="connsiteX6-685" fmla="*/ 2730780 w 3960440"/>
              <a:gd name="connsiteY6-686" fmla="*/ 1554106 h 3960000"/>
              <a:gd name="connsiteX7-687" fmla="*/ 2424394 w 3960440"/>
              <a:gd name="connsiteY7-688" fmla="*/ 2278672 h 3960000"/>
              <a:gd name="connsiteX8-689" fmla="*/ 1995341 w 3960440"/>
              <a:gd name="connsiteY8-690" fmla="*/ 2082197 h 3960000"/>
              <a:gd name="connsiteX9-691" fmla="*/ 2135727 w 3960440"/>
              <a:gd name="connsiteY9-692" fmla="*/ 1554876 h 3960000"/>
              <a:gd name="connsiteX10-693" fmla="*/ 1915898 w 3960440"/>
              <a:gd name="connsiteY10-694" fmla="*/ 1219889 h 3960000"/>
              <a:gd name="connsiteX11-695" fmla="*/ 1589196 w 3960440"/>
              <a:gd name="connsiteY11-696" fmla="*/ 1434803 h 3960000"/>
              <a:gd name="connsiteX12-697" fmla="*/ 1574511 w 3960440"/>
              <a:gd name="connsiteY12-698" fmla="*/ 1939931 h 3960000"/>
              <a:gd name="connsiteX13-699" fmla="*/ 1339611 w 3960440"/>
              <a:gd name="connsiteY13-700" fmla="*/ 3487664 h 3960000"/>
              <a:gd name="connsiteX14-701" fmla="*/ 1866603 w 3960440"/>
              <a:gd name="connsiteY14-702" fmla="*/ 2506778 h 3960000"/>
              <a:gd name="connsiteX15-703" fmla="*/ 2283619 w 3960440"/>
              <a:gd name="connsiteY15-704" fmla="*/ 2688571 h 3960000"/>
              <a:gd name="connsiteX16-705" fmla="*/ 3144820 w 3960440"/>
              <a:gd name="connsiteY16-706" fmla="*/ 1595509 h 3960000"/>
              <a:gd name="connsiteX17-707" fmla="*/ 2134565 w 3960440"/>
              <a:gd name="connsiteY17-708" fmla="*/ 477605 h 3960000"/>
              <a:gd name="connsiteX18-709" fmla="*/ 1979373 w 3960440"/>
              <a:gd name="connsiteY18-710" fmla="*/ 472350 h 3960000"/>
              <a:gd name="connsiteX19-711" fmla="*/ 436907 w 3960440"/>
              <a:gd name="connsiteY19-712" fmla="*/ 0 h 3960000"/>
              <a:gd name="connsiteX20-713" fmla="*/ 3523533 w 3960440"/>
              <a:gd name="connsiteY20-714" fmla="*/ 0 h 3960000"/>
              <a:gd name="connsiteX21-715" fmla="*/ 3960440 w 3960440"/>
              <a:gd name="connsiteY21-716" fmla="*/ 436907 h 3960000"/>
              <a:gd name="connsiteX22-717" fmla="*/ 3960440 w 3960440"/>
              <a:gd name="connsiteY22-718" fmla="*/ 3523093 h 3960000"/>
              <a:gd name="connsiteX23-719" fmla="*/ 3523533 w 3960440"/>
              <a:gd name="connsiteY23-720" fmla="*/ 3960000 h 3960000"/>
              <a:gd name="connsiteX24-721" fmla="*/ 436907 w 3960440"/>
              <a:gd name="connsiteY24-722" fmla="*/ 3960000 h 3960000"/>
              <a:gd name="connsiteX25-723" fmla="*/ 0 w 3960440"/>
              <a:gd name="connsiteY25-724" fmla="*/ 3523093 h 3960000"/>
              <a:gd name="connsiteX26-725" fmla="*/ 0 w 3960440"/>
              <a:gd name="connsiteY26-726" fmla="*/ 436907 h 3960000"/>
              <a:gd name="connsiteX27-727" fmla="*/ 436907 w 3960440"/>
              <a:gd name="connsiteY27-728" fmla="*/ 0 h 3960000"/>
              <a:gd name="connsiteX0-729" fmla="*/ 1979373 w 3960440"/>
              <a:gd name="connsiteY0-730" fmla="*/ 472350 h 3960000"/>
              <a:gd name="connsiteX1-731" fmla="*/ 813783 w 3960440"/>
              <a:gd name="connsiteY1-732" fmla="*/ 1434034 h 3960000"/>
              <a:gd name="connsiteX2-733" fmla="*/ 1119009 w 3960440"/>
              <a:gd name="connsiteY2-734" fmla="*/ 2222584 h 3960000"/>
              <a:gd name="connsiteX3-735" fmla="*/ 1296382 w 3960440"/>
              <a:gd name="connsiteY3-736" fmla="*/ 1907811 h 3960000"/>
              <a:gd name="connsiteX4-737" fmla="*/ 1234998 w 3960440"/>
              <a:gd name="connsiteY4-738" fmla="*/ 1431771 h 3960000"/>
              <a:gd name="connsiteX5-739" fmla="*/ 2217373 w 3960440"/>
              <a:gd name="connsiteY5-740" fmla="*/ 891303 h 3960000"/>
              <a:gd name="connsiteX6-741" fmla="*/ 2730780 w 3960440"/>
              <a:gd name="connsiteY6-742" fmla="*/ 1554106 h 3960000"/>
              <a:gd name="connsiteX7-743" fmla="*/ 2424394 w 3960440"/>
              <a:gd name="connsiteY7-744" fmla="*/ 2278672 h 3960000"/>
              <a:gd name="connsiteX8-745" fmla="*/ 1995341 w 3960440"/>
              <a:gd name="connsiteY8-746" fmla="*/ 2082197 h 3960000"/>
              <a:gd name="connsiteX9-747" fmla="*/ 2135727 w 3960440"/>
              <a:gd name="connsiteY9-748" fmla="*/ 1554876 h 3960000"/>
              <a:gd name="connsiteX10-749" fmla="*/ 1915898 w 3960440"/>
              <a:gd name="connsiteY10-750" fmla="*/ 1219889 h 3960000"/>
              <a:gd name="connsiteX11-751" fmla="*/ 1589196 w 3960440"/>
              <a:gd name="connsiteY11-752" fmla="*/ 1434803 h 3960000"/>
              <a:gd name="connsiteX12-753" fmla="*/ 1574511 w 3960440"/>
              <a:gd name="connsiteY12-754" fmla="*/ 1939931 h 3960000"/>
              <a:gd name="connsiteX13-755" fmla="*/ 1339611 w 3960440"/>
              <a:gd name="connsiteY13-756" fmla="*/ 3487664 h 3960000"/>
              <a:gd name="connsiteX14-757" fmla="*/ 1866603 w 3960440"/>
              <a:gd name="connsiteY14-758" fmla="*/ 2506778 h 3960000"/>
              <a:gd name="connsiteX15-759" fmla="*/ 2283619 w 3960440"/>
              <a:gd name="connsiteY15-760" fmla="*/ 2688571 h 3960000"/>
              <a:gd name="connsiteX16-761" fmla="*/ 3144820 w 3960440"/>
              <a:gd name="connsiteY16-762" fmla="*/ 1595509 h 3960000"/>
              <a:gd name="connsiteX17-763" fmla="*/ 2134565 w 3960440"/>
              <a:gd name="connsiteY17-764" fmla="*/ 477605 h 3960000"/>
              <a:gd name="connsiteX18-765" fmla="*/ 1979373 w 3960440"/>
              <a:gd name="connsiteY18-766" fmla="*/ 472350 h 3960000"/>
              <a:gd name="connsiteX19-767" fmla="*/ 436907 w 3960440"/>
              <a:gd name="connsiteY19-768" fmla="*/ 0 h 3960000"/>
              <a:gd name="connsiteX20-769" fmla="*/ 3523533 w 3960440"/>
              <a:gd name="connsiteY20-770" fmla="*/ 0 h 3960000"/>
              <a:gd name="connsiteX21-771" fmla="*/ 3960440 w 3960440"/>
              <a:gd name="connsiteY21-772" fmla="*/ 436907 h 3960000"/>
              <a:gd name="connsiteX22-773" fmla="*/ 3960440 w 3960440"/>
              <a:gd name="connsiteY22-774" fmla="*/ 3523093 h 3960000"/>
              <a:gd name="connsiteX23-775" fmla="*/ 3523533 w 3960440"/>
              <a:gd name="connsiteY23-776" fmla="*/ 3960000 h 3960000"/>
              <a:gd name="connsiteX24-777" fmla="*/ 436907 w 3960440"/>
              <a:gd name="connsiteY24-778" fmla="*/ 3960000 h 3960000"/>
              <a:gd name="connsiteX25-779" fmla="*/ 0 w 3960440"/>
              <a:gd name="connsiteY25-780" fmla="*/ 3523093 h 3960000"/>
              <a:gd name="connsiteX26-781" fmla="*/ 0 w 3960440"/>
              <a:gd name="connsiteY26-782" fmla="*/ 436907 h 3960000"/>
              <a:gd name="connsiteX27-783" fmla="*/ 436907 w 3960440"/>
              <a:gd name="connsiteY27-784" fmla="*/ 0 h 3960000"/>
              <a:gd name="connsiteX0-785" fmla="*/ 1979373 w 3960440"/>
              <a:gd name="connsiteY0-786" fmla="*/ 472350 h 3960000"/>
              <a:gd name="connsiteX1-787" fmla="*/ 813783 w 3960440"/>
              <a:gd name="connsiteY1-788" fmla="*/ 1434034 h 3960000"/>
              <a:gd name="connsiteX2-789" fmla="*/ 1119009 w 3960440"/>
              <a:gd name="connsiteY2-790" fmla="*/ 2222584 h 3960000"/>
              <a:gd name="connsiteX3-791" fmla="*/ 1296382 w 3960440"/>
              <a:gd name="connsiteY3-792" fmla="*/ 1907811 h 3960000"/>
              <a:gd name="connsiteX4-793" fmla="*/ 1234998 w 3960440"/>
              <a:gd name="connsiteY4-794" fmla="*/ 1431771 h 3960000"/>
              <a:gd name="connsiteX5-795" fmla="*/ 2217373 w 3960440"/>
              <a:gd name="connsiteY5-796" fmla="*/ 891303 h 3960000"/>
              <a:gd name="connsiteX6-797" fmla="*/ 2783502 w 3960440"/>
              <a:gd name="connsiteY6-798" fmla="*/ 1606823 h 3960000"/>
              <a:gd name="connsiteX7-799" fmla="*/ 2424394 w 3960440"/>
              <a:gd name="connsiteY7-800" fmla="*/ 2278672 h 3960000"/>
              <a:gd name="connsiteX8-801" fmla="*/ 1995341 w 3960440"/>
              <a:gd name="connsiteY8-802" fmla="*/ 2082197 h 3960000"/>
              <a:gd name="connsiteX9-803" fmla="*/ 2135727 w 3960440"/>
              <a:gd name="connsiteY9-804" fmla="*/ 1554876 h 3960000"/>
              <a:gd name="connsiteX10-805" fmla="*/ 1915898 w 3960440"/>
              <a:gd name="connsiteY10-806" fmla="*/ 1219889 h 3960000"/>
              <a:gd name="connsiteX11-807" fmla="*/ 1589196 w 3960440"/>
              <a:gd name="connsiteY11-808" fmla="*/ 1434803 h 3960000"/>
              <a:gd name="connsiteX12-809" fmla="*/ 1574511 w 3960440"/>
              <a:gd name="connsiteY12-810" fmla="*/ 1939931 h 3960000"/>
              <a:gd name="connsiteX13-811" fmla="*/ 1339611 w 3960440"/>
              <a:gd name="connsiteY13-812" fmla="*/ 3487664 h 3960000"/>
              <a:gd name="connsiteX14-813" fmla="*/ 1866603 w 3960440"/>
              <a:gd name="connsiteY14-814" fmla="*/ 2506778 h 3960000"/>
              <a:gd name="connsiteX15-815" fmla="*/ 2283619 w 3960440"/>
              <a:gd name="connsiteY15-816" fmla="*/ 2688571 h 3960000"/>
              <a:gd name="connsiteX16-817" fmla="*/ 3144820 w 3960440"/>
              <a:gd name="connsiteY16-818" fmla="*/ 1595509 h 3960000"/>
              <a:gd name="connsiteX17-819" fmla="*/ 2134565 w 3960440"/>
              <a:gd name="connsiteY17-820" fmla="*/ 477605 h 3960000"/>
              <a:gd name="connsiteX18-821" fmla="*/ 1979373 w 3960440"/>
              <a:gd name="connsiteY18-822" fmla="*/ 472350 h 3960000"/>
              <a:gd name="connsiteX19-823" fmla="*/ 436907 w 3960440"/>
              <a:gd name="connsiteY19-824" fmla="*/ 0 h 3960000"/>
              <a:gd name="connsiteX20-825" fmla="*/ 3523533 w 3960440"/>
              <a:gd name="connsiteY20-826" fmla="*/ 0 h 3960000"/>
              <a:gd name="connsiteX21-827" fmla="*/ 3960440 w 3960440"/>
              <a:gd name="connsiteY21-828" fmla="*/ 436907 h 3960000"/>
              <a:gd name="connsiteX22-829" fmla="*/ 3960440 w 3960440"/>
              <a:gd name="connsiteY22-830" fmla="*/ 3523093 h 3960000"/>
              <a:gd name="connsiteX23-831" fmla="*/ 3523533 w 3960440"/>
              <a:gd name="connsiteY23-832" fmla="*/ 3960000 h 3960000"/>
              <a:gd name="connsiteX24-833" fmla="*/ 436907 w 3960440"/>
              <a:gd name="connsiteY24-834" fmla="*/ 3960000 h 3960000"/>
              <a:gd name="connsiteX25-835" fmla="*/ 0 w 3960440"/>
              <a:gd name="connsiteY25-836" fmla="*/ 3523093 h 3960000"/>
              <a:gd name="connsiteX26-837" fmla="*/ 0 w 3960440"/>
              <a:gd name="connsiteY26-838" fmla="*/ 436907 h 3960000"/>
              <a:gd name="connsiteX27-839" fmla="*/ 436907 w 3960440"/>
              <a:gd name="connsiteY27-840" fmla="*/ 0 h 3960000"/>
              <a:gd name="connsiteX0-841" fmla="*/ 1979373 w 3960440"/>
              <a:gd name="connsiteY0-842" fmla="*/ 472350 h 3960000"/>
              <a:gd name="connsiteX1-843" fmla="*/ 813783 w 3960440"/>
              <a:gd name="connsiteY1-844" fmla="*/ 1434034 h 3960000"/>
              <a:gd name="connsiteX2-845" fmla="*/ 1119009 w 3960440"/>
              <a:gd name="connsiteY2-846" fmla="*/ 2222584 h 3960000"/>
              <a:gd name="connsiteX3-847" fmla="*/ 1296382 w 3960440"/>
              <a:gd name="connsiteY3-848" fmla="*/ 1907811 h 3960000"/>
              <a:gd name="connsiteX4-849" fmla="*/ 1234998 w 3960440"/>
              <a:gd name="connsiteY4-850" fmla="*/ 1431771 h 3960000"/>
              <a:gd name="connsiteX5-851" fmla="*/ 2217373 w 3960440"/>
              <a:gd name="connsiteY5-852" fmla="*/ 891303 h 3960000"/>
              <a:gd name="connsiteX6-853" fmla="*/ 2783502 w 3960440"/>
              <a:gd name="connsiteY6-854" fmla="*/ 1606823 h 3960000"/>
              <a:gd name="connsiteX7-855" fmla="*/ 2456028 w 3960440"/>
              <a:gd name="connsiteY7-856" fmla="*/ 2225955 h 3960000"/>
              <a:gd name="connsiteX8-857" fmla="*/ 1995341 w 3960440"/>
              <a:gd name="connsiteY8-858" fmla="*/ 2082197 h 3960000"/>
              <a:gd name="connsiteX9-859" fmla="*/ 2135727 w 3960440"/>
              <a:gd name="connsiteY9-860" fmla="*/ 1554876 h 3960000"/>
              <a:gd name="connsiteX10-861" fmla="*/ 1915898 w 3960440"/>
              <a:gd name="connsiteY10-862" fmla="*/ 1219889 h 3960000"/>
              <a:gd name="connsiteX11-863" fmla="*/ 1589196 w 3960440"/>
              <a:gd name="connsiteY11-864" fmla="*/ 1434803 h 3960000"/>
              <a:gd name="connsiteX12-865" fmla="*/ 1574511 w 3960440"/>
              <a:gd name="connsiteY12-866" fmla="*/ 1939931 h 3960000"/>
              <a:gd name="connsiteX13-867" fmla="*/ 1339611 w 3960440"/>
              <a:gd name="connsiteY13-868" fmla="*/ 3487664 h 3960000"/>
              <a:gd name="connsiteX14-869" fmla="*/ 1866603 w 3960440"/>
              <a:gd name="connsiteY14-870" fmla="*/ 2506778 h 3960000"/>
              <a:gd name="connsiteX15-871" fmla="*/ 2283619 w 3960440"/>
              <a:gd name="connsiteY15-872" fmla="*/ 2688571 h 3960000"/>
              <a:gd name="connsiteX16-873" fmla="*/ 3144820 w 3960440"/>
              <a:gd name="connsiteY16-874" fmla="*/ 1595509 h 3960000"/>
              <a:gd name="connsiteX17-875" fmla="*/ 2134565 w 3960440"/>
              <a:gd name="connsiteY17-876" fmla="*/ 477605 h 3960000"/>
              <a:gd name="connsiteX18-877" fmla="*/ 1979373 w 3960440"/>
              <a:gd name="connsiteY18-878" fmla="*/ 472350 h 3960000"/>
              <a:gd name="connsiteX19-879" fmla="*/ 436907 w 3960440"/>
              <a:gd name="connsiteY19-880" fmla="*/ 0 h 3960000"/>
              <a:gd name="connsiteX20-881" fmla="*/ 3523533 w 3960440"/>
              <a:gd name="connsiteY20-882" fmla="*/ 0 h 3960000"/>
              <a:gd name="connsiteX21-883" fmla="*/ 3960440 w 3960440"/>
              <a:gd name="connsiteY21-884" fmla="*/ 436907 h 3960000"/>
              <a:gd name="connsiteX22-885" fmla="*/ 3960440 w 3960440"/>
              <a:gd name="connsiteY22-886" fmla="*/ 3523093 h 3960000"/>
              <a:gd name="connsiteX23-887" fmla="*/ 3523533 w 3960440"/>
              <a:gd name="connsiteY23-888" fmla="*/ 3960000 h 3960000"/>
              <a:gd name="connsiteX24-889" fmla="*/ 436907 w 3960440"/>
              <a:gd name="connsiteY24-890" fmla="*/ 3960000 h 3960000"/>
              <a:gd name="connsiteX25-891" fmla="*/ 0 w 3960440"/>
              <a:gd name="connsiteY25-892" fmla="*/ 3523093 h 3960000"/>
              <a:gd name="connsiteX26-893" fmla="*/ 0 w 3960440"/>
              <a:gd name="connsiteY26-894" fmla="*/ 436907 h 3960000"/>
              <a:gd name="connsiteX27-895" fmla="*/ 436907 w 3960440"/>
              <a:gd name="connsiteY27-896" fmla="*/ 0 h 3960000"/>
              <a:gd name="connsiteX0-897" fmla="*/ 1979373 w 3960440"/>
              <a:gd name="connsiteY0-898" fmla="*/ 472350 h 3960000"/>
              <a:gd name="connsiteX1-899" fmla="*/ 813783 w 3960440"/>
              <a:gd name="connsiteY1-900" fmla="*/ 1434034 h 3960000"/>
              <a:gd name="connsiteX2-901" fmla="*/ 1119009 w 3960440"/>
              <a:gd name="connsiteY2-902" fmla="*/ 2222584 h 3960000"/>
              <a:gd name="connsiteX3-903" fmla="*/ 1296382 w 3960440"/>
              <a:gd name="connsiteY3-904" fmla="*/ 1907811 h 3960000"/>
              <a:gd name="connsiteX4-905" fmla="*/ 1234998 w 3960440"/>
              <a:gd name="connsiteY4-906" fmla="*/ 1431771 h 3960000"/>
              <a:gd name="connsiteX5-907" fmla="*/ 2217373 w 3960440"/>
              <a:gd name="connsiteY5-908" fmla="*/ 891303 h 3960000"/>
              <a:gd name="connsiteX6-909" fmla="*/ 2783502 w 3960440"/>
              <a:gd name="connsiteY6-910" fmla="*/ 1606823 h 3960000"/>
              <a:gd name="connsiteX7-911" fmla="*/ 2456028 w 3960440"/>
              <a:gd name="connsiteY7-912" fmla="*/ 2225955 h 3960000"/>
              <a:gd name="connsiteX8-913" fmla="*/ 2026974 w 3960440"/>
              <a:gd name="connsiteY8-914" fmla="*/ 2018938 h 3960000"/>
              <a:gd name="connsiteX9-915" fmla="*/ 2135727 w 3960440"/>
              <a:gd name="connsiteY9-916" fmla="*/ 1554876 h 3960000"/>
              <a:gd name="connsiteX10-917" fmla="*/ 1915898 w 3960440"/>
              <a:gd name="connsiteY10-918" fmla="*/ 1219889 h 3960000"/>
              <a:gd name="connsiteX11-919" fmla="*/ 1589196 w 3960440"/>
              <a:gd name="connsiteY11-920" fmla="*/ 1434803 h 3960000"/>
              <a:gd name="connsiteX12-921" fmla="*/ 1574511 w 3960440"/>
              <a:gd name="connsiteY12-922" fmla="*/ 1939931 h 3960000"/>
              <a:gd name="connsiteX13-923" fmla="*/ 1339611 w 3960440"/>
              <a:gd name="connsiteY13-924" fmla="*/ 3487664 h 3960000"/>
              <a:gd name="connsiteX14-925" fmla="*/ 1866603 w 3960440"/>
              <a:gd name="connsiteY14-926" fmla="*/ 2506778 h 3960000"/>
              <a:gd name="connsiteX15-927" fmla="*/ 2283619 w 3960440"/>
              <a:gd name="connsiteY15-928" fmla="*/ 2688571 h 3960000"/>
              <a:gd name="connsiteX16-929" fmla="*/ 3144820 w 3960440"/>
              <a:gd name="connsiteY16-930" fmla="*/ 1595509 h 3960000"/>
              <a:gd name="connsiteX17-931" fmla="*/ 2134565 w 3960440"/>
              <a:gd name="connsiteY17-932" fmla="*/ 477605 h 3960000"/>
              <a:gd name="connsiteX18-933" fmla="*/ 1979373 w 3960440"/>
              <a:gd name="connsiteY18-934" fmla="*/ 472350 h 3960000"/>
              <a:gd name="connsiteX19-935" fmla="*/ 436907 w 3960440"/>
              <a:gd name="connsiteY19-936" fmla="*/ 0 h 3960000"/>
              <a:gd name="connsiteX20-937" fmla="*/ 3523533 w 3960440"/>
              <a:gd name="connsiteY20-938" fmla="*/ 0 h 3960000"/>
              <a:gd name="connsiteX21-939" fmla="*/ 3960440 w 3960440"/>
              <a:gd name="connsiteY21-940" fmla="*/ 436907 h 3960000"/>
              <a:gd name="connsiteX22-941" fmla="*/ 3960440 w 3960440"/>
              <a:gd name="connsiteY22-942" fmla="*/ 3523093 h 3960000"/>
              <a:gd name="connsiteX23-943" fmla="*/ 3523533 w 3960440"/>
              <a:gd name="connsiteY23-944" fmla="*/ 3960000 h 3960000"/>
              <a:gd name="connsiteX24-945" fmla="*/ 436907 w 3960440"/>
              <a:gd name="connsiteY24-946" fmla="*/ 3960000 h 3960000"/>
              <a:gd name="connsiteX25-947" fmla="*/ 0 w 3960440"/>
              <a:gd name="connsiteY25-948" fmla="*/ 3523093 h 3960000"/>
              <a:gd name="connsiteX26-949" fmla="*/ 0 w 3960440"/>
              <a:gd name="connsiteY26-950" fmla="*/ 436907 h 3960000"/>
              <a:gd name="connsiteX27-951" fmla="*/ 436907 w 3960440"/>
              <a:gd name="connsiteY27-952" fmla="*/ 0 h 3960000"/>
              <a:gd name="connsiteX0-953" fmla="*/ 1979373 w 3960440"/>
              <a:gd name="connsiteY0-954" fmla="*/ 472350 h 3960000"/>
              <a:gd name="connsiteX1-955" fmla="*/ 813783 w 3960440"/>
              <a:gd name="connsiteY1-956" fmla="*/ 1434034 h 3960000"/>
              <a:gd name="connsiteX2-957" fmla="*/ 1119009 w 3960440"/>
              <a:gd name="connsiteY2-958" fmla="*/ 2222584 h 3960000"/>
              <a:gd name="connsiteX3-959" fmla="*/ 1296382 w 3960440"/>
              <a:gd name="connsiteY3-960" fmla="*/ 1907811 h 3960000"/>
              <a:gd name="connsiteX4-961" fmla="*/ 1234998 w 3960440"/>
              <a:gd name="connsiteY4-962" fmla="*/ 1431771 h 3960000"/>
              <a:gd name="connsiteX5-963" fmla="*/ 2217373 w 3960440"/>
              <a:gd name="connsiteY5-964" fmla="*/ 891303 h 3960000"/>
              <a:gd name="connsiteX6-965" fmla="*/ 2783502 w 3960440"/>
              <a:gd name="connsiteY6-966" fmla="*/ 1606823 h 3960000"/>
              <a:gd name="connsiteX7-967" fmla="*/ 2456028 w 3960440"/>
              <a:gd name="connsiteY7-968" fmla="*/ 2225955 h 3960000"/>
              <a:gd name="connsiteX8-969" fmla="*/ 2026974 w 3960440"/>
              <a:gd name="connsiteY8-970" fmla="*/ 2018938 h 3960000"/>
              <a:gd name="connsiteX9-971" fmla="*/ 2135727 w 3960440"/>
              <a:gd name="connsiteY9-972" fmla="*/ 1554876 h 3960000"/>
              <a:gd name="connsiteX10-973" fmla="*/ 1915898 w 3960440"/>
              <a:gd name="connsiteY10-974" fmla="*/ 1219889 h 3960000"/>
              <a:gd name="connsiteX11-975" fmla="*/ 1589196 w 3960440"/>
              <a:gd name="connsiteY11-976" fmla="*/ 1434803 h 3960000"/>
              <a:gd name="connsiteX12-977" fmla="*/ 1574511 w 3960440"/>
              <a:gd name="connsiteY12-978" fmla="*/ 1939931 h 3960000"/>
              <a:gd name="connsiteX13-979" fmla="*/ 1339611 w 3960440"/>
              <a:gd name="connsiteY13-980" fmla="*/ 3487664 h 3960000"/>
              <a:gd name="connsiteX14-981" fmla="*/ 1887692 w 3960440"/>
              <a:gd name="connsiteY14-982" fmla="*/ 2422431 h 3960000"/>
              <a:gd name="connsiteX15-983" fmla="*/ 2283619 w 3960440"/>
              <a:gd name="connsiteY15-984" fmla="*/ 2688571 h 3960000"/>
              <a:gd name="connsiteX16-985" fmla="*/ 3144820 w 3960440"/>
              <a:gd name="connsiteY16-986" fmla="*/ 1595509 h 3960000"/>
              <a:gd name="connsiteX17-987" fmla="*/ 2134565 w 3960440"/>
              <a:gd name="connsiteY17-988" fmla="*/ 477605 h 3960000"/>
              <a:gd name="connsiteX18-989" fmla="*/ 1979373 w 3960440"/>
              <a:gd name="connsiteY18-990" fmla="*/ 472350 h 3960000"/>
              <a:gd name="connsiteX19-991" fmla="*/ 436907 w 3960440"/>
              <a:gd name="connsiteY19-992" fmla="*/ 0 h 3960000"/>
              <a:gd name="connsiteX20-993" fmla="*/ 3523533 w 3960440"/>
              <a:gd name="connsiteY20-994" fmla="*/ 0 h 3960000"/>
              <a:gd name="connsiteX21-995" fmla="*/ 3960440 w 3960440"/>
              <a:gd name="connsiteY21-996" fmla="*/ 436907 h 3960000"/>
              <a:gd name="connsiteX22-997" fmla="*/ 3960440 w 3960440"/>
              <a:gd name="connsiteY22-998" fmla="*/ 3523093 h 3960000"/>
              <a:gd name="connsiteX23-999" fmla="*/ 3523533 w 3960440"/>
              <a:gd name="connsiteY23-1000" fmla="*/ 3960000 h 3960000"/>
              <a:gd name="connsiteX24-1001" fmla="*/ 436907 w 3960440"/>
              <a:gd name="connsiteY24-1002" fmla="*/ 3960000 h 3960000"/>
              <a:gd name="connsiteX25-1003" fmla="*/ 0 w 3960440"/>
              <a:gd name="connsiteY25-1004" fmla="*/ 3523093 h 3960000"/>
              <a:gd name="connsiteX26-1005" fmla="*/ 0 w 3960440"/>
              <a:gd name="connsiteY26-1006" fmla="*/ 436907 h 3960000"/>
              <a:gd name="connsiteX27-1007" fmla="*/ 436907 w 3960440"/>
              <a:gd name="connsiteY27-1008" fmla="*/ 0 h 3960000"/>
              <a:gd name="connsiteX0-1009" fmla="*/ 1979373 w 3960440"/>
              <a:gd name="connsiteY0-1010" fmla="*/ 472350 h 3960000"/>
              <a:gd name="connsiteX1-1011" fmla="*/ 813783 w 3960440"/>
              <a:gd name="connsiteY1-1012" fmla="*/ 1434034 h 3960000"/>
              <a:gd name="connsiteX2-1013" fmla="*/ 1119009 w 3960440"/>
              <a:gd name="connsiteY2-1014" fmla="*/ 2222584 h 3960000"/>
              <a:gd name="connsiteX3-1015" fmla="*/ 1296382 w 3960440"/>
              <a:gd name="connsiteY3-1016" fmla="*/ 1907811 h 3960000"/>
              <a:gd name="connsiteX4-1017" fmla="*/ 1234998 w 3960440"/>
              <a:gd name="connsiteY4-1018" fmla="*/ 1431771 h 3960000"/>
              <a:gd name="connsiteX5-1019" fmla="*/ 2217373 w 3960440"/>
              <a:gd name="connsiteY5-1020" fmla="*/ 891303 h 3960000"/>
              <a:gd name="connsiteX6-1021" fmla="*/ 2783502 w 3960440"/>
              <a:gd name="connsiteY6-1022" fmla="*/ 1606823 h 3960000"/>
              <a:gd name="connsiteX7-1023" fmla="*/ 2456028 w 3960440"/>
              <a:gd name="connsiteY7-1024" fmla="*/ 2225955 h 3960000"/>
              <a:gd name="connsiteX8-1025" fmla="*/ 2026974 w 3960440"/>
              <a:gd name="connsiteY8-1026" fmla="*/ 2018938 h 3960000"/>
              <a:gd name="connsiteX9-1027" fmla="*/ 2135727 w 3960440"/>
              <a:gd name="connsiteY9-1028" fmla="*/ 1554876 h 3960000"/>
              <a:gd name="connsiteX10-1029" fmla="*/ 1915898 w 3960440"/>
              <a:gd name="connsiteY10-1030" fmla="*/ 1219889 h 3960000"/>
              <a:gd name="connsiteX11-1031" fmla="*/ 1589196 w 3960440"/>
              <a:gd name="connsiteY11-1032" fmla="*/ 1434803 h 3960000"/>
              <a:gd name="connsiteX12-1033" fmla="*/ 1574511 w 3960440"/>
              <a:gd name="connsiteY12-1034" fmla="*/ 1939931 h 3960000"/>
              <a:gd name="connsiteX13-1035" fmla="*/ 1339611 w 3960440"/>
              <a:gd name="connsiteY13-1036" fmla="*/ 3487664 h 3960000"/>
              <a:gd name="connsiteX14-1037" fmla="*/ 1887692 w 3960440"/>
              <a:gd name="connsiteY14-1038" fmla="*/ 2422431 h 3960000"/>
              <a:gd name="connsiteX15-1039" fmla="*/ 2336342 w 3960440"/>
              <a:gd name="connsiteY15-1040" fmla="*/ 2720202 h 3960000"/>
              <a:gd name="connsiteX16-1041" fmla="*/ 3144820 w 3960440"/>
              <a:gd name="connsiteY16-1042" fmla="*/ 1595509 h 3960000"/>
              <a:gd name="connsiteX17-1043" fmla="*/ 2134565 w 3960440"/>
              <a:gd name="connsiteY17-1044" fmla="*/ 477605 h 3960000"/>
              <a:gd name="connsiteX18-1045" fmla="*/ 1979373 w 3960440"/>
              <a:gd name="connsiteY18-1046" fmla="*/ 472350 h 3960000"/>
              <a:gd name="connsiteX19-1047" fmla="*/ 436907 w 3960440"/>
              <a:gd name="connsiteY19-1048" fmla="*/ 0 h 3960000"/>
              <a:gd name="connsiteX20-1049" fmla="*/ 3523533 w 3960440"/>
              <a:gd name="connsiteY20-1050" fmla="*/ 0 h 3960000"/>
              <a:gd name="connsiteX21-1051" fmla="*/ 3960440 w 3960440"/>
              <a:gd name="connsiteY21-1052" fmla="*/ 436907 h 3960000"/>
              <a:gd name="connsiteX22-1053" fmla="*/ 3960440 w 3960440"/>
              <a:gd name="connsiteY22-1054" fmla="*/ 3523093 h 3960000"/>
              <a:gd name="connsiteX23-1055" fmla="*/ 3523533 w 3960440"/>
              <a:gd name="connsiteY23-1056" fmla="*/ 3960000 h 3960000"/>
              <a:gd name="connsiteX24-1057" fmla="*/ 436907 w 3960440"/>
              <a:gd name="connsiteY24-1058" fmla="*/ 3960000 h 3960000"/>
              <a:gd name="connsiteX25-1059" fmla="*/ 0 w 3960440"/>
              <a:gd name="connsiteY25-1060" fmla="*/ 3523093 h 3960000"/>
              <a:gd name="connsiteX26-1061" fmla="*/ 0 w 3960440"/>
              <a:gd name="connsiteY26-1062" fmla="*/ 436907 h 3960000"/>
              <a:gd name="connsiteX27-1063" fmla="*/ 436907 w 3960440"/>
              <a:gd name="connsiteY27-1064" fmla="*/ 0 h 3960000"/>
              <a:gd name="connsiteX0-1065" fmla="*/ 1979373 w 3960440"/>
              <a:gd name="connsiteY0-1066" fmla="*/ 472350 h 3960000"/>
              <a:gd name="connsiteX1-1067" fmla="*/ 813783 w 3960440"/>
              <a:gd name="connsiteY1-1068" fmla="*/ 1434034 h 3960000"/>
              <a:gd name="connsiteX2-1069" fmla="*/ 1119009 w 3960440"/>
              <a:gd name="connsiteY2-1070" fmla="*/ 2222584 h 3960000"/>
              <a:gd name="connsiteX3-1071" fmla="*/ 1296382 w 3960440"/>
              <a:gd name="connsiteY3-1072" fmla="*/ 1907811 h 3960000"/>
              <a:gd name="connsiteX4-1073" fmla="*/ 1234998 w 3960440"/>
              <a:gd name="connsiteY4-1074" fmla="*/ 1431771 h 3960000"/>
              <a:gd name="connsiteX5-1075" fmla="*/ 2217373 w 3960440"/>
              <a:gd name="connsiteY5-1076" fmla="*/ 891303 h 3960000"/>
              <a:gd name="connsiteX6-1077" fmla="*/ 2783502 w 3960440"/>
              <a:gd name="connsiteY6-1078" fmla="*/ 1606823 h 3960000"/>
              <a:gd name="connsiteX7-1079" fmla="*/ 2456028 w 3960440"/>
              <a:gd name="connsiteY7-1080" fmla="*/ 2225955 h 3960000"/>
              <a:gd name="connsiteX8-1081" fmla="*/ 2026974 w 3960440"/>
              <a:gd name="connsiteY8-1082" fmla="*/ 2018938 h 3960000"/>
              <a:gd name="connsiteX9-1083" fmla="*/ 2135727 w 3960440"/>
              <a:gd name="connsiteY9-1084" fmla="*/ 1554876 h 3960000"/>
              <a:gd name="connsiteX10-1085" fmla="*/ 1915898 w 3960440"/>
              <a:gd name="connsiteY10-1086" fmla="*/ 1219889 h 3960000"/>
              <a:gd name="connsiteX11-1087" fmla="*/ 1589196 w 3960440"/>
              <a:gd name="connsiteY11-1088" fmla="*/ 1434803 h 3960000"/>
              <a:gd name="connsiteX12-1089" fmla="*/ 1574511 w 3960440"/>
              <a:gd name="connsiteY12-1090" fmla="*/ 1939931 h 3960000"/>
              <a:gd name="connsiteX13-1091" fmla="*/ 1339611 w 3960440"/>
              <a:gd name="connsiteY13-1092" fmla="*/ 3487664 h 3960000"/>
              <a:gd name="connsiteX14-1093" fmla="*/ 1887692 w 3960440"/>
              <a:gd name="connsiteY14-1094" fmla="*/ 2422431 h 3960000"/>
              <a:gd name="connsiteX15-1095" fmla="*/ 2336342 w 3960440"/>
              <a:gd name="connsiteY15-1096" fmla="*/ 2720202 h 3960000"/>
              <a:gd name="connsiteX16-1097" fmla="*/ 3176454 w 3960440"/>
              <a:gd name="connsiteY16-1098" fmla="*/ 1627140 h 3960000"/>
              <a:gd name="connsiteX17-1099" fmla="*/ 2134565 w 3960440"/>
              <a:gd name="connsiteY17-1100" fmla="*/ 477605 h 3960000"/>
              <a:gd name="connsiteX18-1101" fmla="*/ 1979373 w 3960440"/>
              <a:gd name="connsiteY18-1102" fmla="*/ 472350 h 3960000"/>
              <a:gd name="connsiteX19-1103" fmla="*/ 436907 w 3960440"/>
              <a:gd name="connsiteY19-1104" fmla="*/ 0 h 3960000"/>
              <a:gd name="connsiteX20-1105" fmla="*/ 3523533 w 3960440"/>
              <a:gd name="connsiteY20-1106" fmla="*/ 0 h 3960000"/>
              <a:gd name="connsiteX21-1107" fmla="*/ 3960440 w 3960440"/>
              <a:gd name="connsiteY21-1108" fmla="*/ 436907 h 3960000"/>
              <a:gd name="connsiteX22-1109" fmla="*/ 3960440 w 3960440"/>
              <a:gd name="connsiteY22-1110" fmla="*/ 3523093 h 3960000"/>
              <a:gd name="connsiteX23-1111" fmla="*/ 3523533 w 3960440"/>
              <a:gd name="connsiteY23-1112" fmla="*/ 3960000 h 3960000"/>
              <a:gd name="connsiteX24-1113" fmla="*/ 436907 w 3960440"/>
              <a:gd name="connsiteY24-1114" fmla="*/ 3960000 h 3960000"/>
              <a:gd name="connsiteX25-1115" fmla="*/ 0 w 3960440"/>
              <a:gd name="connsiteY25-1116" fmla="*/ 3523093 h 3960000"/>
              <a:gd name="connsiteX26-1117" fmla="*/ 0 w 3960440"/>
              <a:gd name="connsiteY26-1118" fmla="*/ 436907 h 3960000"/>
              <a:gd name="connsiteX27-1119" fmla="*/ 436907 w 3960440"/>
              <a:gd name="connsiteY27-1120" fmla="*/ 0 h 3960000"/>
              <a:gd name="connsiteX0-1121" fmla="*/ 1979373 w 3960440"/>
              <a:gd name="connsiteY0-1122" fmla="*/ 472350 h 3960000"/>
              <a:gd name="connsiteX1-1123" fmla="*/ 813783 w 3960440"/>
              <a:gd name="connsiteY1-1124" fmla="*/ 1434034 h 3960000"/>
              <a:gd name="connsiteX2-1125" fmla="*/ 1119009 w 3960440"/>
              <a:gd name="connsiteY2-1126" fmla="*/ 2222584 h 3960000"/>
              <a:gd name="connsiteX3-1127" fmla="*/ 1296382 w 3960440"/>
              <a:gd name="connsiteY3-1128" fmla="*/ 1907811 h 3960000"/>
              <a:gd name="connsiteX4-1129" fmla="*/ 1234998 w 3960440"/>
              <a:gd name="connsiteY4-1130" fmla="*/ 1431771 h 3960000"/>
              <a:gd name="connsiteX5-1131" fmla="*/ 2217373 w 3960440"/>
              <a:gd name="connsiteY5-1132" fmla="*/ 891303 h 3960000"/>
              <a:gd name="connsiteX6-1133" fmla="*/ 2783502 w 3960440"/>
              <a:gd name="connsiteY6-1134" fmla="*/ 1606823 h 3960000"/>
              <a:gd name="connsiteX7-1135" fmla="*/ 2456028 w 3960440"/>
              <a:gd name="connsiteY7-1136" fmla="*/ 2225955 h 3960000"/>
              <a:gd name="connsiteX8-1137" fmla="*/ 2026974 w 3960440"/>
              <a:gd name="connsiteY8-1138" fmla="*/ 2018938 h 3960000"/>
              <a:gd name="connsiteX9-1139" fmla="*/ 2135727 w 3960440"/>
              <a:gd name="connsiteY9-1140" fmla="*/ 1554876 h 3960000"/>
              <a:gd name="connsiteX10-1141" fmla="*/ 1915898 w 3960440"/>
              <a:gd name="connsiteY10-1142" fmla="*/ 1219889 h 3960000"/>
              <a:gd name="connsiteX11-1143" fmla="*/ 1589196 w 3960440"/>
              <a:gd name="connsiteY11-1144" fmla="*/ 1434803 h 3960000"/>
              <a:gd name="connsiteX12-1145" fmla="*/ 1574511 w 3960440"/>
              <a:gd name="connsiteY12-1146" fmla="*/ 1939931 h 3960000"/>
              <a:gd name="connsiteX13-1147" fmla="*/ 1339611 w 3960440"/>
              <a:gd name="connsiteY13-1148" fmla="*/ 3487664 h 3960000"/>
              <a:gd name="connsiteX14-1149" fmla="*/ 1887692 w 3960440"/>
              <a:gd name="connsiteY14-1150" fmla="*/ 2422431 h 3960000"/>
              <a:gd name="connsiteX15-1151" fmla="*/ 2336342 w 3960440"/>
              <a:gd name="connsiteY15-1152" fmla="*/ 2720202 h 3960000"/>
              <a:gd name="connsiteX16-1153" fmla="*/ 3176454 w 3960440"/>
              <a:gd name="connsiteY16-1154" fmla="*/ 1627140 h 3960000"/>
              <a:gd name="connsiteX17-1155" fmla="*/ 2134565 w 3960440"/>
              <a:gd name="connsiteY17-1156" fmla="*/ 477605 h 3960000"/>
              <a:gd name="connsiteX18-1157" fmla="*/ 1979373 w 3960440"/>
              <a:gd name="connsiteY18-1158" fmla="*/ 472350 h 3960000"/>
              <a:gd name="connsiteX19-1159" fmla="*/ 436907 w 3960440"/>
              <a:gd name="connsiteY19-1160" fmla="*/ 0 h 3960000"/>
              <a:gd name="connsiteX20-1161" fmla="*/ 3523533 w 3960440"/>
              <a:gd name="connsiteY20-1162" fmla="*/ 0 h 3960000"/>
              <a:gd name="connsiteX21-1163" fmla="*/ 3960440 w 3960440"/>
              <a:gd name="connsiteY21-1164" fmla="*/ 436907 h 3960000"/>
              <a:gd name="connsiteX22-1165" fmla="*/ 3960440 w 3960440"/>
              <a:gd name="connsiteY22-1166" fmla="*/ 3523093 h 3960000"/>
              <a:gd name="connsiteX23-1167" fmla="*/ 3523533 w 3960440"/>
              <a:gd name="connsiteY23-1168" fmla="*/ 3960000 h 3960000"/>
              <a:gd name="connsiteX24-1169" fmla="*/ 436907 w 3960440"/>
              <a:gd name="connsiteY24-1170" fmla="*/ 3960000 h 3960000"/>
              <a:gd name="connsiteX25-1171" fmla="*/ 0 w 3960440"/>
              <a:gd name="connsiteY25-1172" fmla="*/ 3523093 h 3960000"/>
              <a:gd name="connsiteX26-1173" fmla="*/ 0 w 3960440"/>
              <a:gd name="connsiteY26-1174" fmla="*/ 436907 h 3960000"/>
              <a:gd name="connsiteX27-1175" fmla="*/ 436907 w 3960440"/>
              <a:gd name="connsiteY27-1176" fmla="*/ 0 h 3960000"/>
              <a:gd name="connsiteX0-1177" fmla="*/ 1979373 w 3960440"/>
              <a:gd name="connsiteY0-1178" fmla="*/ 472350 h 3960000"/>
              <a:gd name="connsiteX1-1179" fmla="*/ 813783 w 3960440"/>
              <a:gd name="connsiteY1-1180" fmla="*/ 1434034 h 3960000"/>
              <a:gd name="connsiteX2-1181" fmla="*/ 1119009 w 3960440"/>
              <a:gd name="connsiteY2-1182" fmla="*/ 2222584 h 3960000"/>
              <a:gd name="connsiteX3-1183" fmla="*/ 1296382 w 3960440"/>
              <a:gd name="connsiteY3-1184" fmla="*/ 1907811 h 3960000"/>
              <a:gd name="connsiteX4-1185" fmla="*/ 1234998 w 3960440"/>
              <a:gd name="connsiteY4-1186" fmla="*/ 1431771 h 3960000"/>
              <a:gd name="connsiteX5-1187" fmla="*/ 2217373 w 3960440"/>
              <a:gd name="connsiteY5-1188" fmla="*/ 891303 h 3960000"/>
              <a:gd name="connsiteX6-1189" fmla="*/ 2783502 w 3960440"/>
              <a:gd name="connsiteY6-1190" fmla="*/ 1606823 h 3960000"/>
              <a:gd name="connsiteX7-1191" fmla="*/ 2456028 w 3960440"/>
              <a:gd name="connsiteY7-1192" fmla="*/ 2225955 h 3960000"/>
              <a:gd name="connsiteX8-1193" fmla="*/ 2026974 w 3960440"/>
              <a:gd name="connsiteY8-1194" fmla="*/ 2018938 h 3960000"/>
              <a:gd name="connsiteX9-1195" fmla="*/ 2135727 w 3960440"/>
              <a:gd name="connsiteY9-1196" fmla="*/ 1554876 h 3960000"/>
              <a:gd name="connsiteX10-1197" fmla="*/ 1915898 w 3960440"/>
              <a:gd name="connsiteY10-1198" fmla="*/ 1219889 h 3960000"/>
              <a:gd name="connsiteX11-1199" fmla="*/ 1589196 w 3960440"/>
              <a:gd name="connsiteY11-1200" fmla="*/ 1434803 h 3960000"/>
              <a:gd name="connsiteX12-1201" fmla="*/ 1574511 w 3960440"/>
              <a:gd name="connsiteY12-1202" fmla="*/ 1939931 h 3960000"/>
              <a:gd name="connsiteX13-1203" fmla="*/ 1339611 w 3960440"/>
              <a:gd name="connsiteY13-1204" fmla="*/ 3487664 h 3960000"/>
              <a:gd name="connsiteX14-1205" fmla="*/ 1887692 w 3960440"/>
              <a:gd name="connsiteY14-1206" fmla="*/ 2422431 h 3960000"/>
              <a:gd name="connsiteX15-1207" fmla="*/ 2336342 w 3960440"/>
              <a:gd name="connsiteY15-1208" fmla="*/ 2720202 h 3960000"/>
              <a:gd name="connsiteX16-1209" fmla="*/ 3176454 w 3960440"/>
              <a:gd name="connsiteY16-1210" fmla="*/ 1627140 h 3960000"/>
              <a:gd name="connsiteX17-1211" fmla="*/ 2134565 w 3960440"/>
              <a:gd name="connsiteY17-1212" fmla="*/ 477605 h 3960000"/>
              <a:gd name="connsiteX18-1213" fmla="*/ 1979373 w 3960440"/>
              <a:gd name="connsiteY18-1214" fmla="*/ 472350 h 3960000"/>
              <a:gd name="connsiteX19-1215" fmla="*/ 436907 w 3960440"/>
              <a:gd name="connsiteY19-1216" fmla="*/ 0 h 3960000"/>
              <a:gd name="connsiteX20-1217" fmla="*/ 3523533 w 3960440"/>
              <a:gd name="connsiteY20-1218" fmla="*/ 0 h 3960000"/>
              <a:gd name="connsiteX21-1219" fmla="*/ 3960440 w 3960440"/>
              <a:gd name="connsiteY21-1220" fmla="*/ 436907 h 3960000"/>
              <a:gd name="connsiteX22-1221" fmla="*/ 3960440 w 3960440"/>
              <a:gd name="connsiteY22-1222" fmla="*/ 3523093 h 3960000"/>
              <a:gd name="connsiteX23-1223" fmla="*/ 3523533 w 3960440"/>
              <a:gd name="connsiteY23-1224" fmla="*/ 3960000 h 3960000"/>
              <a:gd name="connsiteX24-1225" fmla="*/ 436907 w 3960440"/>
              <a:gd name="connsiteY24-1226" fmla="*/ 3960000 h 3960000"/>
              <a:gd name="connsiteX25-1227" fmla="*/ 0 w 3960440"/>
              <a:gd name="connsiteY25-1228" fmla="*/ 3523093 h 3960000"/>
              <a:gd name="connsiteX26-1229" fmla="*/ 0 w 3960440"/>
              <a:gd name="connsiteY26-1230" fmla="*/ 436907 h 3960000"/>
              <a:gd name="connsiteX27-1231" fmla="*/ 436907 w 3960440"/>
              <a:gd name="connsiteY27-1232" fmla="*/ 0 h 3960000"/>
              <a:gd name="connsiteX0-1233" fmla="*/ 1979373 w 3960440"/>
              <a:gd name="connsiteY0-1234" fmla="*/ 472350 h 3960000"/>
              <a:gd name="connsiteX1-1235" fmla="*/ 813783 w 3960440"/>
              <a:gd name="connsiteY1-1236" fmla="*/ 1434034 h 3960000"/>
              <a:gd name="connsiteX2-1237" fmla="*/ 1119009 w 3960440"/>
              <a:gd name="connsiteY2-1238" fmla="*/ 2222584 h 3960000"/>
              <a:gd name="connsiteX3-1239" fmla="*/ 1296382 w 3960440"/>
              <a:gd name="connsiteY3-1240" fmla="*/ 1907811 h 3960000"/>
              <a:gd name="connsiteX4-1241" fmla="*/ 1234998 w 3960440"/>
              <a:gd name="connsiteY4-1242" fmla="*/ 1431771 h 3960000"/>
              <a:gd name="connsiteX5-1243" fmla="*/ 2217373 w 3960440"/>
              <a:gd name="connsiteY5-1244" fmla="*/ 891303 h 3960000"/>
              <a:gd name="connsiteX6-1245" fmla="*/ 2783502 w 3960440"/>
              <a:gd name="connsiteY6-1246" fmla="*/ 1606823 h 3960000"/>
              <a:gd name="connsiteX7-1247" fmla="*/ 2456028 w 3960440"/>
              <a:gd name="connsiteY7-1248" fmla="*/ 2225955 h 3960000"/>
              <a:gd name="connsiteX8-1249" fmla="*/ 2026974 w 3960440"/>
              <a:gd name="connsiteY8-1250" fmla="*/ 2018938 h 3960000"/>
              <a:gd name="connsiteX9-1251" fmla="*/ 2135727 w 3960440"/>
              <a:gd name="connsiteY9-1252" fmla="*/ 1554876 h 3960000"/>
              <a:gd name="connsiteX10-1253" fmla="*/ 1915898 w 3960440"/>
              <a:gd name="connsiteY10-1254" fmla="*/ 1219889 h 3960000"/>
              <a:gd name="connsiteX11-1255" fmla="*/ 1589196 w 3960440"/>
              <a:gd name="connsiteY11-1256" fmla="*/ 1434803 h 3960000"/>
              <a:gd name="connsiteX12-1257" fmla="*/ 1574511 w 3960440"/>
              <a:gd name="connsiteY12-1258" fmla="*/ 1939931 h 3960000"/>
              <a:gd name="connsiteX13-1259" fmla="*/ 1339611 w 3960440"/>
              <a:gd name="connsiteY13-1260" fmla="*/ 3487664 h 3960000"/>
              <a:gd name="connsiteX14-1261" fmla="*/ 1887692 w 3960440"/>
              <a:gd name="connsiteY14-1262" fmla="*/ 2422431 h 3960000"/>
              <a:gd name="connsiteX15-1263" fmla="*/ 2336342 w 3960440"/>
              <a:gd name="connsiteY15-1264" fmla="*/ 2720202 h 3960000"/>
              <a:gd name="connsiteX16-1265" fmla="*/ 3176454 w 3960440"/>
              <a:gd name="connsiteY16-1266" fmla="*/ 1627140 h 3960000"/>
              <a:gd name="connsiteX17-1267" fmla="*/ 2134565 w 3960440"/>
              <a:gd name="connsiteY17-1268" fmla="*/ 477605 h 3960000"/>
              <a:gd name="connsiteX18-1269" fmla="*/ 1979373 w 3960440"/>
              <a:gd name="connsiteY18-1270" fmla="*/ 472350 h 3960000"/>
              <a:gd name="connsiteX19-1271" fmla="*/ 436907 w 3960440"/>
              <a:gd name="connsiteY19-1272" fmla="*/ 0 h 3960000"/>
              <a:gd name="connsiteX20-1273" fmla="*/ 3523533 w 3960440"/>
              <a:gd name="connsiteY20-1274" fmla="*/ 0 h 3960000"/>
              <a:gd name="connsiteX21-1275" fmla="*/ 3960440 w 3960440"/>
              <a:gd name="connsiteY21-1276" fmla="*/ 436907 h 3960000"/>
              <a:gd name="connsiteX22-1277" fmla="*/ 3960440 w 3960440"/>
              <a:gd name="connsiteY22-1278" fmla="*/ 3523093 h 3960000"/>
              <a:gd name="connsiteX23-1279" fmla="*/ 3523533 w 3960440"/>
              <a:gd name="connsiteY23-1280" fmla="*/ 3960000 h 3960000"/>
              <a:gd name="connsiteX24-1281" fmla="*/ 436907 w 3960440"/>
              <a:gd name="connsiteY24-1282" fmla="*/ 3960000 h 3960000"/>
              <a:gd name="connsiteX25-1283" fmla="*/ 0 w 3960440"/>
              <a:gd name="connsiteY25-1284" fmla="*/ 3523093 h 3960000"/>
              <a:gd name="connsiteX26-1285" fmla="*/ 0 w 3960440"/>
              <a:gd name="connsiteY26-1286" fmla="*/ 436907 h 3960000"/>
              <a:gd name="connsiteX27-1287" fmla="*/ 436907 w 3960440"/>
              <a:gd name="connsiteY27-1288" fmla="*/ 0 h 3960000"/>
              <a:gd name="connsiteX0-1289" fmla="*/ 1979373 w 3960440"/>
              <a:gd name="connsiteY0-1290" fmla="*/ 472350 h 3960000"/>
              <a:gd name="connsiteX1-1291" fmla="*/ 813783 w 3960440"/>
              <a:gd name="connsiteY1-1292" fmla="*/ 1434034 h 3960000"/>
              <a:gd name="connsiteX2-1293" fmla="*/ 1119009 w 3960440"/>
              <a:gd name="connsiteY2-1294" fmla="*/ 2222584 h 3960000"/>
              <a:gd name="connsiteX3-1295" fmla="*/ 1296382 w 3960440"/>
              <a:gd name="connsiteY3-1296" fmla="*/ 1907811 h 3960000"/>
              <a:gd name="connsiteX4-1297" fmla="*/ 1234998 w 3960440"/>
              <a:gd name="connsiteY4-1298" fmla="*/ 1431771 h 3960000"/>
              <a:gd name="connsiteX5-1299" fmla="*/ 2217373 w 3960440"/>
              <a:gd name="connsiteY5-1300" fmla="*/ 891303 h 3960000"/>
              <a:gd name="connsiteX6-1301" fmla="*/ 2783502 w 3960440"/>
              <a:gd name="connsiteY6-1302" fmla="*/ 1606823 h 3960000"/>
              <a:gd name="connsiteX7-1303" fmla="*/ 2456028 w 3960440"/>
              <a:gd name="connsiteY7-1304" fmla="*/ 2225955 h 3960000"/>
              <a:gd name="connsiteX8-1305" fmla="*/ 2026974 w 3960440"/>
              <a:gd name="connsiteY8-1306" fmla="*/ 2018938 h 3960000"/>
              <a:gd name="connsiteX9-1307" fmla="*/ 2135727 w 3960440"/>
              <a:gd name="connsiteY9-1308" fmla="*/ 1554876 h 3960000"/>
              <a:gd name="connsiteX10-1309" fmla="*/ 1915898 w 3960440"/>
              <a:gd name="connsiteY10-1310" fmla="*/ 1219889 h 3960000"/>
              <a:gd name="connsiteX11-1311" fmla="*/ 1589196 w 3960440"/>
              <a:gd name="connsiteY11-1312" fmla="*/ 1434803 h 3960000"/>
              <a:gd name="connsiteX12-1313" fmla="*/ 1574511 w 3960440"/>
              <a:gd name="connsiteY12-1314" fmla="*/ 1939931 h 3960000"/>
              <a:gd name="connsiteX13-1315" fmla="*/ 1339611 w 3960440"/>
              <a:gd name="connsiteY13-1316" fmla="*/ 3487664 h 3960000"/>
              <a:gd name="connsiteX14-1317" fmla="*/ 1887692 w 3960440"/>
              <a:gd name="connsiteY14-1318" fmla="*/ 2422431 h 3960000"/>
              <a:gd name="connsiteX15-1319" fmla="*/ 2336342 w 3960440"/>
              <a:gd name="connsiteY15-1320" fmla="*/ 2720202 h 3960000"/>
              <a:gd name="connsiteX16-1321" fmla="*/ 3176454 w 3960440"/>
              <a:gd name="connsiteY16-1322" fmla="*/ 1627140 h 3960000"/>
              <a:gd name="connsiteX17-1323" fmla="*/ 1979373 w 3960440"/>
              <a:gd name="connsiteY17-1324" fmla="*/ 472350 h 3960000"/>
              <a:gd name="connsiteX18-1325" fmla="*/ 436907 w 3960440"/>
              <a:gd name="connsiteY18-1326" fmla="*/ 0 h 3960000"/>
              <a:gd name="connsiteX19-1327" fmla="*/ 3523533 w 3960440"/>
              <a:gd name="connsiteY19-1328" fmla="*/ 0 h 3960000"/>
              <a:gd name="connsiteX20-1329" fmla="*/ 3960440 w 3960440"/>
              <a:gd name="connsiteY20-1330" fmla="*/ 436907 h 3960000"/>
              <a:gd name="connsiteX21-1331" fmla="*/ 3960440 w 3960440"/>
              <a:gd name="connsiteY21-1332" fmla="*/ 3523093 h 3960000"/>
              <a:gd name="connsiteX22-1333" fmla="*/ 3523533 w 3960440"/>
              <a:gd name="connsiteY22-1334" fmla="*/ 3960000 h 3960000"/>
              <a:gd name="connsiteX23-1335" fmla="*/ 436907 w 3960440"/>
              <a:gd name="connsiteY23-1336" fmla="*/ 3960000 h 3960000"/>
              <a:gd name="connsiteX24-1337" fmla="*/ 0 w 3960440"/>
              <a:gd name="connsiteY24-1338" fmla="*/ 3523093 h 3960000"/>
              <a:gd name="connsiteX25-1339" fmla="*/ 0 w 3960440"/>
              <a:gd name="connsiteY25-1340" fmla="*/ 436907 h 3960000"/>
              <a:gd name="connsiteX26-1341" fmla="*/ 436907 w 3960440"/>
              <a:gd name="connsiteY26-1342" fmla="*/ 0 h 3960000"/>
              <a:gd name="connsiteX0-1343" fmla="*/ 1979373 w 3960440"/>
              <a:gd name="connsiteY0-1344" fmla="*/ 472350 h 3960000"/>
              <a:gd name="connsiteX1-1345" fmla="*/ 813783 w 3960440"/>
              <a:gd name="connsiteY1-1346" fmla="*/ 1434034 h 3960000"/>
              <a:gd name="connsiteX2-1347" fmla="*/ 1119009 w 3960440"/>
              <a:gd name="connsiteY2-1348" fmla="*/ 2222584 h 3960000"/>
              <a:gd name="connsiteX3-1349" fmla="*/ 1296382 w 3960440"/>
              <a:gd name="connsiteY3-1350" fmla="*/ 1907811 h 3960000"/>
              <a:gd name="connsiteX4-1351" fmla="*/ 1234998 w 3960440"/>
              <a:gd name="connsiteY4-1352" fmla="*/ 1431771 h 3960000"/>
              <a:gd name="connsiteX5-1353" fmla="*/ 2217373 w 3960440"/>
              <a:gd name="connsiteY5-1354" fmla="*/ 891303 h 3960000"/>
              <a:gd name="connsiteX6-1355" fmla="*/ 2783502 w 3960440"/>
              <a:gd name="connsiteY6-1356" fmla="*/ 1606823 h 3960000"/>
              <a:gd name="connsiteX7-1357" fmla="*/ 2456028 w 3960440"/>
              <a:gd name="connsiteY7-1358" fmla="*/ 2225955 h 3960000"/>
              <a:gd name="connsiteX8-1359" fmla="*/ 2026974 w 3960440"/>
              <a:gd name="connsiteY8-1360" fmla="*/ 2018938 h 3960000"/>
              <a:gd name="connsiteX9-1361" fmla="*/ 2135727 w 3960440"/>
              <a:gd name="connsiteY9-1362" fmla="*/ 1554876 h 3960000"/>
              <a:gd name="connsiteX10-1363" fmla="*/ 1915898 w 3960440"/>
              <a:gd name="connsiteY10-1364" fmla="*/ 1219889 h 3960000"/>
              <a:gd name="connsiteX11-1365" fmla="*/ 1589196 w 3960440"/>
              <a:gd name="connsiteY11-1366" fmla="*/ 1434803 h 3960000"/>
              <a:gd name="connsiteX12-1367" fmla="*/ 1574511 w 3960440"/>
              <a:gd name="connsiteY12-1368" fmla="*/ 1939931 h 3960000"/>
              <a:gd name="connsiteX13-1369" fmla="*/ 1339611 w 3960440"/>
              <a:gd name="connsiteY13-1370" fmla="*/ 3487664 h 3960000"/>
              <a:gd name="connsiteX14-1371" fmla="*/ 1887692 w 3960440"/>
              <a:gd name="connsiteY14-1372" fmla="*/ 2422431 h 3960000"/>
              <a:gd name="connsiteX15-1373" fmla="*/ 2336342 w 3960440"/>
              <a:gd name="connsiteY15-1374" fmla="*/ 2720202 h 3960000"/>
              <a:gd name="connsiteX16-1375" fmla="*/ 3176454 w 3960440"/>
              <a:gd name="connsiteY16-1376" fmla="*/ 1627140 h 3960000"/>
              <a:gd name="connsiteX17-1377" fmla="*/ 1979373 w 3960440"/>
              <a:gd name="connsiteY17-1378" fmla="*/ 472350 h 3960000"/>
              <a:gd name="connsiteX18-1379" fmla="*/ 436907 w 3960440"/>
              <a:gd name="connsiteY18-1380" fmla="*/ 0 h 3960000"/>
              <a:gd name="connsiteX19-1381" fmla="*/ 3523533 w 3960440"/>
              <a:gd name="connsiteY19-1382" fmla="*/ 0 h 3960000"/>
              <a:gd name="connsiteX20-1383" fmla="*/ 3960440 w 3960440"/>
              <a:gd name="connsiteY20-1384" fmla="*/ 436907 h 3960000"/>
              <a:gd name="connsiteX21-1385" fmla="*/ 3960440 w 3960440"/>
              <a:gd name="connsiteY21-1386" fmla="*/ 3523093 h 3960000"/>
              <a:gd name="connsiteX22-1387" fmla="*/ 3523533 w 3960440"/>
              <a:gd name="connsiteY22-1388" fmla="*/ 3960000 h 3960000"/>
              <a:gd name="connsiteX23-1389" fmla="*/ 436907 w 3960440"/>
              <a:gd name="connsiteY23-1390" fmla="*/ 3960000 h 3960000"/>
              <a:gd name="connsiteX24-1391" fmla="*/ 0 w 3960440"/>
              <a:gd name="connsiteY24-1392" fmla="*/ 3523093 h 3960000"/>
              <a:gd name="connsiteX25-1393" fmla="*/ 0 w 3960440"/>
              <a:gd name="connsiteY25-1394" fmla="*/ 436907 h 3960000"/>
              <a:gd name="connsiteX26-1395" fmla="*/ 436907 w 3960440"/>
              <a:gd name="connsiteY26-1396" fmla="*/ 0 h 3960000"/>
              <a:gd name="connsiteX0-1397" fmla="*/ 1979373 w 3960440"/>
              <a:gd name="connsiteY0-1398" fmla="*/ 472350 h 3960000"/>
              <a:gd name="connsiteX1-1399" fmla="*/ 813783 w 3960440"/>
              <a:gd name="connsiteY1-1400" fmla="*/ 1434034 h 3960000"/>
              <a:gd name="connsiteX2-1401" fmla="*/ 1119009 w 3960440"/>
              <a:gd name="connsiteY2-1402" fmla="*/ 2222584 h 3960000"/>
              <a:gd name="connsiteX3-1403" fmla="*/ 1296382 w 3960440"/>
              <a:gd name="connsiteY3-1404" fmla="*/ 1907811 h 3960000"/>
              <a:gd name="connsiteX4-1405" fmla="*/ 1234998 w 3960440"/>
              <a:gd name="connsiteY4-1406" fmla="*/ 1431771 h 3960000"/>
              <a:gd name="connsiteX5-1407" fmla="*/ 2217373 w 3960440"/>
              <a:gd name="connsiteY5-1408" fmla="*/ 891303 h 3960000"/>
              <a:gd name="connsiteX6-1409" fmla="*/ 2783502 w 3960440"/>
              <a:gd name="connsiteY6-1410" fmla="*/ 1606823 h 3960000"/>
              <a:gd name="connsiteX7-1411" fmla="*/ 2456028 w 3960440"/>
              <a:gd name="connsiteY7-1412" fmla="*/ 2225955 h 3960000"/>
              <a:gd name="connsiteX8-1413" fmla="*/ 2026974 w 3960440"/>
              <a:gd name="connsiteY8-1414" fmla="*/ 2018938 h 3960000"/>
              <a:gd name="connsiteX9-1415" fmla="*/ 2135727 w 3960440"/>
              <a:gd name="connsiteY9-1416" fmla="*/ 1554876 h 3960000"/>
              <a:gd name="connsiteX10-1417" fmla="*/ 1915898 w 3960440"/>
              <a:gd name="connsiteY10-1418" fmla="*/ 1219889 h 3960000"/>
              <a:gd name="connsiteX11-1419" fmla="*/ 1589196 w 3960440"/>
              <a:gd name="connsiteY11-1420" fmla="*/ 1434803 h 3960000"/>
              <a:gd name="connsiteX12-1421" fmla="*/ 1574511 w 3960440"/>
              <a:gd name="connsiteY12-1422" fmla="*/ 1939931 h 3960000"/>
              <a:gd name="connsiteX13-1423" fmla="*/ 1339611 w 3960440"/>
              <a:gd name="connsiteY13-1424" fmla="*/ 3487664 h 3960000"/>
              <a:gd name="connsiteX14-1425" fmla="*/ 1887692 w 3960440"/>
              <a:gd name="connsiteY14-1426" fmla="*/ 2422431 h 3960000"/>
              <a:gd name="connsiteX15-1427" fmla="*/ 2336342 w 3960440"/>
              <a:gd name="connsiteY15-1428" fmla="*/ 2720202 h 3960000"/>
              <a:gd name="connsiteX16-1429" fmla="*/ 3176454 w 3960440"/>
              <a:gd name="connsiteY16-1430" fmla="*/ 1627140 h 3960000"/>
              <a:gd name="connsiteX17-1431" fmla="*/ 1979373 w 3960440"/>
              <a:gd name="connsiteY17-1432" fmla="*/ 472350 h 3960000"/>
              <a:gd name="connsiteX18-1433" fmla="*/ 436907 w 3960440"/>
              <a:gd name="connsiteY18-1434" fmla="*/ 0 h 3960000"/>
              <a:gd name="connsiteX19-1435" fmla="*/ 3523533 w 3960440"/>
              <a:gd name="connsiteY19-1436" fmla="*/ 0 h 3960000"/>
              <a:gd name="connsiteX20-1437" fmla="*/ 3960440 w 3960440"/>
              <a:gd name="connsiteY20-1438" fmla="*/ 436907 h 3960000"/>
              <a:gd name="connsiteX21-1439" fmla="*/ 3960440 w 3960440"/>
              <a:gd name="connsiteY21-1440" fmla="*/ 3523093 h 3960000"/>
              <a:gd name="connsiteX22-1441" fmla="*/ 3523533 w 3960440"/>
              <a:gd name="connsiteY22-1442" fmla="*/ 3960000 h 3960000"/>
              <a:gd name="connsiteX23-1443" fmla="*/ 436907 w 3960440"/>
              <a:gd name="connsiteY23-1444" fmla="*/ 3960000 h 3960000"/>
              <a:gd name="connsiteX24-1445" fmla="*/ 0 w 3960440"/>
              <a:gd name="connsiteY24-1446" fmla="*/ 3523093 h 3960000"/>
              <a:gd name="connsiteX25-1447" fmla="*/ 0 w 3960440"/>
              <a:gd name="connsiteY25-1448" fmla="*/ 436907 h 3960000"/>
              <a:gd name="connsiteX26-1449" fmla="*/ 436907 w 3960440"/>
              <a:gd name="connsiteY26-1450" fmla="*/ 0 h 3960000"/>
              <a:gd name="connsiteX0-1451" fmla="*/ 1979373 w 3960440"/>
              <a:gd name="connsiteY0-1452" fmla="*/ 472350 h 3960000"/>
              <a:gd name="connsiteX1-1453" fmla="*/ 813783 w 3960440"/>
              <a:gd name="connsiteY1-1454" fmla="*/ 1434034 h 3960000"/>
              <a:gd name="connsiteX2-1455" fmla="*/ 1119009 w 3960440"/>
              <a:gd name="connsiteY2-1456" fmla="*/ 2222584 h 3960000"/>
              <a:gd name="connsiteX3-1457" fmla="*/ 1328015 w 3960440"/>
              <a:gd name="connsiteY3-1458" fmla="*/ 1812920 h 3960000"/>
              <a:gd name="connsiteX4-1459" fmla="*/ 1234998 w 3960440"/>
              <a:gd name="connsiteY4-1460" fmla="*/ 1431771 h 3960000"/>
              <a:gd name="connsiteX5-1461" fmla="*/ 2217373 w 3960440"/>
              <a:gd name="connsiteY5-1462" fmla="*/ 891303 h 3960000"/>
              <a:gd name="connsiteX6-1463" fmla="*/ 2783502 w 3960440"/>
              <a:gd name="connsiteY6-1464" fmla="*/ 1606823 h 3960000"/>
              <a:gd name="connsiteX7-1465" fmla="*/ 2456028 w 3960440"/>
              <a:gd name="connsiteY7-1466" fmla="*/ 2225955 h 3960000"/>
              <a:gd name="connsiteX8-1467" fmla="*/ 2026974 w 3960440"/>
              <a:gd name="connsiteY8-1468" fmla="*/ 2018938 h 3960000"/>
              <a:gd name="connsiteX9-1469" fmla="*/ 2135727 w 3960440"/>
              <a:gd name="connsiteY9-1470" fmla="*/ 1554876 h 3960000"/>
              <a:gd name="connsiteX10-1471" fmla="*/ 1915898 w 3960440"/>
              <a:gd name="connsiteY10-1472" fmla="*/ 1219889 h 3960000"/>
              <a:gd name="connsiteX11-1473" fmla="*/ 1589196 w 3960440"/>
              <a:gd name="connsiteY11-1474" fmla="*/ 1434803 h 3960000"/>
              <a:gd name="connsiteX12-1475" fmla="*/ 1574511 w 3960440"/>
              <a:gd name="connsiteY12-1476" fmla="*/ 1939931 h 3960000"/>
              <a:gd name="connsiteX13-1477" fmla="*/ 1339611 w 3960440"/>
              <a:gd name="connsiteY13-1478" fmla="*/ 3487664 h 3960000"/>
              <a:gd name="connsiteX14-1479" fmla="*/ 1887692 w 3960440"/>
              <a:gd name="connsiteY14-1480" fmla="*/ 2422431 h 3960000"/>
              <a:gd name="connsiteX15-1481" fmla="*/ 2336342 w 3960440"/>
              <a:gd name="connsiteY15-1482" fmla="*/ 2720202 h 3960000"/>
              <a:gd name="connsiteX16-1483" fmla="*/ 3176454 w 3960440"/>
              <a:gd name="connsiteY16-1484" fmla="*/ 1627140 h 3960000"/>
              <a:gd name="connsiteX17-1485" fmla="*/ 1979373 w 3960440"/>
              <a:gd name="connsiteY17-1486" fmla="*/ 472350 h 3960000"/>
              <a:gd name="connsiteX18-1487" fmla="*/ 436907 w 3960440"/>
              <a:gd name="connsiteY18-1488" fmla="*/ 0 h 3960000"/>
              <a:gd name="connsiteX19-1489" fmla="*/ 3523533 w 3960440"/>
              <a:gd name="connsiteY19-1490" fmla="*/ 0 h 3960000"/>
              <a:gd name="connsiteX20-1491" fmla="*/ 3960440 w 3960440"/>
              <a:gd name="connsiteY20-1492" fmla="*/ 436907 h 3960000"/>
              <a:gd name="connsiteX21-1493" fmla="*/ 3960440 w 3960440"/>
              <a:gd name="connsiteY21-1494" fmla="*/ 3523093 h 3960000"/>
              <a:gd name="connsiteX22-1495" fmla="*/ 3523533 w 3960440"/>
              <a:gd name="connsiteY22-1496" fmla="*/ 3960000 h 3960000"/>
              <a:gd name="connsiteX23-1497" fmla="*/ 436907 w 3960440"/>
              <a:gd name="connsiteY23-1498" fmla="*/ 3960000 h 3960000"/>
              <a:gd name="connsiteX24-1499" fmla="*/ 0 w 3960440"/>
              <a:gd name="connsiteY24-1500" fmla="*/ 3523093 h 3960000"/>
              <a:gd name="connsiteX25-1501" fmla="*/ 0 w 3960440"/>
              <a:gd name="connsiteY25-1502" fmla="*/ 436907 h 3960000"/>
              <a:gd name="connsiteX26-1503" fmla="*/ 436907 w 3960440"/>
              <a:gd name="connsiteY26-1504" fmla="*/ 0 h 3960000"/>
              <a:gd name="connsiteX0-1505" fmla="*/ 1979373 w 3960440"/>
              <a:gd name="connsiteY0-1506" fmla="*/ 472350 h 3960000"/>
              <a:gd name="connsiteX1-1507" fmla="*/ 813783 w 3960440"/>
              <a:gd name="connsiteY1-1508" fmla="*/ 1434034 h 3960000"/>
              <a:gd name="connsiteX2-1509" fmla="*/ 1119009 w 3960440"/>
              <a:gd name="connsiteY2-1510" fmla="*/ 2222584 h 3960000"/>
              <a:gd name="connsiteX3-1511" fmla="*/ 1328015 w 3960440"/>
              <a:gd name="connsiteY3-1512" fmla="*/ 1812920 h 3960000"/>
              <a:gd name="connsiteX4-1513" fmla="*/ 1234998 w 3960440"/>
              <a:gd name="connsiteY4-1514" fmla="*/ 1431771 h 3960000"/>
              <a:gd name="connsiteX5-1515" fmla="*/ 2217373 w 3960440"/>
              <a:gd name="connsiteY5-1516" fmla="*/ 891303 h 3960000"/>
              <a:gd name="connsiteX6-1517" fmla="*/ 2783502 w 3960440"/>
              <a:gd name="connsiteY6-1518" fmla="*/ 1606823 h 3960000"/>
              <a:gd name="connsiteX7-1519" fmla="*/ 2456028 w 3960440"/>
              <a:gd name="connsiteY7-1520" fmla="*/ 2225955 h 3960000"/>
              <a:gd name="connsiteX8-1521" fmla="*/ 2026974 w 3960440"/>
              <a:gd name="connsiteY8-1522" fmla="*/ 2018938 h 3960000"/>
              <a:gd name="connsiteX9-1523" fmla="*/ 2135727 w 3960440"/>
              <a:gd name="connsiteY9-1524" fmla="*/ 1554876 h 3960000"/>
              <a:gd name="connsiteX10-1525" fmla="*/ 1915898 w 3960440"/>
              <a:gd name="connsiteY10-1526" fmla="*/ 1219889 h 3960000"/>
              <a:gd name="connsiteX11-1527" fmla="*/ 1589196 w 3960440"/>
              <a:gd name="connsiteY11-1528" fmla="*/ 1434803 h 3960000"/>
              <a:gd name="connsiteX12-1529" fmla="*/ 1574511 w 3960440"/>
              <a:gd name="connsiteY12-1530" fmla="*/ 1939931 h 3960000"/>
              <a:gd name="connsiteX13-1531" fmla="*/ 1339611 w 3960440"/>
              <a:gd name="connsiteY13-1532" fmla="*/ 3487664 h 3960000"/>
              <a:gd name="connsiteX14-1533" fmla="*/ 1887692 w 3960440"/>
              <a:gd name="connsiteY14-1534" fmla="*/ 2422431 h 3960000"/>
              <a:gd name="connsiteX15-1535" fmla="*/ 2336342 w 3960440"/>
              <a:gd name="connsiteY15-1536" fmla="*/ 2720202 h 3960000"/>
              <a:gd name="connsiteX16-1537" fmla="*/ 3176454 w 3960440"/>
              <a:gd name="connsiteY16-1538" fmla="*/ 1627140 h 3960000"/>
              <a:gd name="connsiteX17-1539" fmla="*/ 1979373 w 3960440"/>
              <a:gd name="connsiteY17-1540" fmla="*/ 472350 h 3960000"/>
              <a:gd name="connsiteX18-1541" fmla="*/ 436907 w 3960440"/>
              <a:gd name="connsiteY18-1542" fmla="*/ 0 h 3960000"/>
              <a:gd name="connsiteX19-1543" fmla="*/ 3523533 w 3960440"/>
              <a:gd name="connsiteY19-1544" fmla="*/ 0 h 3960000"/>
              <a:gd name="connsiteX20-1545" fmla="*/ 3960440 w 3960440"/>
              <a:gd name="connsiteY20-1546" fmla="*/ 436907 h 3960000"/>
              <a:gd name="connsiteX21-1547" fmla="*/ 3960440 w 3960440"/>
              <a:gd name="connsiteY21-1548" fmla="*/ 3523093 h 3960000"/>
              <a:gd name="connsiteX22-1549" fmla="*/ 3523533 w 3960440"/>
              <a:gd name="connsiteY22-1550" fmla="*/ 3960000 h 3960000"/>
              <a:gd name="connsiteX23-1551" fmla="*/ 436907 w 3960440"/>
              <a:gd name="connsiteY23-1552" fmla="*/ 3960000 h 3960000"/>
              <a:gd name="connsiteX24-1553" fmla="*/ 0 w 3960440"/>
              <a:gd name="connsiteY24-1554" fmla="*/ 3523093 h 3960000"/>
              <a:gd name="connsiteX25-1555" fmla="*/ 0 w 3960440"/>
              <a:gd name="connsiteY25-1556" fmla="*/ 436907 h 3960000"/>
              <a:gd name="connsiteX26-1557" fmla="*/ 436907 w 3960440"/>
              <a:gd name="connsiteY26-1558" fmla="*/ 0 h 396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-1" fmla="*/ 554477 w 3888432"/>
              <a:gd name="connsiteY0-2" fmla="*/ 1512168 h 3960440"/>
              <a:gd name="connsiteX1-3" fmla="*/ 554477 w 3888432"/>
              <a:gd name="connsiteY1-4" fmla="*/ 3312368 h 3960440"/>
              <a:gd name="connsiteX2-5" fmla="*/ 1201638 w 3888432"/>
              <a:gd name="connsiteY2-6" fmla="*/ 3312368 h 3960440"/>
              <a:gd name="connsiteX3-7" fmla="*/ 1201638 w 3888432"/>
              <a:gd name="connsiteY3-8" fmla="*/ 1512168 h 3960440"/>
              <a:gd name="connsiteX4-9" fmla="*/ 554477 w 3888432"/>
              <a:gd name="connsiteY4-10" fmla="*/ 1512168 h 3960440"/>
              <a:gd name="connsiteX5-11" fmla="*/ 2840340 w 3888432"/>
              <a:gd name="connsiteY5-12" fmla="*/ 1479943 h 3960440"/>
              <a:gd name="connsiteX6-13" fmla="*/ 2136833 w 3888432"/>
              <a:gd name="connsiteY6-14" fmla="*/ 1785510 h 3960440"/>
              <a:gd name="connsiteX7-15" fmla="*/ 2136833 w 3888432"/>
              <a:gd name="connsiteY7-16" fmla="*/ 1510185 h 3960440"/>
              <a:gd name="connsiteX8-17" fmla="*/ 1489672 w 3888432"/>
              <a:gd name="connsiteY8-18" fmla="*/ 1510185 h 3960440"/>
              <a:gd name="connsiteX9-19" fmla="*/ 1489672 w 3888432"/>
              <a:gd name="connsiteY9-20" fmla="*/ 3310385 h 3960440"/>
              <a:gd name="connsiteX10-21" fmla="*/ 2136833 w 3888432"/>
              <a:gd name="connsiteY10-22" fmla="*/ 3310385 h 3960440"/>
              <a:gd name="connsiteX11-23" fmla="*/ 2136833 w 3888432"/>
              <a:gd name="connsiteY11-24" fmla="*/ 2084121 h 3960440"/>
              <a:gd name="connsiteX12-25" fmla="*/ 2673919 w 3888432"/>
              <a:gd name="connsiteY12-26" fmla="*/ 2138897 h 3960440"/>
              <a:gd name="connsiteX13-27" fmla="*/ 2679688 w 3888432"/>
              <a:gd name="connsiteY13-28" fmla="*/ 3312366 h 3960440"/>
              <a:gd name="connsiteX14-29" fmla="*/ 3326849 w 3888432"/>
              <a:gd name="connsiteY14-30" fmla="*/ 3312366 h 3960440"/>
              <a:gd name="connsiteX15-31" fmla="*/ 3333768 w 3888432"/>
              <a:gd name="connsiteY15-32" fmla="*/ 2128613 h 3960440"/>
              <a:gd name="connsiteX16-33" fmla="*/ 2840340 w 3888432"/>
              <a:gd name="connsiteY16-34" fmla="*/ 1479943 h 3960440"/>
              <a:gd name="connsiteX17-35" fmla="*/ 878058 w 3888432"/>
              <a:gd name="connsiteY17-36" fmla="*/ 648072 h 3960440"/>
              <a:gd name="connsiteX18-37" fmla="*/ 554477 w 3888432"/>
              <a:gd name="connsiteY18-38" fmla="*/ 971653 h 3960440"/>
              <a:gd name="connsiteX19-39" fmla="*/ 878058 w 3888432"/>
              <a:gd name="connsiteY19-40" fmla="*/ 1295234 h 3960440"/>
              <a:gd name="connsiteX20-41" fmla="*/ 1201639 w 3888432"/>
              <a:gd name="connsiteY20-42" fmla="*/ 971653 h 3960440"/>
              <a:gd name="connsiteX21-43" fmla="*/ 878058 w 3888432"/>
              <a:gd name="connsiteY21-44" fmla="*/ 648072 h 3960440"/>
              <a:gd name="connsiteX22-45" fmla="*/ 333511 w 3888432"/>
              <a:gd name="connsiteY22-46" fmla="*/ 0 h 3960440"/>
              <a:gd name="connsiteX23-47" fmla="*/ 3554921 w 3888432"/>
              <a:gd name="connsiteY23-48" fmla="*/ 0 h 3960440"/>
              <a:gd name="connsiteX24-49" fmla="*/ 3888432 w 3888432"/>
              <a:gd name="connsiteY24-50" fmla="*/ 333511 h 3960440"/>
              <a:gd name="connsiteX25-51" fmla="*/ 3888432 w 3888432"/>
              <a:gd name="connsiteY25-52" fmla="*/ 3626929 h 3960440"/>
              <a:gd name="connsiteX26-53" fmla="*/ 3554921 w 3888432"/>
              <a:gd name="connsiteY26-54" fmla="*/ 3960440 h 3960440"/>
              <a:gd name="connsiteX27-55" fmla="*/ 333511 w 3888432"/>
              <a:gd name="connsiteY27-56" fmla="*/ 3960440 h 3960440"/>
              <a:gd name="connsiteX28-57" fmla="*/ 0 w 3888432"/>
              <a:gd name="connsiteY28-58" fmla="*/ 3626929 h 3960440"/>
              <a:gd name="connsiteX29-59" fmla="*/ 0 w 3888432"/>
              <a:gd name="connsiteY29-60" fmla="*/ 333511 h 3960440"/>
              <a:gd name="connsiteX30-61" fmla="*/ 333511 w 3888432"/>
              <a:gd name="connsiteY30-62" fmla="*/ 0 h 3960440"/>
              <a:gd name="connsiteX0-63" fmla="*/ 554477 w 3888432"/>
              <a:gd name="connsiteY0-64" fmla="*/ 1512168 h 3960440"/>
              <a:gd name="connsiteX1-65" fmla="*/ 554477 w 3888432"/>
              <a:gd name="connsiteY1-66" fmla="*/ 3312368 h 3960440"/>
              <a:gd name="connsiteX2-67" fmla="*/ 1201638 w 3888432"/>
              <a:gd name="connsiteY2-68" fmla="*/ 3312368 h 3960440"/>
              <a:gd name="connsiteX3-69" fmla="*/ 1201638 w 3888432"/>
              <a:gd name="connsiteY3-70" fmla="*/ 1512168 h 3960440"/>
              <a:gd name="connsiteX4-71" fmla="*/ 554477 w 3888432"/>
              <a:gd name="connsiteY4-72" fmla="*/ 1512168 h 3960440"/>
              <a:gd name="connsiteX5-73" fmla="*/ 2840340 w 3888432"/>
              <a:gd name="connsiteY5-74" fmla="*/ 1479943 h 3960440"/>
              <a:gd name="connsiteX6-75" fmla="*/ 2136833 w 3888432"/>
              <a:gd name="connsiteY6-76" fmla="*/ 1785510 h 3960440"/>
              <a:gd name="connsiteX7-77" fmla="*/ 2136833 w 3888432"/>
              <a:gd name="connsiteY7-78" fmla="*/ 1510185 h 3960440"/>
              <a:gd name="connsiteX8-79" fmla="*/ 1489672 w 3888432"/>
              <a:gd name="connsiteY8-80" fmla="*/ 1510185 h 3960440"/>
              <a:gd name="connsiteX9-81" fmla="*/ 1489672 w 3888432"/>
              <a:gd name="connsiteY9-82" fmla="*/ 3310385 h 3960440"/>
              <a:gd name="connsiteX10-83" fmla="*/ 2136833 w 3888432"/>
              <a:gd name="connsiteY10-84" fmla="*/ 3310385 h 3960440"/>
              <a:gd name="connsiteX11-85" fmla="*/ 2136833 w 3888432"/>
              <a:gd name="connsiteY11-86" fmla="*/ 2084121 h 3960440"/>
              <a:gd name="connsiteX12-87" fmla="*/ 2673919 w 3888432"/>
              <a:gd name="connsiteY12-88" fmla="*/ 2138897 h 3960440"/>
              <a:gd name="connsiteX13-89" fmla="*/ 2679688 w 3888432"/>
              <a:gd name="connsiteY13-90" fmla="*/ 3312366 h 3960440"/>
              <a:gd name="connsiteX14-91" fmla="*/ 3326849 w 3888432"/>
              <a:gd name="connsiteY14-92" fmla="*/ 3312366 h 3960440"/>
              <a:gd name="connsiteX15-93" fmla="*/ 3333768 w 3888432"/>
              <a:gd name="connsiteY15-94" fmla="*/ 2128613 h 3960440"/>
              <a:gd name="connsiteX16-95" fmla="*/ 2840340 w 3888432"/>
              <a:gd name="connsiteY16-96" fmla="*/ 1479943 h 3960440"/>
              <a:gd name="connsiteX17-97" fmla="*/ 878058 w 3888432"/>
              <a:gd name="connsiteY17-98" fmla="*/ 648072 h 3960440"/>
              <a:gd name="connsiteX18-99" fmla="*/ 554477 w 3888432"/>
              <a:gd name="connsiteY18-100" fmla="*/ 971653 h 3960440"/>
              <a:gd name="connsiteX19-101" fmla="*/ 878058 w 3888432"/>
              <a:gd name="connsiteY19-102" fmla="*/ 1295234 h 3960440"/>
              <a:gd name="connsiteX20-103" fmla="*/ 1201639 w 3888432"/>
              <a:gd name="connsiteY20-104" fmla="*/ 971653 h 3960440"/>
              <a:gd name="connsiteX21-105" fmla="*/ 878058 w 3888432"/>
              <a:gd name="connsiteY21-106" fmla="*/ 648072 h 3960440"/>
              <a:gd name="connsiteX22-107" fmla="*/ 333511 w 3888432"/>
              <a:gd name="connsiteY22-108" fmla="*/ 0 h 3960440"/>
              <a:gd name="connsiteX23-109" fmla="*/ 3554921 w 3888432"/>
              <a:gd name="connsiteY23-110" fmla="*/ 0 h 3960440"/>
              <a:gd name="connsiteX24-111" fmla="*/ 3888432 w 3888432"/>
              <a:gd name="connsiteY24-112" fmla="*/ 333511 h 3960440"/>
              <a:gd name="connsiteX25-113" fmla="*/ 3888432 w 3888432"/>
              <a:gd name="connsiteY25-114" fmla="*/ 3626929 h 3960440"/>
              <a:gd name="connsiteX26-115" fmla="*/ 3554921 w 3888432"/>
              <a:gd name="connsiteY26-116" fmla="*/ 3960440 h 3960440"/>
              <a:gd name="connsiteX27-117" fmla="*/ 333511 w 3888432"/>
              <a:gd name="connsiteY27-118" fmla="*/ 3960440 h 3960440"/>
              <a:gd name="connsiteX28-119" fmla="*/ 0 w 3888432"/>
              <a:gd name="connsiteY28-120" fmla="*/ 3626929 h 3960440"/>
              <a:gd name="connsiteX29-121" fmla="*/ 0 w 3888432"/>
              <a:gd name="connsiteY29-122" fmla="*/ 333511 h 3960440"/>
              <a:gd name="connsiteX30-123" fmla="*/ 333511 w 3888432"/>
              <a:gd name="connsiteY30-124" fmla="*/ 0 h 3960440"/>
              <a:gd name="connsiteX0-125" fmla="*/ 554477 w 3888432"/>
              <a:gd name="connsiteY0-126" fmla="*/ 1512168 h 3960440"/>
              <a:gd name="connsiteX1-127" fmla="*/ 554477 w 3888432"/>
              <a:gd name="connsiteY1-128" fmla="*/ 3312368 h 3960440"/>
              <a:gd name="connsiteX2-129" fmla="*/ 1201638 w 3888432"/>
              <a:gd name="connsiteY2-130" fmla="*/ 3312368 h 3960440"/>
              <a:gd name="connsiteX3-131" fmla="*/ 1201638 w 3888432"/>
              <a:gd name="connsiteY3-132" fmla="*/ 1512168 h 3960440"/>
              <a:gd name="connsiteX4-133" fmla="*/ 554477 w 3888432"/>
              <a:gd name="connsiteY4-134" fmla="*/ 1512168 h 3960440"/>
              <a:gd name="connsiteX5-135" fmla="*/ 2840340 w 3888432"/>
              <a:gd name="connsiteY5-136" fmla="*/ 1479943 h 3960440"/>
              <a:gd name="connsiteX6-137" fmla="*/ 2136833 w 3888432"/>
              <a:gd name="connsiteY6-138" fmla="*/ 1785510 h 3960440"/>
              <a:gd name="connsiteX7-139" fmla="*/ 2136833 w 3888432"/>
              <a:gd name="connsiteY7-140" fmla="*/ 1510185 h 3960440"/>
              <a:gd name="connsiteX8-141" fmla="*/ 1489672 w 3888432"/>
              <a:gd name="connsiteY8-142" fmla="*/ 1510185 h 3960440"/>
              <a:gd name="connsiteX9-143" fmla="*/ 1489672 w 3888432"/>
              <a:gd name="connsiteY9-144" fmla="*/ 3310385 h 3960440"/>
              <a:gd name="connsiteX10-145" fmla="*/ 2136833 w 3888432"/>
              <a:gd name="connsiteY10-146" fmla="*/ 3310385 h 3960440"/>
              <a:gd name="connsiteX11-147" fmla="*/ 2136833 w 3888432"/>
              <a:gd name="connsiteY11-148" fmla="*/ 2084121 h 3960440"/>
              <a:gd name="connsiteX12-149" fmla="*/ 2673919 w 3888432"/>
              <a:gd name="connsiteY12-150" fmla="*/ 2138897 h 3960440"/>
              <a:gd name="connsiteX13-151" fmla="*/ 2679688 w 3888432"/>
              <a:gd name="connsiteY13-152" fmla="*/ 3312366 h 3960440"/>
              <a:gd name="connsiteX14-153" fmla="*/ 3326849 w 3888432"/>
              <a:gd name="connsiteY14-154" fmla="*/ 3312366 h 3960440"/>
              <a:gd name="connsiteX15-155" fmla="*/ 3333768 w 3888432"/>
              <a:gd name="connsiteY15-156" fmla="*/ 2128613 h 3960440"/>
              <a:gd name="connsiteX16-157" fmla="*/ 2840340 w 3888432"/>
              <a:gd name="connsiteY16-158" fmla="*/ 1479943 h 3960440"/>
              <a:gd name="connsiteX17-159" fmla="*/ 878058 w 3888432"/>
              <a:gd name="connsiteY17-160" fmla="*/ 648072 h 3960440"/>
              <a:gd name="connsiteX18-161" fmla="*/ 554477 w 3888432"/>
              <a:gd name="connsiteY18-162" fmla="*/ 971653 h 3960440"/>
              <a:gd name="connsiteX19-163" fmla="*/ 878058 w 3888432"/>
              <a:gd name="connsiteY19-164" fmla="*/ 1295234 h 3960440"/>
              <a:gd name="connsiteX20-165" fmla="*/ 1201639 w 3888432"/>
              <a:gd name="connsiteY20-166" fmla="*/ 971653 h 3960440"/>
              <a:gd name="connsiteX21-167" fmla="*/ 878058 w 3888432"/>
              <a:gd name="connsiteY21-168" fmla="*/ 648072 h 3960440"/>
              <a:gd name="connsiteX22-169" fmla="*/ 333511 w 3888432"/>
              <a:gd name="connsiteY22-170" fmla="*/ 0 h 3960440"/>
              <a:gd name="connsiteX23-171" fmla="*/ 3554921 w 3888432"/>
              <a:gd name="connsiteY23-172" fmla="*/ 0 h 3960440"/>
              <a:gd name="connsiteX24-173" fmla="*/ 3888432 w 3888432"/>
              <a:gd name="connsiteY24-174" fmla="*/ 333511 h 3960440"/>
              <a:gd name="connsiteX25-175" fmla="*/ 3888432 w 3888432"/>
              <a:gd name="connsiteY25-176" fmla="*/ 3626929 h 3960440"/>
              <a:gd name="connsiteX26-177" fmla="*/ 3554921 w 3888432"/>
              <a:gd name="connsiteY26-178" fmla="*/ 3960440 h 3960440"/>
              <a:gd name="connsiteX27-179" fmla="*/ 333511 w 3888432"/>
              <a:gd name="connsiteY27-180" fmla="*/ 3960440 h 3960440"/>
              <a:gd name="connsiteX28-181" fmla="*/ 0 w 3888432"/>
              <a:gd name="connsiteY28-182" fmla="*/ 3626929 h 3960440"/>
              <a:gd name="connsiteX29-183" fmla="*/ 0 w 3888432"/>
              <a:gd name="connsiteY29-184" fmla="*/ 333511 h 3960440"/>
              <a:gd name="connsiteX30-185" fmla="*/ 333511 w 3888432"/>
              <a:gd name="connsiteY30-186" fmla="*/ 0 h 3960440"/>
              <a:gd name="connsiteX0-187" fmla="*/ 554477 w 3888432"/>
              <a:gd name="connsiteY0-188" fmla="*/ 1512168 h 3960440"/>
              <a:gd name="connsiteX1-189" fmla="*/ 554477 w 3888432"/>
              <a:gd name="connsiteY1-190" fmla="*/ 3312368 h 3960440"/>
              <a:gd name="connsiteX2-191" fmla="*/ 1201638 w 3888432"/>
              <a:gd name="connsiteY2-192" fmla="*/ 3312368 h 3960440"/>
              <a:gd name="connsiteX3-193" fmla="*/ 1201638 w 3888432"/>
              <a:gd name="connsiteY3-194" fmla="*/ 1512168 h 3960440"/>
              <a:gd name="connsiteX4-195" fmla="*/ 554477 w 3888432"/>
              <a:gd name="connsiteY4-196" fmla="*/ 1512168 h 3960440"/>
              <a:gd name="connsiteX5-197" fmla="*/ 2840340 w 3888432"/>
              <a:gd name="connsiteY5-198" fmla="*/ 1479943 h 3960440"/>
              <a:gd name="connsiteX6-199" fmla="*/ 2136833 w 3888432"/>
              <a:gd name="connsiteY6-200" fmla="*/ 1785510 h 3960440"/>
              <a:gd name="connsiteX7-201" fmla="*/ 2136833 w 3888432"/>
              <a:gd name="connsiteY7-202" fmla="*/ 1510185 h 3960440"/>
              <a:gd name="connsiteX8-203" fmla="*/ 1489672 w 3888432"/>
              <a:gd name="connsiteY8-204" fmla="*/ 1510185 h 3960440"/>
              <a:gd name="connsiteX9-205" fmla="*/ 1489672 w 3888432"/>
              <a:gd name="connsiteY9-206" fmla="*/ 3310385 h 3960440"/>
              <a:gd name="connsiteX10-207" fmla="*/ 2136833 w 3888432"/>
              <a:gd name="connsiteY10-208" fmla="*/ 3310385 h 3960440"/>
              <a:gd name="connsiteX11-209" fmla="*/ 2136833 w 3888432"/>
              <a:gd name="connsiteY11-210" fmla="*/ 2084121 h 3960440"/>
              <a:gd name="connsiteX12-211" fmla="*/ 2673919 w 3888432"/>
              <a:gd name="connsiteY12-212" fmla="*/ 2138897 h 3960440"/>
              <a:gd name="connsiteX13-213" fmla="*/ 2679688 w 3888432"/>
              <a:gd name="connsiteY13-214" fmla="*/ 3312366 h 3960440"/>
              <a:gd name="connsiteX14-215" fmla="*/ 3326849 w 3888432"/>
              <a:gd name="connsiteY14-216" fmla="*/ 3312366 h 3960440"/>
              <a:gd name="connsiteX15-217" fmla="*/ 3333768 w 3888432"/>
              <a:gd name="connsiteY15-218" fmla="*/ 2128613 h 3960440"/>
              <a:gd name="connsiteX16-219" fmla="*/ 2840340 w 3888432"/>
              <a:gd name="connsiteY16-220" fmla="*/ 1479943 h 3960440"/>
              <a:gd name="connsiteX17-221" fmla="*/ 878058 w 3888432"/>
              <a:gd name="connsiteY17-222" fmla="*/ 648072 h 3960440"/>
              <a:gd name="connsiteX18-223" fmla="*/ 554477 w 3888432"/>
              <a:gd name="connsiteY18-224" fmla="*/ 971653 h 3960440"/>
              <a:gd name="connsiteX19-225" fmla="*/ 878058 w 3888432"/>
              <a:gd name="connsiteY19-226" fmla="*/ 1295234 h 3960440"/>
              <a:gd name="connsiteX20-227" fmla="*/ 1201639 w 3888432"/>
              <a:gd name="connsiteY20-228" fmla="*/ 971653 h 3960440"/>
              <a:gd name="connsiteX21-229" fmla="*/ 878058 w 3888432"/>
              <a:gd name="connsiteY21-230" fmla="*/ 648072 h 3960440"/>
              <a:gd name="connsiteX22-231" fmla="*/ 333511 w 3888432"/>
              <a:gd name="connsiteY22-232" fmla="*/ 0 h 3960440"/>
              <a:gd name="connsiteX23-233" fmla="*/ 3554921 w 3888432"/>
              <a:gd name="connsiteY23-234" fmla="*/ 0 h 3960440"/>
              <a:gd name="connsiteX24-235" fmla="*/ 3888432 w 3888432"/>
              <a:gd name="connsiteY24-236" fmla="*/ 333511 h 3960440"/>
              <a:gd name="connsiteX25-237" fmla="*/ 3888432 w 3888432"/>
              <a:gd name="connsiteY25-238" fmla="*/ 3626929 h 3960440"/>
              <a:gd name="connsiteX26-239" fmla="*/ 3554921 w 3888432"/>
              <a:gd name="connsiteY26-240" fmla="*/ 3960440 h 3960440"/>
              <a:gd name="connsiteX27-241" fmla="*/ 333511 w 3888432"/>
              <a:gd name="connsiteY27-242" fmla="*/ 3960440 h 3960440"/>
              <a:gd name="connsiteX28-243" fmla="*/ 0 w 3888432"/>
              <a:gd name="connsiteY28-244" fmla="*/ 3626929 h 3960440"/>
              <a:gd name="connsiteX29-245" fmla="*/ 0 w 3888432"/>
              <a:gd name="connsiteY29-246" fmla="*/ 333511 h 3960440"/>
              <a:gd name="connsiteX30-247" fmla="*/ 333511 w 3888432"/>
              <a:gd name="connsiteY30-248" fmla="*/ 0 h 3960440"/>
              <a:gd name="connsiteX0-249" fmla="*/ 554477 w 3888432"/>
              <a:gd name="connsiteY0-250" fmla="*/ 1512168 h 3960440"/>
              <a:gd name="connsiteX1-251" fmla="*/ 554477 w 3888432"/>
              <a:gd name="connsiteY1-252" fmla="*/ 3312368 h 3960440"/>
              <a:gd name="connsiteX2-253" fmla="*/ 1201638 w 3888432"/>
              <a:gd name="connsiteY2-254" fmla="*/ 3312368 h 3960440"/>
              <a:gd name="connsiteX3-255" fmla="*/ 1201638 w 3888432"/>
              <a:gd name="connsiteY3-256" fmla="*/ 1512168 h 3960440"/>
              <a:gd name="connsiteX4-257" fmla="*/ 554477 w 3888432"/>
              <a:gd name="connsiteY4-258" fmla="*/ 1512168 h 3960440"/>
              <a:gd name="connsiteX5-259" fmla="*/ 2840340 w 3888432"/>
              <a:gd name="connsiteY5-260" fmla="*/ 1479943 h 3960440"/>
              <a:gd name="connsiteX6-261" fmla="*/ 2136833 w 3888432"/>
              <a:gd name="connsiteY6-262" fmla="*/ 1785510 h 3960440"/>
              <a:gd name="connsiteX7-263" fmla="*/ 2136833 w 3888432"/>
              <a:gd name="connsiteY7-264" fmla="*/ 1510185 h 3960440"/>
              <a:gd name="connsiteX8-265" fmla="*/ 1489672 w 3888432"/>
              <a:gd name="connsiteY8-266" fmla="*/ 1510185 h 3960440"/>
              <a:gd name="connsiteX9-267" fmla="*/ 1489672 w 3888432"/>
              <a:gd name="connsiteY9-268" fmla="*/ 3310385 h 3960440"/>
              <a:gd name="connsiteX10-269" fmla="*/ 2136833 w 3888432"/>
              <a:gd name="connsiteY10-270" fmla="*/ 3310385 h 3960440"/>
              <a:gd name="connsiteX11-271" fmla="*/ 2136833 w 3888432"/>
              <a:gd name="connsiteY11-272" fmla="*/ 2084121 h 3960440"/>
              <a:gd name="connsiteX12-273" fmla="*/ 2673919 w 3888432"/>
              <a:gd name="connsiteY12-274" fmla="*/ 2138897 h 3960440"/>
              <a:gd name="connsiteX13-275" fmla="*/ 2679688 w 3888432"/>
              <a:gd name="connsiteY13-276" fmla="*/ 3312366 h 3960440"/>
              <a:gd name="connsiteX14-277" fmla="*/ 3326849 w 3888432"/>
              <a:gd name="connsiteY14-278" fmla="*/ 3312366 h 3960440"/>
              <a:gd name="connsiteX15-279" fmla="*/ 3333768 w 3888432"/>
              <a:gd name="connsiteY15-280" fmla="*/ 2128613 h 3960440"/>
              <a:gd name="connsiteX16-281" fmla="*/ 2840340 w 3888432"/>
              <a:gd name="connsiteY16-282" fmla="*/ 1479943 h 3960440"/>
              <a:gd name="connsiteX17-283" fmla="*/ 878058 w 3888432"/>
              <a:gd name="connsiteY17-284" fmla="*/ 648072 h 3960440"/>
              <a:gd name="connsiteX18-285" fmla="*/ 554477 w 3888432"/>
              <a:gd name="connsiteY18-286" fmla="*/ 971653 h 3960440"/>
              <a:gd name="connsiteX19-287" fmla="*/ 878058 w 3888432"/>
              <a:gd name="connsiteY19-288" fmla="*/ 1295234 h 3960440"/>
              <a:gd name="connsiteX20-289" fmla="*/ 1201639 w 3888432"/>
              <a:gd name="connsiteY20-290" fmla="*/ 971653 h 3960440"/>
              <a:gd name="connsiteX21-291" fmla="*/ 878058 w 3888432"/>
              <a:gd name="connsiteY21-292" fmla="*/ 648072 h 3960440"/>
              <a:gd name="connsiteX22-293" fmla="*/ 333511 w 3888432"/>
              <a:gd name="connsiteY22-294" fmla="*/ 0 h 3960440"/>
              <a:gd name="connsiteX23-295" fmla="*/ 3554921 w 3888432"/>
              <a:gd name="connsiteY23-296" fmla="*/ 0 h 3960440"/>
              <a:gd name="connsiteX24-297" fmla="*/ 3888432 w 3888432"/>
              <a:gd name="connsiteY24-298" fmla="*/ 333511 h 3960440"/>
              <a:gd name="connsiteX25-299" fmla="*/ 3888432 w 3888432"/>
              <a:gd name="connsiteY25-300" fmla="*/ 3626929 h 3960440"/>
              <a:gd name="connsiteX26-301" fmla="*/ 3554921 w 3888432"/>
              <a:gd name="connsiteY26-302" fmla="*/ 3960440 h 3960440"/>
              <a:gd name="connsiteX27-303" fmla="*/ 333511 w 3888432"/>
              <a:gd name="connsiteY27-304" fmla="*/ 3960440 h 3960440"/>
              <a:gd name="connsiteX28-305" fmla="*/ 0 w 3888432"/>
              <a:gd name="connsiteY28-306" fmla="*/ 3626929 h 3960440"/>
              <a:gd name="connsiteX29-307" fmla="*/ 0 w 3888432"/>
              <a:gd name="connsiteY29-308" fmla="*/ 333511 h 3960440"/>
              <a:gd name="connsiteX30-309" fmla="*/ 333511 w 3888432"/>
              <a:gd name="connsiteY30-310" fmla="*/ 0 h 3960440"/>
              <a:gd name="connsiteX0-311" fmla="*/ 554477 w 3888432"/>
              <a:gd name="connsiteY0-312" fmla="*/ 1512168 h 3960440"/>
              <a:gd name="connsiteX1-313" fmla="*/ 554477 w 3888432"/>
              <a:gd name="connsiteY1-314" fmla="*/ 3312368 h 3960440"/>
              <a:gd name="connsiteX2-315" fmla="*/ 1201638 w 3888432"/>
              <a:gd name="connsiteY2-316" fmla="*/ 3312368 h 3960440"/>
              <a:gd name="connsiteX3-317" fmla="*/ 1201638 w 3888432"/>
              <a:gd name="connsiteY3-318" fmla="*/ 1512168 h 3960440"/>
              <a:gd name="connsiteX4-319" fmla="*/ 554477 w 3888432"/>
              <a:gd name="connsiteY4-320" fmla="*/ 1512168 h 3960440"/>
              <a:gd name="connsiteX5-321" fmla="*/ 2840340 w 3888432"/>
              <a:gd name="connsiteY5-322" fmla="*/ 1479943 h 3960440"/>
              <a:gd name="connsiteX6-323" fmla="*/ 2136833 w 3888432"/>
              <a:gd name="connsiteY6-324" fmla="*/ 1785510 h 3960440"/>
              <a:gd name="connsiteX7-325" fmla="*/ 2136833 w 3888432"/>
              <a:gd name="connsiteY7-326" fmla="*/ 1510185 h 3960440"/>
              <a:gd name="connsiteX8-327" fmla="*/ 1489672 w 3888432"/>
              <a:gd name="connsiteY8-328" fmla="*/ 1510185 h 3960440"/>
              <a:gd name="connsiteX9-329" fmla="*/ 1489672 w 3888432"/>
              <a:gd name="connsiteY9-330" fmla="*/ 3310385 h 3960440"/>
              <a:gd name="connsiteX10-331" fmla="*/ 2136833 w 3888432"/>
              <a:gd name="connsiteY10-332" fmla="*/ 3310385 h 3960440"/>
              <a:gd name="connsiteX11-333" fmla="*/ 2147184 w 3888432"/>
              <a:gd name="connsiteY11-334" fmla="*/ 2155564 h 3960440"/>
              <a:gd name="connsiteX12-335" fmla="*/ 2673919 w 3888432"/>
              <a:gd name="connsiteY12-336" fmla="*/ 2138897 h 3960440"/>
              <a:gd name="connsiteX13-337" fmla="*/ 2679688 w 3888432"/>
              <a:gd name="connsiteY13-338" fmla="*/ 3312366 h 3960440"/>
              <a:gd name="connsiteX14-339" fmla="*/ 3326849 w 3888432"/>
              <a:gd name="connsiteY14-340" fmla="*/ 3312366 h 3960440"/>
              <a:gd name="connsiteX15-341" fmla="*/ 3333768 w 3888432"/>
              <a:gd name="connsiteY15-342" fmla="*/ 2128613 h 3960440"/>
              <a:gd name="connsiteX16-343" fmla="*/ 2840340 w 3888432"/>
              <a:gd name="connsiteY16-344" fmla="*/ 1479943 h 3960440"/>
              <a:gd name="connsiteX17-345" fmla="*/ 878058 w 3888432"/>
              <a:gd name="connsiteY17-346" fmla="*/ 648072 h 3960440"/>
              <a:gd name="connsiteX18-347" fmla="*/ 554477 w 3888432"/>
              <a:gd name="connsiteY18-348" fmla="*/ 971653 h 3960440"/>
              <a:gd name="connsiteX19-349" fmla="*/ 878058 w 3888432"/>
              <a:gd name="connsiteY19-350" fmla="*/ 1295234 h 3960440"/>
              <a:gd name="connsiteX20-351" fmla="*/ 1201639 w 3888432"/>
              <a:gd name="connsiteY20-352" fmla="*/ 971653 h 3960440"/>
              <a:gd name="connsiteX21-353" fmla="*/ 878058 w 3888432"/>
              <a:gd name="connsiteY21-354" fmla="*/ 648072 h 3960440"/>
              <a:gd name="connsiteX22-355" fmla="*/ 333511 w 3888432"/>
              <a:gd name="connsiteY22-356" fmla="*/ 0 h 3960440"/>
              <a:gd name="connsiteX23-357" fmla="*/ 3554921 w 3888432"/>
              <a:gd name="connsiteY23-358" fmla="*/ 0 h 3960440"/>
              <a:gd name="connsiteX24-359" fmla="*/ 3888432 w 3888432"/>
              <a:gd name="connsiteY24-360" fmla="*/ 333511 h 3960440"/>
              <a:gd name="connsiteX25-361" fmla="*/ 3888432 w 3888432"/>
              <a:gd name="connsiteY25-362" fmla="*/ 3626929 h 3960440"/>
              <a:gd name="connsiteX26-363" fmla="*/ 3554921 w 3888432"/>
              <a:gd name="connsiteY26-364" fmla="*/ 3960440 h 3960440"/>
              <a:gd name="connsiteX27-365" fmla="*/ 333511 w 3888432"/>
              <a:gd name="connsiteY27-366" fmla="*/ 3960440 h 3960440"/>
              <a:gd name="connsiteX28-367" fmla="*/ 0 w 3888432"/>
              <a:gd name="connsiteY28-368" fmla="*/ 3626929 h 3960440"/>
              <a:gd name="connsiteX29-369" fmla="*/ 0 w 3888432"/>
              <a:gd name="connsiteY29-370" fmla="*/ 333511 h 3960440"/>
              <a:gd name="connsiteX30-371" fmla="*/ 333511 w 3888432"/>
              <a:gd name="connsiteY30-372" fmla="*/ 0 h 3960440"/>
              <a:gd name="connsiteX0-373" fmla="*/ 554477 w 3888432"/>
              <a:gd name="connsiteY0-374" fmla="*/ 1512168 h 3960440"/>
              <a:gd name="connsiteX1-375" fmla="*/ 554477 w 3888432"/>
              <a:gd name="connsiteY1-376" fmla="*/ 3312368 h 3960440"/>
              <a:gd name="connsiteX2-377" fmla="*/ 1201638 w 3888432"/>
              <a:gd name="connsiteY2-378" fmla="*/ 3312368 h 3960440"/>
              <a:gd name="connsiteX3-379" fmla="*/ 1201638 w 3888432"/>
              <a:gd name="connsiteY3-380" fmla="*/ 1512168 h 3960440"/>
              <a:gd name="connsiteX4-381" fmla="*/ 554477 w 3888432"/>
              <a:gd name="connsiteY4-382" fmla="*/ 1512168 h 3960440"/>
              <a:gd name="connsiteX5-383" fmla="*/ 2840340 w 3888432"/>
              <a:gd name="connsiteY5-384" fmla="*/ 1479943 h 3960440"/>
              <a:gd name="connsiteX6-385" fmla="*/ 2136833 w 3888432"/>
              <a:gd name="connsiteY6-386" fmla="*/ 1785510 h 3960440"/>
              <a:gd name="connsiteX7-387" fmla="*/ 2136833 w 3888432"/>
              <a:gd name="connsiteY7-388" fmla="*/ 1510185 h 3960440"/>
              <a:gd name="connsiteX8-389" fmla="*/ 1489672 w 3888432"/>
              <a:gd name="connsiteY8-390" fmla="*/ 1510185 h 3960440"/>
              <a:gd name="connsiteX9-391" fmla="*/ 1489672 w 3888432"/>
              <a:gd name="connsiteY9-392" fmla="*/ 3310385 h 3960440"/>
              <a:gd name="connsiteX10-393" fmla="*/ 2136833 w 3888432"/>
              <a:gd name="connsiteY10-394" fmla="*/ 3310385 h 3960440"/>
              <a:gd name="connsiteX11-395" fmla="*/ 2147184 w 3888432"/>
              <a:gd name="connsiteY11-396" fmla="*/ 2155564 h 3960440"/>
              <a:gd name="connsiteX12-397" fmla="*/ 2673919 w 3888432"/>
              <a:gd name="connsiteY12-398" fmla="*/ 2138897 h 3960440"/>
              <a:gd name="connsiteX13-399" fmla="*/ 2679688 w 3888432"/>
              <a:gd name="connsiteY13-400" fmla="*/ 3312366 h 3960440"/>
              <a:gd name="connsiteX14-401" fmla="*/ 3326849 w 3888432"/>
              <a:gd name="connsiteY14-402" fmla="*/ 3312366 h 3960440"/>
              <a:gd name="connsiteX15-403" fmla="*/ 3333768 w 3888432"/>
              <a:gd name="connsiteY15-404" fmla="*/ 2128613 h 3960440"/>
              <a:gd name="connsiteX16-405" fmla="*/ 2840340 w 3888432"/>
              <a:gd name="connsiteY16-406" fmla="*/ 1479943 h 3960440"/>
              <a:gd name="connsiteX17-407" fmla="*/ 878058 w 3888432"/>
              <a:gd name="connsiteY17-408" fmla="*/ 648072 h 3960440"/>
              <a:gd name="connsiteX18-409" fmla="*/ 554477 w 3888432"/>
              <a:gd name="connsiteY18-410" fmla="*/ 971653 h 3960440"/>
              <a:gd name="connsiteX19-411" fmla="*/ 878058 w 3888432"/>
              <a:gd name="connsiteY19-412" fmla="*/ 1295234 h 3960440"/>
              <a:gd name="connsiteX20-413" fmla="*/ 1201639 w 3888432"/>
              <a:gd name="connsiteY20-414" fmla="*/ 971653 h 3960440"/>
              <a:gd name="connsiteX21-415" fmla="*/ 878058 w 3888432"/>
              <a:gd name="connsiteY21-416" fmla="*/ 648072 h 3960440"/>
              <a:gd name="connsiteX22-417" fmla="*/ 333511 w 3888432"/>
              <a:gd name="connsiteY22-418" fmla="*/ 0 h 3960440"/>
              <a:gd name="connsiteX23-419" fmla="*/ 3554921 w 3888432"/>
              <a:gd name="connsiteY23-420" fmla="*/ 0 h 3960440"/>
              <a:gd name="connsiteX24-421" fmla="*/ 3888432 w 3888432"/>
              <a:gd name="connsiteY24-422" fmla="*/ 333511 h 3960440"/>
              <a:gd name="connsiteX25-423" fmla="*/ 3888432 w 3888432"/>
              <a:gd name="connsiteY25-424" fmla="*/ 3626929 h 3960440"/>
              <a:gd name="connsiteX26-425" fmla="*/ 3554921 w 3888432"/>
              <a:gd name="connsiteY26-426" fmla="*/ 3960440 h 3960440"/>
              <a:gd name="connsiteX27-427" fmla="*/ 333511 w 3888432"/>
              <a:gd name="connsiteY27-428" fmla="*/ 3960440 h 3960440"/>
              <a:gd name="connsiteX28-429" fmla="*/ 0 w 3888432"/>
              <a:gd name="connsiteY28-430" fmla="*/ 3626929 h 3960440"/>
              <a:gd name="connsiteX29-431" fmla="*/ 0 w 3888432"/>
              <a:gd name="connsiteY29-432" fmla="*/ 333511 h 3960440"/>
              <a:gd name="connsiteX30-433" fmla="*/ 333511 w 3888432"/>
              <a:gd name="connsiteY30-434" fmla="*/ 0 h 3960440"/>
              <a:gd name="connsiteX0-435" fmla="*/ 554477 w 3888432"/>
              <a:gd name="connsiteY0-436" fmla="*/ 1512168 h 3960440"/>
              <a:gd name="connsiteX1-437" fmla="*/ 554477 w 3888432"/>
              <a:gd name="connsiteY1-438" fmla="*/ 3312368 h 3960440"/>
              <a:gd name="connsiteX2-439" fmla="*/ 1201638 w 3888432"/>
              <a:gd name="connsiteY2-440" fmla="*/ 3312368 h 3960440"/>
              <a:gd name="connsiteX3-441" fmla="*/ 1201638 w 3888432"/>
              <a:gd name="connsiteY3-442" fmla="*/ 1512168 h 3960440"/>
              <a:gd name="connsiteX4-443" fmla="*/ 554477 w 3888432"/>
              <a:gd name="connsiteY4-444" fmla="*/ 1512168 h 3960440"/>
              <a:gd name="connsiteX5-445" fmla="*/ 2840340 w 3888432"/>
              <a:gd name="connsiteY5-446" fmla="*/ 1479943 h 3960440"/>
              <a:gd name="connsiteX6-447" fmla="*/ 2136833 w 3888432"/>
              <a:gd name="connsiteY6-448" fmla="*/ 1785510 h 3960440"/>
              <a:gd name="connsiteX7-449" fmla="*/ 2136833 w 3888432"/>
              <a:gd name="connsiteY7-450" fmla="*/ 1510185 h 3960440"/>
              <a:gd name="connsiteX8-451" fmla="*/ 1489672 w 3888432"/>
              <a:gd name="connsiteY8-452" fmla="*/ 1510185 h 3960440"/>
              <a:gd name="connsiteX9-453" fmla="*/ 1489672 w 3888432"/>
              <a:gd name="connsiteY9-454" fmla="*/ 3310385 h 3960440"/>
              <a:gd name="connsiteX10-455" fmla="*/ 2136833 w 3888432"/>
              <a:gd name="connsiteY10-456" fmla="*/ 3310385 h 3960440"/>
              <a:gd name="connsiteX11-457" fmla="*/ 2147184 w 3888432"/>
              <a:gd name="connsiteY11-458" fmla="*/ 2155564 h 3960440"/>
              <a:gd name="connsiteX12-459" fmla="*/ 2673919 w 3888432"/>
              <a:gd name="connsiteY12-460" fmla="*/ 2138897 h 3960440"/>
              <a:gd name="connsiteX13-461" fmla="*/ 2679688 w 3888432"/>
              <a:gd name="connsiteY13-462" fmla="*/ 3312366 h 3960440"/>
              <a:gd name="connsiteX14-463" fmla="*/ 3326849 w 3888432"/>
              <a:gd name="connsiteY14-464" fmla="*/ 3312366 h 3960440"/>
              <a:gd name="connsiteX15-465" fmla="*/ 3333768 w 3888432"/>
              <a:gd name="connsiteY15-466" fmla="*/ 2128613 h 3960440"/>
              <a:gd name="connsiteX16-467" fmla="*/ 2840340 w 3888432"/>
              <a:gd name="connsiteY16-468" fmla="*/ 1479943 h 3960440"/>
              <a:gd name="connsiteX17-469" fmla="*/ 878058 w 3888432"/>
              <a:gd name="connsiteY17-470" fmla="*/ 648072 h 3960440"/>
              <a:gd name="connsiteX18-471" fmla="*/ 554477 w 3888432"/>
              <a:gd name="connsiteY18-472" fmla="*/ 971653 h 3960440"/>
              <a:gd name="connsiteX19-473" fmla="*/ 878058 w 3888432"/>
              <a:gd name="connsiteY19-474" fmla="*/ 1295234 h 3960440"/>
              <a:gd name="connsiteX20-475" fmla="*/ 1201639 w 3888432"/>
              <a:gd name="connsiteY20-476" fmla="*/ 971653 h 3960440"/>
              <a:gd name="connsiteX21-477" fmla="*/ 878058 w 3888432"/>
              <a:gd name="connsiteY21-478" fmla="*/ 648072 h 3960440"/>
              <a:gd name="connsiteX22-479" fmla="*/ 333511 w 3888432"/>
              <a:gd name="connsiteY22-480" fmla="*/ 0 h 3960440"/>
              <a:gd name="connsiteX23-481" fmla="*/ 3554921 w 3888432"/>
              <a:gd name="connsiteY23-482" fmla="*/ 0 h 3960440"/>
              <a:gd name="connsiteX24-483" fmla="*/ 3888432 w 3888432"/>
              <a:gd name="connsiteY24-484" fmla="*/ 333511 h 3960440"/>
              <a:gd name="connsiteX25-485" fmla="*/ 3888432 w 3888432"/>
              <a:gd name="connsiteY25-486" fmla="*/ 3626929 h 3960440"/>
              <a:gd name="connsiteX26-487" fmla="*/ 3554921 w 3888432"/>
              <a:gd name="connsiteY26-488" fmla="*/ 3960440 h 3960440"/>
              <a:gd name="connsiteX27-489" fmla="*/ 333511 w 3888432"/>
              <a:gd name="connsiteY27-490" fmla="*/ 3960440 h 3960440"/>
              <a:gd name="connsiteX28-491" fmla="*/ 0 w 3888432"/>
              <a:gd name="connsiteY28-492" fmla="*/ 3626929 h 3960440"/>
              <a:gd name="connsiteX29-493" fmla="*/ 0 w 3888432"/>
              <a:gd name="connsiteY29-494" fmla="*/ 333511 h 3960440"/>
              <a:gd name="connsiteX30-495" fmla="*/ 333511 w 3888432"/>
              <a:gd name="connsiteY30-496" fmla="*/ 0 h 39604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/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-1" fmla="*/ 3160999 w 3960000"/>
              <a:gd name="connsiteY0-2" fmla="*/ 1374274 h 3960000"/>
              <a:gd name="connsiteX1-3" fmla="*/ 3155132 w 3960000"/>
              <a:gd name="connsiteY1-4" fmla="*/ 1419362 h 3960000"/>
              <a:gd name="connsiteX2-5" fmla="*/ 3155131 w 3960000"/>
              <a:gd name="connsiteY2-6" fmla="*/ 1419362 h 3960000"/>
              <a:gd name="connsiteX3-7" fmla="*/ 3160999 w 3960000"/>
              <a:gd name="connsiteY3-8" fmla="*/ 1374274 h 3960000"/>
              <a:gd name="connsiteX4-9" fmla="*/ 2538382 w 3960000"/>
              <a:gd name="connsiteY4-10" fmla="*/ 802616 h 3960000"/>
              <a:gd name="connsiteX5-11" fmla="*/ 1921633 w 3960000"/>
              <a:gd name="connsiteY5-12" fmla="*/ 1419365 h 3960000"/>
              <a:gd name="connsiteX6-13" fmla="*/ 1942445 w 3960000"/>
              <a:gd name="connsiteY6-14" fmla="*/ 1570340 h 3960000"/>
              <a:gd name="connsiteX7-15" fmla="*/ 752016 w 3960000"/>
              <a:gd name="connsiteY7-16" fmla="*/ 931012 h 3960000"/>
              <a:gd name="connsiteX8-17" fmla="*/ 934030 w 3960000"/>
              <a:gd name="connsiteY8-18" fmla="*/ 1745738 h 3960000"/>
              <a:gd name="connsiteX9-19" fmla="*/ 665343 w 3960000"/>
              <a:gd name="connsiteY9-20" fmla="*/ 1650397 h 3960000"/>
              <a:gd name="connsiteX10-21" fmla="*/ 1111709 w 3960000"/>
              <a:gd name="connsiteY10-22" fmla="*/ 2257108 h 3960000"/>
              <a:gd name="connsiteX11-23" fmla="*/ 856023 w 3960000"/>
              <a:gd name="connsiteY11-24" fmla="*/ 2244108 h 3960000"/>
              <a:gd name="connsiteX12-25" fmla="*/ 1402064 w 3960000"/>
              <a:gd name="connsiteY12-26" fmla="*/ 2660137 h 3960000"/>
              <a:gd name="connsiteX13-27" fmla="*/ 552668 w 3960000"/>
              <a:gd name="connsiteY13-28" fmla="*/ 2902822 h 3960000"/>
              <a:gd name="connsiteX14-29" fmla="*/ 1978439 w 3960000"/>
              <a:gd name="connsiteY14-30" fmla="*/ 3093502 h 3960000"/>
              <a:gd name="connsiteX15-31" fmla="*/ 3053184 w 3960000"/>
              <a:gd name="connsiteY15-32" fmla="*/ 2031759 h 3960000"/>
              <a:gd name="connsiteX16-33" fmla="*/ 3207849 w 3960000"/>
              <a:gd name="connsiteY16-34" fmla="*/ 1493166 h 3960000"/>
              <a:gd name="connsiteX17-35" fmla="*/ 3407333 w 3960000"/>
              <a:gd name="connsiteY17-36" fmla="*/ 1117847 h 3960000"/>
              <a:gd name="connsiteX18-37" fmla="*/ 3108461 w 3960000"/>
              <a:gd name="connsiteY18-38" fmla="*/ 1185086 h 3960000"/>
              <a:gd name="connsiteX19-39" fmla="*/ 3334650 w 3960000"/>
              <a:gd name="connsiteY19-40" fmla="*/ 883134 h 3960000"/>
              <a:gd name="connsiteX20-41" fmla="*/ 2995677 w 3960000"/>
              <a:gd name="connsiteY20-42" fmla="*/ 1008938 h 3960000"/>
              <a:gd name="connsiteX21-43" fmla="*/ 2538382 w 3960000"/>
              <a:gd name="connsiteY21-44" fmla="*/ 802616 h 3960000"/>
              <a:gd name="connsiteX22-45" fmla="*/ 308009 w 3960000"/>
              <a:gd name="connsiteY22-46" fmla="*/ 0 h 3960000"/>
              <a:gd name="connsiteX23-47" fmla="*/ 3651991 w 3960000"/>
              <a:gd name="connsiteY23-48" fmla="*/ 0 h 3960000"/>
              <a:gd name="connsiteX24-49" fmla="*/ 3960000 w 3960000"/>
              <a:gd name="connsiteY24-50" fmla="*/ 308009 h 3960000"/>
              <a:gd name="connsiteX25-51" fmla="*/ 3960000 w 3960000"/>
              <a:gd name="connsiteY25-52" fmla="*/ 3651991 h 3960000"/>
              <a:gd name="connsiteX26-53" fmla="*/ 3651991 w 3960000"/>
              <a:gd name="connsiteY26-54" fmla="*/ 3960000 h 3960000"/>
              <a:gd name="connsiteX27-55" fmla="*/ 308009 w 3960000"/>
              <a:gd name="connsiteY27-56" fmla="*/ 3960000 h 3960000"/>
              <a:gd name="connsiteX28-57" fmla="*/ 0 w 3960000"/>
              <a:gd name="connsiteY28-58" fmla="*/ 3651991 h 3960000"/>
              <a:gd name="connsiteX29-59" fmla="*/ 0 w 3960000"/>
              <a:gd name="connsiteY29-60" fmla="*/ 308009 h 3960000"/>
              <a:gd name="connsiteX30-61" fmla="*/ 308009 w 3960000"/>
              <a:gd name="connsiteY30-62" fmla="*/ 0 h 3960000"/>
              <a:gd name="connsiteX0-63" fmla="*/ 3160999 w 3960000"/>
              <a:gd name="connsiteY0-64" fmla="*/ 1374274 h 3960000"/>
              <a:gd name="connsiteX1-65" fmla="*/ 3155132 w 3960000"/>
              <a:gd name="connsiteY1-66" fmla="*/ 1419362 h 3960000"/>
              <a:gd name="connsiteX2-67" fmla="*/ 3160999 w 3960000"/>
              <a:gd name="connsiteY2-68" fmla="*/ 1374274 h 3960000"/>
              <a:gd name="connsiteX3-69" fmla="*/ 2538382 w 3960000"/>
              <a:gd name="connsiteY3-70" fmla="*/ 802616 h 3960000"/>
              <a:gd name="connsiteX4-71" fmla="*/ 1921633 w 3960000"/>
              <a:gd name="connsiteY4-72" fmla="*/ 1419365 h 3960000"/>
              <a:gd name="connsiteX5-73" fmla="*/ 1942445 w 3960000"/>
              <a:gd name="connsiteY5-74" fmla="*/ 1570340 h 3960000"/>
              <a:gd name="connsiteX6-75" fmla="*/ 752016 w 3960000"/>
              <a:gd name="connsiteY6-76" fmla="*/ 931012 h 3960000"/>
              <a:gd name="connsiteX7-77" fmla="*/ 934030 w 3960000"/>
              <a:gd name="connsiteY7-78" fmla="*/ 1745738 h 3960000"/>
              <a:gd name="connsiteX8-79" fmla="*/ 665343 w 3960000"/>
              <a:gd name="connsiteY8-80" fmla="*/ 1650397 h 3960000"/>
              <a:gd name="connsiteX9-81" fmla="*/ 1111709 w 3960000"/>
              <a:gd name="connsiteY9-82" fmla="*/ 2257108 h 3960000"/>
              <a:gd name="connsiteX10-83" fmla="*/ 856023 w 3960000"/>
              <a:gd name="connsiteY10-84" fmla="*/ 2244108 h 3960000"/>
              <a:gd name="connsiteX11-85" fmla="*/ 1402064 w 3960000"/>
              <a:gd name="connsiteY11-86" fmla="*/ 2660137 h 3960000"/>
              <a:gd name="connsiteX12-87" fmla="*/ 552668 w 3960000"/>
              <a:gd name="connsiteY12-88" fmla="*/ 2902822 h 3960000"/>
              <a:gd name="connsiteX13-89" fmla="*/ 1978439 w 3960000"/>
              <a:gd name="connsiteY13-90" fmla="*/ 3093502 h 3960000"/>
              <a:gd name="connsiteX14-91" fmla="*/ 3053184 w 3960000"/>
              <a:gd name="connsiteY14-92" fmla="*/ 2031759 h 3960000"/>
              <a:gd name="connsiteX15-93" fmla="*/ 3207849 w 3960000"/>
              <a:gd name="connsiteY15-94" fmla="*/ 1493166 h 3960000"/>
              <a:gd name="connsiteX16-95" fmla="*/ 3407333 w 3960000"/>
              <a:gd name="connsiteY16-96" fmla="*/ 1117847 h 3960000"/>
              <a:gd name="connsiteX17-97" fmla="*/ 3108461 w 3960000"/>
              <a:gd name="connsiteY17-98" fmla="*/ 1185086 h 3960000"/>
              <a:gd name="connsiteX18-99" fmla="*/ 3334650 w 3960000"/>
              <a:gd name="connsiteY18-100" fmla="*/ 883134 h 3960000"/>
              <a:gd name="connsiteX19-101" fmla="*/ 2995677 w 3960000"/>
              <a:gd name="connsiteY19-102" fmla="*/ 1008938 h 3960000"/>
              <a:gd name="connsiteX20-103" fmla="*/ 2538382 w 3960000"/>
              <a:gd name="connsiteY20-104" fmla="*/ 802616 h 3960000"/>
              <a:gd name="connsiteX21-105" fmla="*/ 308009 w 3960000"/>
              <a:gd name="connsiteY21-106" fmla="*/ 0 h 3960000"/>
              <a:gd name="connsiteX22-107" fmla="*/ 3651991 w 3960000"/>
              <a:gd name="connsiteY22-108" fmla="*/ 0 h 3960000"/>
              <a:gd name="connsiteX23-109" fmla="*/ 3960000 w 3960000"/>
              <a:gd name="connsiteY23-110" fmla="*/ 308009 h 3960000"/>
              <a:gd name="connsiteX24-111" fmla="*/ 3960000 w 3960000"/>
              <a:gd name="connsiteY24-112" fmla="*/ 3651991 h 3960000"/>
              <a:gd name="connsiteX25-113" fmla="*/ 3651991 w 3960000"/>
              <a:gd name="connsiteY25-114" fmla="*/ 3960000 h 3960000"/>
              <a:gd name="connsiteX26-115" fmla="*/ 308009 w 3960000"/>
              <a:gd name="connsiteY26-116" fmla="*/ 3960000 h 3960000"/>
              <a:gd name="connsiteX27-117" fmla="*/ 0 w 3960000"/>
              <a:gd name="connsiteY27-118" fmla="*/ 3651991 h 3960000"/>
              <a:gd name="connsiteX28-119" fmla="*/ 0 w 3960000"/>
              <a:gd name="connsiteY28-120" fmla="*/ 308009 h 3960000"/>
              <a:gd name="connsiteX29-121" fmla="*/ 308009 w 3960000"/>
              <a:gd name="connsiteY29-122" fmla="*/ 0 h 3960000"/>
              <a:gd name="connsiteX0-123" fmla="*/ 3160999 w 3960000"/>
              <a:gd name="connsiteY0-124" fmla="*/ 1374274 h 3960000"/>
              <a:gd name="connsiteX1-125" fmla="*/ 3155132 w 3960000"/>
              <a:gd name="connsiteY1-126" fmla="*/ 1419362 h 3960000"/>
              <a:gd name="connsiteX2-127" fmla="*/ 3160999 w 3960000"/>
              <a:gd name="connsiteY2-128" fmla="*/ 1374274 h 3960000"/>
              <a:gd name="connsiteX3-129" fmla="*/ 2538382 w 3960000"/>
              <a:gd name="connsiteY3-130" fmla="*/ 802616 h 3960000"/>
              <a:gd name="connsiteX4-131" fmla="*/ 1921633 w 3960000"/>
              <a:gd name="connsiteY4-132" fmla="*/ 1419365 h 3960000"/>
              <a:gd name="connsiteX5-133" fmla="*/ 1942445 w 3960000"/>
              <a:gd name="connsiteY5-134" fmla="*/ 1570340 h 3960000"/>
              <a:gd name="connsiteX6-135" fmla="*/ 752016 w 3960000"/>
              <a:gd name="connsiteY6-136" fmla="*/ 931012 h 3960000"/>
              <a:gd name="connsiteX7-137" fmla="*/ 934030 w 3960000"/>
              <a:gd name="connsiteY7-138" fmla="*/ 1745738 h 3960000"/>
              <a:gd name="connsiteX8-139" fmla="*/ 665343 w 3960000"/>
              <a:gd name="connsiteY8-140" fmla="*/ 1650397 h 3960000"/>
              <a:gd name="connsiteX9-141" fmla="*/ 1111709 w 3960000"/>
              <a:gd name="connsiteY9-142" fmla="*/ 2257108 h 3960000"/>
              <a:gd name="connsiteX10-143" fmla="*/ 856023 w 3960000"/>
              <a:gd name="connsiteY10-144" fmla="*/ 2244108 h 3960000"/>
              <a:gd name="connsiteX11-145" fmla="*/ 1402064 w 3960000"/>
              <a:gd name="connsiteY11-146" fmla="*/ 2660137 h 3960000"/>
              <a:gd name="connsiteX12-147" fmla="*/ 552668 w 3960000"/>
              <a:gd name="connsiteY12-148" fmla="*/ 2902822 h 3960000"/>
              <a:gd name="connsiteX13-149" fmla="*/ 1978439 w 3960000"/>
              <a:gd name="connsiteY13-150" fmla="*/ 3093502 h 3960000"/>
              <a:gd name="connsiteX14-151" fmla="*/ 3053184 w 3960000"/>
              <a:gd name="connsiteY14-152" fmla="*/ 2031759 h 3960000"/>
              <a:gd name="connsiteX15-153" fmla="*/ 3207849 w 3960000"/>
              <a:gd name="connsiteY15-154" fmla="*/ 1493166 h 3960000"/>
              <a:gd name="connsiteX16-155" fmla="*/ 3407333 w 3960000"/>
              <a:gd name="connsiteY16-156" fmla="*/ 1117847 h 3960000"/>
              <a:gd name="connsiteX17-157" fmla="*/ 3140091 w 3960000"/>
              <a:gd name="connsiteY17-158" fmla="*/ 1227260 h 3960000"/>
              <a:gd name="connsiteX18-159" fmla="*/ 3334650 w 3960000"/>
              <a:gd name="connsiteY18-160" fmla="*/ 883134 h 3960000"/>
              <a:gd name="connsiteX19-161" fmla="*/ 2995677 w 3960000"/>
              <a:gd name="connsiteY19-162" fmla="*/ 1008938 h 3960000"/>
              <a:gd name="connsiteX20-163" fmla="*/ 2538382 w 3960000"/>
              <a:gd name="connsiteY20-164" fmla="*/ 802616 h 3960000"/>
              <a:gd name="connsiteX21-165" fmla="*/ 308009 w 3960000"/>
              <a:gd name="connsiteY21-166" fmla="*/ 0 h 3960000"/>
              <a:gd name="connsiteX22-167" fmla="*/ 3651991 w 3960000"/>
              <a:gd name="connsiteY22-168" fmla="*/ 0 h 3960000"/>
              <a:gd name="connsiteX23-169" fmla="*/ 3960000 w 3960000"/>
              <a:gd name="connsiteY23-170" fmla="*/ 308009 h 3960000"/>
              <a:gd name="connsiteX24-171" fmla="*/ 3960000 w 3960000"/>
              <a:gd name="connsiteY24-172" fmla="*/ 3651991 h 3960000"/>
              <a:gd name="connsiteX25-173" fmla="*/ 3651991 w 3960000"/>
              <a:gd name="connsiteY25-174" fmla="*/ 3960000 h 3960000"/>
              <a:gd name="connsiteX26-175" fmla="*/ 308009 w 3960000"/>
              <a:gd name="connsiteY26-176" fmla="*/ 3960000 h 3960000"/>
              <a:gd name="connsiteX27-177" fmla="*/ 0 w 3960000"/>
              <a:gd name="connsiteY27-178" fmla="*/ 3651991 h 3960000"/>
              <a:gd name="connsiteX28-179" fmla="*/ 0 w 3960000"/>
              <a:gd name="connsiteY28-180" fmla="*/ 308009 h 3960000"/>
              <a:gd name="connsiteX29-181" fmla="*/ 308009 w 3960000"/>
              <a:gd name="connsiteY29-182" fmla="*/ 0 h 3960000"/>
              <a:gd name="connsiteX0-183" fmla="*/ 3160999 w 3960000"/>
              <a:gd name="connsiteY0-184" fmla="*/ 1374274 h 3960000"/>
              <a:gd name="connsiteX1-185" fmla="*/ 3155132 w 3960000"/>
              <a:gd name="connsiteY1-186" fmla="*/ 1419362 h 3960000"/>
              <a:gd name="connsiteX2-187" fmla="*/ 3160999 w 3960000"/>
              <a:gd name="connsiteY2-188" fmla="*/ 1374274 h 3960000"/>
              <a:gd name="connsiteX3-189" fmla="*/ 2538382 w 3960000"/>
              <a:gd name="connsiteY3-190" fmla="*/ 802616 h 3960000"/>
              <a:gd name="connsiteX4-191" fmla="*/ 1921633 w 3960000"/>
              <a:gd name="connsiteY4-192" fmla="*/ 1419365 h 3960000"/>
              <a:gd name="connsiteX5-193" fmla="*/ 1942445 w 3960000"/>
              <a:gd name="connsiteY5-194" fmla="*/ 1570340 h 3960000"/>
              <a:gd name="connsiteX6-195" fmla="*/ 752016 w 3960000"/>
              <a:gd name="connsiteY6-196" fmla="*/ 931012 h 3960000"/>
              <a:gd name="connsiteX7-197" fmla="*/ 934030 w 3960000"/>
              <a:gd name="connsiteY7-198" fmla="*/ 1745738 h 3960000"/>
              <a:gd name="connsiteX8-199" fmla="*/ 665343 w 3960000"/>
              <a:gd name="connsiteY8-200" fmla="*/ 1650397 h 3960000"/>
              <a:gd name="connsiteX9-201" fmla="*/ 1111709 w 3960000"/>
              <a:gd name="connsiteY9-202" fmla="*/ 2257108 h 3960000"/>
              <a:gd name="connsiteX10-203" fmla="*/ 856023 w 3960000"/>
              <a:gd name="connsiteY10-204" fmla="*/ 2244108 h 3960000"/>
              <a:gd name="connsiteX11-205" fmla="*/ 1402064 w 3960000"/>
              <a:gd name="connsiteY11-206" fmla="*/ 2660137 h 3960000"/>
              <a:gd name="connsiteX12-207" fmla="*/ 552668 w 3960000"/>
              <a:gd name="connsiteY12-208" fmla="*/ 2902822 h 3960000"/>
              <a:gd name="connsiteX13-209" fmla="*/ 1978439 w 3960000"/>
              <a:gd name="connsiteY13-210" fmla="*/ 3093502 h 3960000"/>
              <a:gd name="connsiteX14-211" fmla="*/ 3053184 w 3960000"/>
              <a:gd name="connsiteY14-212" fmla="*/ 2031759 h 3960000"/>
              <a:gd name="connsiteX15-213" fmla="*/ 3207849 w 3960000"/>
              <a:gd name="connsiteY15-214" fmla="*/ 1493166 h 3960000"/>
              <a:gd name="connsiteX16-215" fmla="*/ 3449507 w 3960000"/>
              <a:gd name="connsiteY16-216" fmla="*/ 1170564 h 3960000"/>
              <a:gd name="connsiteX17-217" fmla="*/ 3140091 w 3960000"/>
              <a:gd name="connsiteY17-218" fmla="*/ 1227260 h 3960000"/>
              <a:gd name="connsiteX18-219" fmla="*/ 3334650 w 3960000"/>
              <a:gd name="connsiteY18-220" fmla="*/ 883134 h 3960000"/>
              <a:gd name="connsiteX19-221" fmla="*/ 2995677 w 3960000"/>
              <a:gd name="connsiteY19-222" fmla="*/ 1008938 h 3960000"/>
              <a:gd name="connsiteX20-223" fmla="*/ 2538382 w 3960000"/>
              <a:gd name="connsiteY20-224" fmla="*/ 802616 h 3960000"/>
              <a:gd name="connsiteX21-225" fmla="*/ 308009 w 3960000"/>
              <a:gd name="connsiteY21-226" fmla="*/ 0 h 3960000"/>
              <a:gd name="connsiteX22-227" fmla="*/ 3651991 w 3960000"/>
              <a:gd name="connsiteY22-228" fmla="*/ 0 h 3960000"/>
              <a:gd name="connsiteX23-229" fmla="*/ 3960000 w 3960000"/>
              <a:gd name="connsiteY23-230" fmla="*/ 308009 h 3960000"/>
              <a:gd name="connsiteX24-231" fmla="*/ 3960000 w 3960000"/>
              <a:gd name="connsiteY24-232" fmla="*/ 3651991 h 3960000"/>
              <a:gd name="connsiteX25-233" fmla="*/ 3651991 w 3960000"/>
              <a:gd name="connsiteY25-234" fmla="*/ 3960000 h 3960000"/>
              <a:gd name="connsiteX26-235" fmla="*/ 308009 w 3960000"/>
              <a:gd name="connsiteY26-236" fmla="*/ 3960000 h 3960000"/>
              <a:gd name="connsiteX27-237" fmla="*/ 0 w 3960000"/>
              <a:gd name="connsiteY27-238" fmla="*/ 3651991 h 3960000"/>
              <a:gd name="connsiteX28-239" fmla="*/ 0 w 3960000"/>
              <a:gd name="connsiteY28-240" fmla="*/ 308009 h 3960000"/>
              <a:gd name="connsiteX29-241" fmla="*/ 308009 w 3960000"/>
              <a:gd name="connsiteY29-242" fmla="*/ 0 h 3960000"/>
              <a:gd name="connsiteX0-243" fmla="*/ 3160999 w 3960000"/>
              <a:gd name="connsiteY0-244" fmla="*/ 1374274 h 3960000"/>
              <a:gd name="connsiteX1-245" fmla="*/ 3155132 w 3960000"/>
              <a:gd name="connsiteY1-246" fmla="*/ 1419362 h 3960000"/>
              <a:gd name="connsiteX2-247" fmla="*/ 3160999 w 3960000"/>
              <a:gd name="connsiteY2-248" fmla="*/ 1374274 h 3960000"/>
              <a:gd name="connsiteX3-249" fmla="*/ 2538382 w 3960000"/>
              <a:gd name="connsiteY3-250" fmla="*/ 802616 h 3960000"/>
              <a:gd name="connsiteX4-251" fmla="*/ 1921633 w 3960000"/>
              <a:gd name="connsiteY4-252" fmla="*/ 1419365 h 3960000"/>
              <a:gd name="connsiteX5-253" fmla="*/ 1942445 w 3960000"/>
              <a:gd name="connsiteY5-254" fmla="*/ 1570340 h 3960000"/>
              <a:gd name="connsiteX6-255" fmla="*/ 752016 w 3960000"/>
              <a:gd name="connsiteY6-256" fmla="*/ 931012 h 3960000"/>
              <a:gd name="connsiteX7-257" fmla="*/ 934030 w 3960000"/>
              <a:gd name="connsiteY7-258" fmla="*/ 1745738 h 3960000"/>
              <a:gd name="connsiteX8-259" fmla="*/ 665343 w 3960000"/>
              <a:gd name="connsiteY8-260" fmla="*/ 1650397 h 3960000"/>
              <a:gd name="connsiteX9-261" fmla="*/ 1111709 w 3960000"/>
              <a:gd name="connsiteY9-262" fmla="*/ 2257108 h 3960000"/>
              <a:gd name="connsiteX10-263" fmla="*/ 856023 w 3960000"/>
              <a:gd name="connsiteY10-264" fmla="*/ 2244108 h 3960000"/>
              <a:gd name="connsiteX11-265" fmla="*/ 1402064 w 3960000"/>
              <a:gd name="connsiteY11-266" fmla="*/ 2660137 h 3960000"/>
              <a:gd name="connsiteX12-267" fmla="*/ 552668 w 3960000"/>
              <a:gd name="connsiteY12-268" fmla="*/ 2902822 h 3960000"/>
              <a:gd name="connsiteX13-269" fmla="*/ 1978439 w 3960000"/>
              <a:gd name="connsiteY13-270" fmla="*/ 3093502 h 3960000"/>
              <a:gd name="connsiteX14-271" fmla="*/ 3053184 w 3960000"/>
              <a:gd name="connsiteY14-272" fmla="*/ 2031759 h 3960000"/>
              <a:gd name="connsiteX15-273" fmla="*/ 3207849 w 3960000"/>
              <a:gd name="connsiteY15-274" fmla="*/ 1493166 h 3960000"/>
              <a:gd name="connsiteX16-275" fmla="*/ 3449507 w 3960000"/>
              <a:gd name="connsiteY16-276" fmla="*/ 1170564 h 3960000"/>
              <a:gd name="connsiteX17-277" fmla="*/ 3140091 w 3960000"/>
              <a:gd name="connsiteY17-278" fmla="*/ 1227260 h 3960000"/>
              <a:gd name="connsiteX18-279" fmla="*/ 3324107 w 3960000"/>
              <a:gd name="connsiteY18-280" fmla="*/ 851504 h 3960000"/>
              <a:gd name="connsiteX19-281" fmla="*/ 2995677 w 3960000"/>
              <a:gd name="connsiteY19-282" fmla="*/ 1008938 h 3960000"/>
              <a:gd name="connsiteX20-283" fmla="*/ 2538382 w 3960000"/>
              <a:gd name="connsiteY20-284" fmla="*/ 802616 h 3960000"/>
              <a:gd name="connsiteX21-285" fmla="*/ 308009 w 3960000"/>
              <a:gd name="connsiteY21-286" fmla="*/ 0 h 3960000"/>
              <a:gd name="connsiteX22-287" fmla="*/ 3651991 w 3960000"/>
              <a:gd name="connsiteY22-288" fmla="*/ 0 h 3960000"/>
              <a:gd name="connsiteX23-289" fmla="*/ 3960000 w 3960000"/>
              <a:gd name="connsiteY23-290" fmla="*/ 308009 h 3960000"/>
              <a:gd name="connsiteX24-291" fmla="*/ 3960000 w 3960000"/>
              <a:gd name="connsiteY24-292" fmla="*/ 3651991 h 3960000"/>
              <a:gd name="connsiteX25-293" fmla="*/ 3651991 w 3960000"/>
              <a:gd name="connsiteY25-294" fmla="*/ 3960000 h 3960000"/>
              <a:gd name="connsiteX26-295" fmla="*/ 308009 w 3960000"/>
              <a:gd name="connsiteY26-296" fmla="*/ 3960000 h 3960000"/>
              <a:gd name="connsiteX27-297" fmla="*/ 0 w 3960000"/>
              <a:gd name="connsiteY27-298" fmla="*/ 3651991 h 3960000"/>
              <a:gd name="connsiteX28-299" fmla="*/ 0 w 3960000"/>
              <a:gd name="connsiteY28-300" fmla="*/ 308009 h 3960000"/>
              <a:gd name="connsiteX29-301" fmla="*/ 308009 w 3960000"/>
              <a:gd name="connsiteY29-302" fmla="*/ 0 h 3960000"/>
              <a:gd name="connsiteX0-303" fmla="*/ 3160999 w 3960000"/>
              <a:gd name="connsiteY0-304" fmla="*/ 1374274 h 3960000"/>
              <a:gd name="connsiteX1-305" fmla="*/ 3155132 w 3960000"/>
              <a:gd name="connsiteY1-306" fmla="*/ 1419362 h 3960000"/>
              <a:gd name="connsiteX2-307" fmla="*/ 3160999 w 3960000"/>
              <a:gd name="connsiteY2-308" fmla="*/ 1374274 h 3960000"/>
              <a:gd name="connsiteX3-309" fmla="*/ 2538382 w 3960000"/>
              <a:gd name="connsiteY3-310" fmla="*/ 802616 h 3960000"/>
              <a:gd name="connsiteX4-311" fmla="*/ 1921633 w 3960000"/>
              <a:gd name="connsiteY4-312" fmla="*/ 1292845 h 3960000"/>
              <a:gd name="connsiteX5-313" fmla="*/ 1942445 w 3960000"/>
              <a:gd name="connsiteY5-314" fmla="*/ 1570340 h 3960000"/>
              <a:gd name="connsiteX6-315" fmla="*/ 752016 w 3960000"/>
              <a:gd name="connsiteY6-316" fmla="*/ 931012 h 3960000"/>
              <a:gd name="connsiteX7-317" fmla="*/ 934030 w 3960000"/>
              <a:gd name="connsiteY7-318" fmla="*/ 1745738 h 3960000"/>
              <a:gd name="connsiteX8-319" fmla="*/ 665343 w 3960000"/>
              <a:gd name="connsiteY8-320" fmla="*/ 1650397 h 3960000"/>
              <a:gd name="connsiteX9-321" fmla="*/ 1111709 w 3960000"/>
              <a:gd name="connsiteY9-322" fmla="*/ 2257108 h 3960000"/>
              <a:gd name="connsiteX10-323" fmla="*/ 856023 w 3960000"/>
              <a:gd name="connsiteY10-324" fmla="*/ 2244108 h 3960000"/>
              <a:gd name="connsiteX11-325" fmla="*/ 1402064 w 3960000"/>
              <a:gd name="connsiteY11-326" fmla="*/ 2660137 h 3960000"/>
              <a:gd name="connsiteX12-327" fmla="*/ 552668 w 3960000"/>
              <a:gd name="connsiteY12-328" fmla="*/ 2902822 h 3960000"/>
              <a:gd name="connsiteX13-329" fmla="*/ 1978439 w 3960000"/>
              <a:gd name="connsiteY13-330" fmla="*/ 3093502 h 3960000"/>
              <a:gd name="connsiteX14-331" fmla="*/ 3053184 w 3960000"/>
              <a:gd name="connsiteY14-332" fmla="*/ 2031759 h 3960000"/>
              <a:gd name="connsiteX15-333" fmla="*/ 3207849 w 3960000"/>
              <a:gd name="connsiteY15-334" fmla="*/ 1493166 h 3960000"/>
              <a:gd name="connsiteX16-335" fmla="*/ 3449507 w 3960000"/>
              <a:gd name="connsiteY16-336" fmla="*/ 1170564 h 3960000"/>
              <a:gd name="connsiteX17-337" fmla="*/ 3140091 w 3960000"/>
              <a:gd name="connsiteY17-338" fmla="*/ 1227260 h 3960000"/>
              <a:gd name="connsiteX18-339" fmla="*/ 3324107 w 3960000"/>
              <a:gd name="connsiteY18-340" fmla="*/ 851504 h 3960000"/>
              <a:gd name="connsiteX19-341" fmla="*/ 2995677 w 3960000"/>
              <a:gd name="connsiteY19-342" fmla="*/ 1008938 h 3960000"/>
              <a:gd name="connsiteX20-343" fmla="*/ 2538382 w 3960000"/>
              <a:gd name="connsiteY20-344" fmla="*/ 802616 h 3960000"/>
              <a:gd name="connsiteX21-345" fmla="*/ 308009 w 3960000"/>
              <a:gd name="connsiteY21-346" fmla="*/ 0 h 3960000"/>
              <a:gd name="connsiteX22-347" fmla="*/ 3651991 w 3960000"/>
              <a:gd name="connsiteY22-348" fmla="*/ 0 h 3960000"/>
              <a:gd name="connsiteX23-349" fmla="*/ 3960000 w 3960000"/>
              <a:gd name="connsiteY23-350" fmla="*/ 308009 h 3960000"/>
              <a:gd name="connsiteX24-351" fmla="*/ 3960000 w 3960000"/>
              <a:gd name="connsiteY24-352" fmla="*/ 3651991 h 3960000"/>
              <a:gd name="connsiteX25-353" fmla="*/ 3651991 w 3960000"/>
              <a:gd name="connsiteY25-354" fmla="*/ 3960000 h 3960000"/>
              <a:gd name="connsiteX26-355" fmla="*/ 308009 w 3960000"/>
              <a:gd name="connsiteY26-356" fmla="*/ 3960000 h 3960000"/>
              <a:gd name="connsiteX27-357" fmla="*/ 0 w 3960000"/>
              <a:gd name="connsiteY27-358" fmla="*/ 3651991 h 3960000"/>
              <a:gd name="connsiteX28-359" fmla="*/ 0 w 3960000"/>
              <a:gd name="connsiteY28-360" fmla="*/ 308009 h 3960000"/>
              <a:gd name="connsiteX29-361" fmla="*/ 308009 w 3960000"/>
              <a:gd name="connsiteY29-362" fmla="*/ 0 h 3960000"/>
              <a:gd name="connsiteX0-363" fmla="*/ 3160999 w 3960000"/>
              <a:gd name="connsiteY0-364" fmla="*/ 1374274 h 3960000"/>
              <a:gd name="connsiteX1-365" fmla="*/ 3155132 w 3960000"/>
              <a:gd name="connsiteY1-366" fmla="*/ 1419362 h 3960000"/>
              <a:gd name="connsiteX2-367" fmla="*/ 3160999 w 3960000"/>
              <a:gd name="connsiteY2-368" fmla="*/ 1374274 h 3960000"/>
              <a:gd name="connsiteX3-369" fmla="*/ 2496208 w 3960000"/>
              <a:gd name="connsiteY3-370" fmla="*/ 770986 h 3960000"/>
              <a:gd name="connsiteX4-371" fmla="*/ 1921633 w 3960000"/>
              <a:gd name="connsiteY4-372" fmla="*/ 1292845 h 3960000"/>
              <a:gd name="connsiteX5-373" fmla="*/ 1942445 w 3960000"/>
              <a:gd name="connsiteY5-374" fmla="*/ 1570340 h 3960000"/>
              <a:gd name="connsiteX6-375" fmla="*/ 752016 w 3960000"/>
              <a:gd name="connsiteY6-376" fmla="*/ 931012 h 3960000"/>
              <a:gd name="connsiteX7-377" fmla="*/ 934030 w 3960000"/>
              <a:gd name="connsiteY7-378" fmla="*/ 1745738 h 3960000"/>
              <a:gd name="connsiteX8-379" fmla="*/ 665343 w 3960000"/>
              <a:gd name="connsiteY8-380" fmla="*/ 1650397 h 3960000"/>
              <a:gd name="connsiteX9-381" fmla="*/ 1111709 w 3960000"/>
              <a:gd name="connsiteY9-382" fmla="*/ 2257108 h 3960000"/>
              <a:gd name="connsiteX10-383" fmla="*/ 856023 w 3960000"/>
              <a:gd name="connsiteY10-384" fmla="*/ 2244108 h 3960000"/>
              <a:gd name="connsiteX11-385" fmla="*/ 1402064 w 3960000"/>
              <a:gd name="connsiteY11-386" fmla="*/ 2660137 h 3960000"/>
              <a:gd name="connsiteX12-387" fmla="*/ 552668 w 3960000"/>
              <a:gd name="connsiteY12-388" fmla="*/ 2902822 h 3960000"/>
              <a:gd name="connsiteX13-389" fmla="*/ 1978439 w 3960000"/>
              <a:gd name="connsiteY13-390" fmla="*/ 3093502 h 3960000"/>
              <a:gd name="connsiteX14-391" fmla="*/ 3053184 w 3960000"/>
              <a:gd name="connsiteY14-392" fmla="*/ 2031759 h 3960000"/>
              <a:gd name="connsiteX15-393" fmla="*/ 3207849 w 3960000"/>
              <a:gd name="connsiteY15-394" fmla="*/ 1493166 h 3960000"/>
              <a:gd name="connsiteX16-395" fmla="*/ 3449507 w 3960000"/>
              <a:gd name="connsiteY16-396" fmla="*/ 1170564 h 3960000"/>
              <a:gd name="connsiteX17-397" fmla="*/ 3140091 w 3960000"/>
              <a:gd name="connsiteY17-398" fmla="*/ 1227260 h 3960000"/>
              <a:gd name="connsiteX18-399" fmla="*/ 3324107 w 3960000"/>
              <a:gd name="connsiteY18-400" fmla="*/ 851504 h 3960000"/>
              <a:gd name="connsiteX19-401" fmla="*/ 2995677 w 3960000"/>
              <a:gd name="connsiteY19-402" fmla="*/ 1008938 h 3960000"/>
              <a:gd name="connsiteX20-403" fmla="*/ 2496208 w 3960000"/>
              <a:gd name="connsiteY20-404" fmla="*/ 770986 h 3960000"/>
              <a:gd name="connsiteX21-405" fmla="*/ 308009 w 3960000"/>
              <a:gd name="connsiteY21-406" fmla="*/ 0 h 3960000"/>
              <a:gd name="connsiteX22-407" fmla="*/ 3651991 w 3960000"/>
              <a:gd name="connsiteY22-408" fmla="*/ 0 h 3960000"/>
              <a:gd name="connsiteX23-409" fmla="*/ 3960000 w 3960000"/>
              <a:gd name="connsiteY23-410" fmla="*/ 308009 h 3960000"/>
              <a:gd name="connsiteX24-411" fmla="*/ 3960000 w 3960000"/>
              <a:gd name="connsiteY24-412" fmla="*/ 3651991 h 3960000"/>
              <a:gd name="connsiteX25-413" fmla="*/ 3651991 w 3960000"/>
              <a:gd name="connsiteY25-414" fmla="*/ 3960000 h 3960000"/>
              <a:gd name="connsiteX26-415" fmla="*/ 308009 w 3960000"/>
              <a:gd name="connsiteY26-416" fmla="*/ 3960000 h 3960000"/>
              <a:gd name="connsiteX27-417" fmla="*/ 0 w 3960000"/>
              <a:gd name="connsiteY27-418" fmla="*/ 3651991 h 3960000"/>
              <a:gd name="connsiteX28-419" fmla="*/ 0 w 3960000"/>
              <a:gd name="connsiteY28-420" fmla="*/ 308009 h 3960000"/>
              <a:gd name="connsiteX29-421" fmla="*/ 308009 w 3960000"/>
              <a:gd name="connsiteY29-422" fmla="*/ 0 h 3960000"/>
              <a:gd name="connsiteX0-423" fmla="*/ 3160999 w 3960000"/>
              <a:gd name="connsiteY0-424" fmla="*/ 1374274 h 3960000"/>
              <a:gd name="connsiteX1-425" fmla="*/ 3155132 w 3960000"/>
              <a:gd name="connsiteY1-426" fmla="*/ 1419362 h 3960000"/>
              <a:gd name="connsiteX2-427" fmla="*/ 3160999 w 3960000"/>
              <a:gd name="connsiteY2-428" fmla="*/ 1374274 h 3960000"/>
              <a:gd name="connsiteX3-429" fmla="*/ 2496208 w 3960000"/>
              <a:gd name="connsiteY3-430" fmla="*/ 770986 h 3960000"/>
              <a:gd name="connsiteX4-431" fmla="*/ 1921633 w 3960000"/>
              <a:gd name="connsiteY4-432" fmla="*/ 1292845 h 3960000"/>
              <a:gd name="connsiteX5-433" fmla="*/ 1942445 w 3960000"/>
              <a:gd name="connsiteY5-434" fmla="*/ 1570340 h 3960000"/>
              <a:gd name="connsiteX6-435" fmla="*/ 752016 w 3960000"/>
              <a:gd name="connsiteY6-436" fmla="*/ 931012 h 3960000"/>
              <a:gd name="connsiteX7-437" fmla="*/ 934030 w 3960000"/>
              <a:gd name="connsiteY7-438" fmla="*/ 1745738 h 3960000"/>
              <a:gd name="connsiteX8-439" fmla="*/ 665343 w 3960000"/>
              <a:gd name="connsiteY8-440" fmla="*/ 1650397 h 3960000"/>
              <a:gd name="connsiteX9-441" fmla="*/ 1111709 w 3960000"/>
              <a:gd name="connsiteY9-442" fmla="*/ 2257108 h 3960000"/>
              <a:gd name="connsiteX10-443" fmla="*/ 856023 w 3960000"/>
              <a:gd name="connsiteY10-444" fmla="*/ 2244108 h 3960000"/>
              <a:gd name="connsiteX11-445" fmla="*/ 1402064 w 3960000"/>
              <a:gd name="connsiteY11-446" fmla="*/ 2660137 h 3960000"/>
              <a:gd name="connsiteX12-447" fmla="*/ 552668 w 3960000"/>
              <a:gd name="connsiteY12-448" fmla="*/ 2902822 h 3960000"/>
              <a:gd name="connsiteX13-449" fmla="*/ 1978439 w 3960000"/>
              <a:gd name="connsiteY13-450" fmla="*/ 3093502 h 3960000"/>
              <a:gd name="connsiteX14-451" fmla="*/ 3053184 w 3960000"/>
              <a:gd name="connsiteY14-452" fmla="*/ 2031759 h 3960000"/>
              <a:gd name="connsiteX15-453" fmla="*/ 3207849 w 3960000"/>
              <a:gd name="connsiteY15-454" fmla="*/ 1493166 h 3960000"/>
              <a:gd name="connsiteX16-455" fmla="*/ 3449507 w 3960000"/>
              <a:gd name="connsiteY16-456" fmla="*/ 1170564 h 3960000"/>
              <a:gd name="connsiteX17-457" fmla="*/ 3140091 w 3960000"/>
              <a:gd name="connsiteY17-458" fmla="*/ 1227260 h 3960000"/>
              <a:gd name="connsiteX18-459" fmla="*/ 3324107 w 3960000"/>
              <a:gd name="connsiteY18-460" fmla="*/ 851504 h 3960000"/>
              <a:gd name="connsiteX19-461" fmla="*/ 2995677 w 3960000"/>
              <a:gd name="connsiteY19-462" fmla="*/ 1008938 h 3960000"/>
              <a:gd name="connsiteX20-463" fmla="*/ 2496208 w 3960000"/>
              <a:gd name="connsiteY20-464" fmla="*/ 770986 h 3960000"/>
              <a:gd name="connsiteX21-465" fmla="*/ 308009 w 3960000"/>
              <a:gd name="connsiteY21-466" fmla="*/ 0 h 3960000"/>
              <a:gd name="connsiteX22-467" fmla="*/ 3651991 w 3960000"/>
              <a:gd name="connsiteY22-468" fmla="*/ 0 h 3960000"/>
              <a:gd name="connsiteX23-469" fmla="*/ 3960000 w 3960000"/>
              <a:gd name="connsiteY23-470" fmla="*/ 308009 h 3960000"/>
              <a:gd name="connsiteX24-471" fmla="*/ 3960000 w 3960000"/>
              <a:gd name="connsiteY24-472" fmla="*/ 3651991 h 3960000"/>
              <a:gd name="connsiteX25-473" fmla="*/ 3651991 w 3960000"/>
              <a:gd name="connsiteY25-474" fmla="*/ 3960000 h 3960000"/>
              <a:gd name="connsiteX26-475" fmla="*/ 308009 w 3960000"/>
              <a:gd name="connsiteY26-476" fmla="*/ 3960000 h 3960000"/>
              <a:gd name="connsiteX27-477" fmla="*/ 0 w 3960000"/>
              <a:gd name="connsiteY27-478" fmla="*/ 3651991 h 3960000"/>
              <a:gd name="connsiteX28-479" fmla="*/ 0 w 3960000"/>
              <a:gd name="connsiteY28-480" fmla="*/ 308009 h 3960000"/>
              <a:gd name="connsiteX29-481" fmla="*/ 308009 w 3960000"/>
              <a:gd name="connsiteY29-482" fmla="*/ 0 h 3960000"/>
              <a:gd name="connsiteX0-483" fmla="*/ 3160999 w 3960000"/>
              <a:gd name="connsiteY0-484" fmla="*/ 1374274 h 3960000"/>
              <a:gd name="connsiteX1-485" fmla="*/ 3155132 w 3960000"/>
              <a:gd name="connsiteY1-486" fmla="*/ 1419362 h 3960000"/>
              <a:gd name="connsiteX2-487" fmla="*/ 3160999 w 3960000"/>
              <a:gd name="connsiteY2-488" fmla="*/ 1374274 h 3960000"/>
              <a:gd name="connsiteX3-489" fmla="*/ 2496208 w 3960000"/>
              <a:gd name="connsiteY3-490" fmla="*/ 770986 h 3960000"/>
              <a:gd name="connsiteX4-491" fmla="*/ 1921633 w 3960000"/>
              <a:gd name="connsiteY4-492" fmla="*/ 1292845 h 3960000"/>
              <a:gd name="connsiteX5-493" fmla="*/ 1942445 w 3960000"/>
              <a:gd name="connsiteY5-494" fmla="*/ 1570340 h 3960000"/>
              <a:gd name="connsiteX6-495" fmla="*/ 752016 w 3960000"/>
              <a:gd name="connsiteY6-496" fmla="*/ 931012 h 3960000"/>
              <a:gd name="connsiteX7-497" fmla="*/ 934030 w 3960000"/>
              <a:gd name="connsiteY7-498" fmla="*/ 1745738 h 3960000"/>
              <a:gd name="connsiteX8-499" fmla="*/ 665343 w 3960000"/>
              <a:gd name="connsiteY8-500" fmla="*/ 1650397 h 3960000"/>
              <a:gd name="connsiteX9-501" fmla="*/ 1111709 w 3960000"/>
              <a:gd name="connsiteY9-502" fmla="*/ 2257108 h 3960000"/>
              <a:gd name="connsiteX10-503" fmla="*/ 856023 w 3960000"/>
              <a:gd name="connsiteY10-504" fmla="*/ 2244108 h 3960000"/>
              <a:gd name="connsiteX11-505" fmla="*/ 1402064 w 3960000"/>
              <a:gd name="connsiteY11-506" fmla="*/ 2660137 h 3960000"/>
              <a:gd name="connsiteX12-507" fmla="*/ 552668 w 3960000"/>
              <a:gd name="connsiteY12-508" fmla="*/ 2902822 h 3960000"/>
              <a:gd name="connsiteX13-509" fmla="*/ 1978439 w 3960000"/>
              <a:gd name="connsiteY13-510" fmla="*/ 3093502 h 3960000"/>
              <a:gd name="connsiteX14-511" fmla="*/ 3053184 w 3960000"/>
              <a:gd name="connsiteY14-512" fmla="*/ 2031759 h 3960000"/>
              <a:gd name="connsiteX15-513" fmla="*/ 3207849 w 3960000"/>
              <a:gd name="connsiteY15-514" fmla="*/ 1493166 h 3960000"/>
              <a:gd name="connsiteX16-515" fmla="*/ 3449507 w 3960000"/>
              <a:gd name="connsiteY16-516" fmla="*/ 1170564 h 3960000"/>
              <a:gd name="connsiteX17-517" fmla="*/ 3140091 w 3960000"/>
              <a:gd name="connsiteY17-518" fmla="*/ 1227260 h 3960000"/>
              <a:gd name="connsiteX18-519" fmla="*/ 3324107 w 3960000"/>
              <a:gd name="connsiteY18-520" fmla="*/ 851504 h 3960000"/>
              <a:gd name="connsiteX19-521" fmla="*/ 2995677 w 3960000"/>
              <a:gd name="connsiteY19-522" fmla="*/ 1008938 h 3960000"/>
              <a:gd name="connsiteX20-523" fmla="*/ 2496208 w 3960000"/>
              <a:gd name="connsiteY20-524" fmla="*/ 770986 h 3960000"/>
              <a:gd name="connsiteX21-525" fmla="*/ 308009 w 3960000"/>
              <a:gd name="connsiteY21-526" fmla="*/ 0 h 3960000"/>
              <a:gd name="connsiteX22-527" fmla="*/ 3651991 w 3960000"/>
              <a:gd name="connsiteY22-528" fmla="*/ 0 h 3960000"/>
              <a:gd name="connsiteX23-529" fmla="*/ 3960000 w 3960000"/>
              <a:gd name="connsiteY23-530" fmla="*/ 308009 h 3960000"/>
              <a:gd name="connsiteX24-531" fmla="*/ 3960000 w 3960000"/>
              <a:gd name="connsiteY24-532" fmla="*/ 3651991 h 3960000"/>
              <a:gd name="connsiteX25-533" fmla="*/ 3651991 w 3960000"/>
              <a:gd name="connsiteY25-534" fmla="*/ 3960000 h 3960000"/>
              <a:gd name="connsiteX26-535" fmla="*/ 308009 w 3960000"/>
              <a:gd name="connsiteY26-536" fmla="*/ 3960000 h 3960000"/>
              <a:gd name="connsiteX27-537" fmla="*/ 0 w 3960000"/>
              <a:gd name="connsiteY27-538" fmla="*/ 3651991 h 3960000"/>
              <a:gd name="connsiteX28-539" fmla="*/ 0 w 3960000"/>
              <a:gd name="connsiteY28-540" fmla="*/ 308009 h 3960000"/>
              <a:gd name="connsiteX29-541" fmla="*/ 308009 w 3960000"/>
              <a:gd name="connsiteY29-542" fmla="*/ 0 h 3960000"/>
              <a:gd name="connsiteX0-543" fmla="*/ 3160999 w 3960000"/>
              <a:gd name="connsiteY0-544" fmla="*/ 1374274 h 3960000"/>
              <a:gd name="connsiteX1-545" fmla="*/ 3155132 w 3960000"/>
              <a:gd name="connsiteY1-546" fmla="*/ 1419362 h 3960000"/>
              <a:gd name="connsiteX2-547" fmla="*/ 3160999 w 3960000"/>
              <a:gd name="connsiteY2-548" fmla="*/ 1374274 h 3960000"/>
              <a:gd name="connsiteX3-549" fmla="*/ 2496208 w 3960000"/>
              <a:gd name="connsiteY3-550" fmla="*/ 770986 h 3960000"/>
              <a:gd name="connsiteX4-551" fmla="*/ 1921633 w 3960000"/>
              <a:gd name="connsiteY4-552" fmla="*/ 1292845 h 3960000"/>
              <a:gd name="connsiteX5-553" fmla="*/ 1942445 w 3960000"/>
              <a:gd name="connsiteY5-554" fmla="*/ 1570340 h 3960000"/>
              <a:gd name="connsiteX6-555" fmla="*/ 815277 w 3960000"/>
              <a:gd name="connsiteY6-556" fmla="*/ 836121 h 3960000"/>
              <a:gd name="connsiteX7-557" fmla="*/ 934030 w 3960000"/>
              <a:gd name="connsiteY7-558" fmla="*/ 1745738 h 3960000"/>
              <a:gd name="connsiteX8-559" fmla="*/ 665343 w 3960000"/>
              <a:gd name="connsiteY8-560" fmla="*/ 1650397 h 3960000"/>
              <a:gd name="connsiteX9-561" fmla="*/ 1111709 w 3960000"/>
              <a:gd name="connsiteY9-562" fmla="*/ 2257108 h 3960000"/>
              <a:gd name="connsiteX10-563" fmla="*/ 856023 w 3960000"/>
              <a:gd name="connsiteY10-564" fmla="*/ 2244108 h 3960000"/>
              <a:gd name="connsiteX11-565" fmla="*/ 1402064 w 3960000"/>
              <a:gd name="connsiteY11-566" fmla="*/ 2660137 h 3960000"/>
              <a:gd name="connsiteX12-567" fmla="*/ 552668 w 3960000"/>
              <a:gd name="connsiteY12-568" fmla="*/ 2902822 h 3960000"/>
              <a:gd name="connsiteX13-569" fmla="*/ 1978439 w 3960000"/>
              <a:gd name="connsiteY13-570" fmla="*/ 3093502 h 3960000"/>
              <a:gd name="connsiteX14-571" fmla="*/ 3053184 w 3960000"/>
              <a:gd name="connsiteY14-572" fmla="*/ 2031759 h 3960000"/>
              <a:gd name="connsiteX15-573" fmla="*/ 3207849 w 3960000"/>
              <a:gd name="connsiteY15-574" fmla="*/ 1493166 h 3960000"/>
              <a:gd name="connsiteX16-575" fmla="*/ 3449507 w 3960000"/>
              <a:gd name="connsiteY16-576" fmla="*/ 1170564 h 3960000"/>
              <a:gd name="connsiteX17-577" fmla="*/ 3140091 w 3960000"/>
              <a:gd name="connsiteY17-578" fmla="*/ 1227260 h 3960000"/>
              <a:gd name="connsiteX18-579" fmla="*/ 3324107 w 3960000"/>
              <a:gd name="connsiteY18-580" fmla="*/ 851504 h 3960000"/>
              <a:gd name="connsiteX19-581" fmla="*/ 2995677 w 3960000"/>
              <a:gd name="connsiteY19-582" fmla="*/ 1008938 h 3960000"/>
              <a:gd name="connsiteX20-583" fmla="*/ 2496208 w 3960000"/>
              <a:gd name="connsiteY20-584" fmla="*/ 770986 h 3960000"/>
              <a:gd name="connsiteX21-585" fmla="*/ 308009 w 3960000"/>
              <a:gd name="connsiteY21-586" fmla="*/ 0 h 3960000"/>
              <a:gd name="connsiteX22-587" fmla="*/ 3651991 w 3960000"/>
              <a:gd name="connsiteY22-588" fmla="*/ 0 h 3960000"/>
              <a:gd name="connsiteX23-589" fmla="*/ 3960000 w 3960000"/>
              <a:gd name="connsiteY23-590" fmla="*/ 308009 h 3960000"/>
              <a:gd name="connsiteX24-591" fmla="*/ 3960000 w 3960000"/>
              <a:gd name="connsiteY24-592" fmla="*/ 3651991 h 3960000"/>
              <a:gd name="connsiteX25-593" fmla="*/ 3651991 w 3960000"/>
              <a:gd name="connsiteY25-594" fmla="*/ 3960000 h 3960000"/>
              <a:gd name="connsiteX26-595" fmla="*/ 308009 w 3960000"/>
              <a:gd name="connsiteY26-596" fmla="*/ 3960000 h 3960000"/>
              <a:gd name="connsiteX27-597" fmla="*/ 0 w 3960000"/>
              <a:gd name="connsiteY27-598" fmla="*/ 3651991 h 3960000"/>
              <a:gd name="connsiteX28-599" fmla="*/ 0 w 3960000"/>
              <a:gd name="connsiteY28-600" fmla="*/ 308009 h 3960000"/>
              <a:gd name="connsiteX29-601" fmla="*/ 308009 w 3960000"/>
              <a:gd name="connsiteY29-602" fmla="*/ 0 h 3960000"/>
              <a:gd name="connsiteX0-603" fmla="*/ 3160999 w 3960000"/>
              <a:gd name="connsiteY0-604" fmla="*/ 1374274 h 3960000"/>
              <a:gd name="connsiteX1-605" fmla="*/ 3155132 w 3960000"/>
              <a:gd name="connsiteY1-606" fmla="*/ 1419362 h 3960000"/>
              <a:gd name="connsiteX2-607" fmla="*/ 3160999 w 3960000"/>
              <a:gd name="connsiteY2-608" fmla="*/ 1374274 h 3960000"/>
              <a:gd name="connsiteX3-609" fmla="*/ 2496208 w 3960000"/>
              <a:gd name="connsiteY3-610" fmla="*/ 770986 h 3960000"/>
              <a:gd name="connsiteX4-611" fmla="*/ 1921633 w 3960000"/>
              <a:gd name="connsiteY4-612" fmla="*/ 1292845 h 3960000"/>
              <a:gd name="connsiteX5-613" fmla="*/ 1942445 w 3960000"/>
              <a:gd name="connsiteY5-614" fmla="*/ 1570340 h 3960000"/>
              <a:gd name="connsiteX6-615" fmla="*/ 815277 w 3960000"/>
              <a:gd name="connsiteY6-616" fmla="*/ 836121 h 3960000"/>
              <a:gd name="connsiteX7-617" fmla="*/ 934030 w 3960000"/>
              <a:gd name="connsiteY7-618" fmla="*/ 1745738 h 3960000"/>
              <a:gd name="connsiteX8-619" fmla="*/ 644257 w 3960000"/>
              <a:gd name="connsiteY8-620" fmla="*/ 1555506 h 3960000"/>
              <a:gd name="connsiteX9-621" fmla="*/ 1111709 w 3960000"/>
              <a:gd name="connsiteY9-622" fmla="*/ 2257108 h 3960000"/>
              <a:gd name="connsiteX10-623" fmla="*/ 856023 w 3960000"/>
              <a:gd name="connsiteY10-624" fmla="*/ 2244108 h 3960000"/>
              <a:gd name="connsiteX11-625" fmla="*/ 1402064 w 3960000"/>
              <a:gd name="connsiteY11-626" fmla="*/ 2660137 h 3960000"/>
              <a:gd name="connsiteX12-627" fmla="*/ 552668 w 3960000"/>
              <a:gd name="connsiteY12-628" fmla="*/ 2902822 h 3960000"/>
              <a:gd name="connsiteX13-629" fmla="*/ 1978439 w 3960000"/>
              <a:gd name="connsiteY13-630" fmla="*/ 3093502 h 3960000"/>
              <a:gd name="connsiteX14-631" fmla="*/ 3053184 w 3960000"/>
              <a:gd name="connsiteY14-632" fmla="*/ 2031759 h 3960000"/>
              <a:gd name="connsiteX15-633" fmla="*/ 3207849 w 3960000"/>
              <a:gd name="connsiteY15-634" fmla="*/ 1493166 h 3960000"/>
              <a:gd name="connsiteX16-635" fmla="*/ 3449507 w 3960000"/>
              <a:gd name="connsiteY16-636" fmla="*/ 1170564 h 3960000"/>
              <a:gd name="connsiteX17-637" fmla="*/ 3140091 w 3960000"/>
              <a:gd name="connsiteY17-638" fmla="*/ 1227260 h 3960000"/>
              <a:gd name="connsiteX18-639" fmla="*/ 3324107 w 3960000"/>
              <a:gd name="connsiteY18-640" fmla="*/ 851504 h 3960000"/>
              <a:gd name="connsiteX19-641" fmla="*/ 2995677 w 3960000"/>
              <a:gd name="connsiteY19-642" fmla="*/ 1008938 h 3960000"/>
              <a:gd name="connsiteX20-643" fmla="*/ 2496208 w 3960000"/>
              <a:gd name="connsiteY20-644" fmla="*/ 770986 h 3960000"/>
              <a:gd name="connsiteX21-645" fmla="*/ 308009 w 3960000"/>
              <a:gd name="connsiteY21-646" fmla="*/ 0 h 3960000"/>
              <a:gd name="connsiteX22-647" fmla="*/ 3651991 w 3960000"/>
              <a:gd name="connsiteY22-648" fmla="*/ 0 h 3960000"/>
              <a:gd name="connsiteX23-649" fmla="*/ 3960000 w 3960000"/>
              <a:gd name="connsiteY23-650" fmla="*/ 308009 h 3960000"/>
              <a:gd name="connsiteX24-651" fmla="*/ 3960000 w 3960000"/>
              <a:gd name="connsiteY24-652" fmla="*/ 3651991 h 3960000"/>
              <a:gd name="connsiteX25-653" fmla="*/ 3651991 w 3960000"/>
              <a:gd name="connsiteY25-654" fmla="*/ 3960000 h 3960000"/>
              <a:gd name="connsiteX26-655" fmla="*/ 308009 w 3960000"/>
              <a:gd name="connsiteY26-656" fmla="*/ 3960000 h 3960000"/>
              <a:gd name="connsiteX27-657" fmla="*/ 0 w 3960000"/>
              <a:gd name="connsiteY27-658" fmla="*/ 3651991 h 3960000"/>
              <a:gd name="connsiteX28-659" fmla="*/ 0 w 3960000"/>
              <a:gd name="connsiteY28-660" fmla="*/ 308009 h 3960000"/>
              <a:gd name="connsiteX29-661" fmla="*/ 308009 w 3960000"/>
              <a:gd name="connsiteY29-662" fmla="*/ 0 h 3960000"/>
              <a:gd name="connsiteX0-663" fmla="*/ 3160999 w 3960000"/>
              <a:gd name="connsiteY0-664" fmla="*/ 1374274 h 3960000"/>
              <a:gd name="connsiteX1-665" fmla="*/ 3155132 w 3960000"/>
              <a:gd name="connsiteY1-666" fmla="*/ 1419362 h 3960000"/>
              <a:gd name="connsiteX2-667" fmla="*/ 3160999 w 3960000"/>
              <a:gd name="connsiteY2-668" fmla="*/ 1374274 h 3960000"/>
              <a:gd name="connsiteX3-669" fmla="*/ 2496208 w 3960000"/>
              <a:gd name="connsiteY3-670" fmla="*/ 770986 h 3960000"/>
              <a:gd name="connsiteX4-671" fmla="*/ 1921633 w 3960000"/>
              <a:gd name="connsiteY4-672" fmla="*/ 1292845 h 3960000"/>
              <a:gd name="connsiteX5-673" fmla="*/ 1942445 w 3960000"/>
              <a:gd name="connsiteY5-674" fmla="*/ 1570340 h 3960000"/>
              <a:gd name="connsiteX6-675" fmla="*/ 815277 w 3960000"/>
              <a:gd name="connsiteY6-676" fmla="*/ 836121 h 3960000"/>
              <a:gd name="connsiteX7-677" fmla="*/ 965659 w 3960000"/>
              <a:gd name="connsiteY7-678" fmla="*/ 1735195 h 3960000"/>
              <a:gd name="connsiteX8-679" fmla="*/ 644257 w 3960000"/>
              <a:gd name="connsiteY8-680" fmla="*/ 1555506 h 3960000"/>
              <a:gd name="connsiteX9-681" fmla="*/ 1111709 w 3960000"/>
              <a:gd name="connsiteY9-682" fmla="*/ 2257108 h 3960000"/>
              <a:gd name="connsiteX10-683" fmla="*/ 856023 w 3960000"/>
              <a:gd name="connsiteY10-684" fmla="*/ 2244108 h 3960000"/>
              <a:gd name="connsiteX11-685" fmla="*/ 1402064 w 3960000"/>
              <a:gd name="connsiteY11-686" fmla="*/ 2660137 h 3960000"/>
              <a:gd name="connsiteX12-687" fmla="*/ 552668 w 3960000"/>
              <a:gd name="connsiteY12-688" fmla="*/ 2902822 h 3960000"/>
              <a:gd name="connsiteX13-689" fmla="*/ 1978439 w 3960000"/>
              <a:gd name="connsiteY13-690" fmla="*/ 3093502 h 3960000"/>
              <a:gd name="connsiteX14-691" fmla="*/ 3053184 w 3960000"/>
              <a:gd name="connsiteY14-692" fmla="*/ 2031759 h 3960000"/>
              <a:gd name="connsiteX15-693" fmla="*/ 3207849 w 3960000"/>
              <a:gd name="connsiteY15-694" fmla="*/ 1493166 h 3960000"/>
              <a:gd name="connsiteX16-695" fmla="*/ 3449507 w 3960000"/>
              <a:gd name="connsiteY16-696" fmla="*/ 1170564 h 3960000"/>
              <a:gd name="connsiteX17-697" fmla="*/ 3140091 w 3960000"/>
              <a:gd name="connsiteY17-698" fmla="*/ 1227260 h 3960000"/>
              <a:gd name="connsiteX18-699" fmla="*/ 3324107 w 3960000"/>
              <a:gd name="connsiteY18-700" fmla="*/ 851504 h 3960000"/>
              <a:gd name="connsiteX19-701" fmla="*/ 2995677 w 3960000"/>
              <a:gd name="connsiteY19-702" fmla="*/ 1008938 h 3960000"/>
              <a:gd name="connsiteX20-703" fmla="*/ 2496208 w 3960000"/>
              <a:gd name="connsiteY20-704" fmla="*/ 770986 h 3960000"/>
              <a:gd name="connsiteX21-705" fmla="*/ 308009 w 3960000"/>
              <a:gd name="connsiteY21-706" fmla="*/ 0 h 3960000"/>
              <a:gd name="connsiteX22-707" fmla="*/ 3651991 w 3960000"/>
              <a:gd name="connsiteY22-708" fmla="*/ 0 h 3960000"/>
              <a:gd name="connsiteX23-709" fmla="*/ 3960000 w 3960000"/>
              <a:gd name="connsiteY23-710" fmla="*/ 308009 h 3960000"/>
              <a:gd name="connsiteX24-711" fmla="*/ 3960000 w 3960000"/>
              <a:gd name="connsiteY24-712" fmla="*/ 3651991 h 3960000"/>
              <a:gd name="connsiteX25-713" fmla="*/ 3651991 w 3960000"/>
              <a:gd name="connsiteY25-714" fmla="*/ 3960000 h 3960000"/>
              <a:gd name="connsiteX26-715" fmla="*/ 308009 w 3960000"/>
              <a:gd name="connsiteY26-716" fmla="*/ 3960000 h 3960000"/>
              <a:gd name="connsiteX27-717" fmla="*/ 0 w 3960000"/>
              <a:gd name="connsiteY27-718" fmla="*/ 3651991 h 3960000"/>
              <a:gd name="connsiteX28-719" fmla="*/ 0 w 3960000"/>
              <a:gd name="connsiteY28-720" fmla="*/ 308009 h 3960000"/>
              <a:gd name="connsiteX29-721" fmla="*/ 308009 w 3960000"/>
              <a:gd name="connsiteY29-722" fmla="*/ 0 h 3960000"/>
              <a:gd name="connsiteX0-723" fmla="*/ 3160999 w 3960000"/>
              <a:gd name="connsiteY0-724" fmla="*/ 1374274 h 3960000"/>
              <a:gd name="connsiteX1-725" fmla="*/ 3155132 w 3960000"/>
              <a:gd name="connsiteY1-726" fmla="*/ 1419362 h 3960000"/>
              <a:gd name="connsiteX2-727" fmla="*/ 3160999 w 3960000"/>
              <a:gd name="connsiteY2-728" fmla="*/ 1374274 h 3960000"/>
              <a:gd name="connsiteX3-729" fmla="*/ 2496208 w 3960000"/>
              <a:gd name="connsiteY3-730" fmla="*/ 770986 h 3960000"/>
              <a:gd name="connsiteX4-731" fmla="*/ 1921633 w 3960000"/>
              <a:gd name="connsiteY4-732" fmla="*/ 1292845 h 3960000"/>
              <a:gd name="connsiteX5-733" fmla="*/ 1942445 w 3960000"/>
              <a:gd name="connsiteY5-734" fmla="*/ 1570340 h 3960000"/>
              <a:gd name="connsiteX6-735" fmla="*/ 815277 w 3960000"/>
              <a:gd name="connsiteY6-736" fmla="*/ 836121 h 3960000"/>
              <a:gd name="connsiteX7-737" fmla="*/ 965659 w 3960000"/>
              <a:gd name="connsiteY7-738" fmla="*/ 1735195 h 3960000"/>
              <a:gd name="connsiteX8-739" fmla="*/ 644257 w 3960000"/>
              <a:gd name="connsiteY8-740" fmla="*/ 1555506 h 3960000"/>
              <a:gd name="connsiteX9-741" fmla="*/ 1196057 w 3960000"/>
              <a:gd name="connsiteY9-742" fmla="*/ 2257108 h 3960000"/>
              <a:gd name="connsiteX10-743" fmla="*/ 856023 w 3960000"/>
              <a:gd name="connsiteY10-744" fmla="*/ 2244108 h 3960000"/>
              <a:gd name="connsiteX11-745" fmla="*/ 1402064 w 3960000"/>
              <a:gd name="connsiteY11-746" fmla="*/ 2660137 h 3960000"/>
              <a:gd name="connsiteX12-747" fmla="*/ 552668 w 3960000"/>
              <a:gd name="connsiteY12-748" fmla="*/ 2902822 h 3960000"/>
              <a:gd name="connsiteX13-749" fmla="*/ 1978439 w 3960000"/>
              <a:gd name="connsiteY13-750" fmla="*/ 3093502 h 3960000"/>
              <a:gd name="connsiteX14-751" fmla="*/ 3053184 w 3960000"/>
              <a:gd name="connsiteY14-752" fmla="*/ 2031759 h 3960000"/>
              <a:gd name="connsiteX15-753" fmla="*/ 3207849 w 3960000"/>
              <a:gd name="connsiteY15-754" fmla="*/ 1493166 h 3960000"/>
              <a:gd name="connsiteX16-755" fmla="*/ 3449507 w 3960000"/>
              <a:gd name="connsiteY16-756" fmla="*/ 1170564 h 3960000"/>
              <a:gd name="connsiteX17-757" fmla="*/ 3140091 w 3960000"/>
              <a:gd name="connsiteY17-758" fmla="*/ 1227260 h 3960000"/>
              <a:gd name="connsiteX18-759" fmla="*/ 3324107 w 3960000"/>
              <a:gd name="connsiteY18-760" fmla="*/ 851504 h 3960000"/>
              <a:gd name="connsiteX19-761" fmla="*/ 2995677 w 3960000"/>
              <a:gd name="connsiteY19-762" fmla="*/ 1008938 h 3960000"/>
              <a:gd name="connsiteX20-763" fmla="*/ 2496208 w 3960000"/>
              <a:gd name="connsiteY20-764" fmla="*/ 770986 h 3960000"/>
              <a:gd name="connsiteX21-765" fmla="*/ 308009 w 3960000"/>
              <a:gd name="connsiteY21-766" fmla="*/ 0 h 3960000"/>
              <a:gd name="connsiteX22-767" fmla="*/ 3651991 w 3960000"/>
              <a:gd name="connsiteY22-768" fmla="*/ 0 h 3960000"/>
              <a:gd name="connsiteX23-769" fmla="*/ 3960000 w 3960000"/>
              <a:gd name="connsiteY23-770" fmla="*/ 308009 h 3960000"/>
              <a:gd name="connsiteX24-771" fmla="*/ 3960000 w 3960000"/>
              <a:gd name="connsiteY24-772" fmla="*/ 3651991 h 3960000"/>
              <a:gd name="connsiteX25-773" fmla="*/ 3651991 w 3960000"/>
              <a:gd name="connsiteY25-774" fmla="*/ 3960000 h 3960000"/>
              <a:gd name="connsiteX26-775" fmla="*/ 308009 w 3960000"/>
              <a:gd name="connsiteY26-776" fmla="*/ 3960000 h 3960000"/>
              <a:gd name="connsiteX27-777" fmla="*/ 0 w 3960000"/>
              <a:gd name="connsiteY27-778" fmla="*/ 3651991 h 3960000"/>
              <a:gd name="connsiteX28-779" fmla="*/ 0 w 3960000"/>
              <a:gd name="connsiteY28-780" fmla="*/ 308009 h 3960000"/>
              <a:gd name="connsiteX29-781" fmla="*/ 308009 w 3960000"/>
              <a:gd name="connsiteY29-782" fmla="*/ 0 h 3960000"/>
              <a:gd name="connsiteX0-783" fmla="*/ 3160999 w 3960000"/>
              <a:gd name="connsiteY0-784" fmla="*/ 1374274 h 3960000"/>
              <a:gd name="connsiteX1-785" fmla="*/ 3155132 w 3960000"/>
              <a:gd name="connsiteY1-786" fmla="*/ 1419362 h 3960000"/>
              <a:gd name="connsiteX2-787" fmla="*/ 3160999 w 3960000"/>
              <a:gd name="connsiteY2-788" fmla="*/ 1374274 h 3960000"/>
              <a:gd name="connsiteX3-789" fmla="*/ 2496208 w 3960000"/>
              <a:gd name="connsiteY3-790" fmla="*/ 770986 h 3960000"/>
              <a:gd name="connsiteX4-791" fmla="*/ 1921633 w 3960000"/>
              <a:gd name="connsiteY4-792" fmla="*/ 1292845 h 3960000"/>
              <a:gd name="connsiteX5-793" fmla="*/ 1942445 w 3960000"/>
              <a:gd name="connsiteY5-794" fmla="*/ 1570340 h 3960000"/>
              <a:gd name="connsiteX6-795" fmla="*/ 815277 w 3960000"/>
              <a:gd name="connsiteY6-796" fmla="*/ 836121 h 3960000"/>
              <a:gd name="connsiteX7-797" fmla="*/ 965659 w 3960000"/>
              <a:gd name="connsiteY7-798" fmla="*/ 1735195 h 3960000"/>
              <a:gd name="connsiteX8-799" fmla="*/ 644257 w 3960000"/>
              <a:gd name="connsiteY8-800" fmla="*/ 1555506 h 3960000"/>
              <a:gd name="connsiteX9-801" fmla="*/ 1196057 w 3960000"/>
              <a:gd name="connsiteY9-802" fmla="*/ 2257108 h 3960000"/>
              <a:gd name="connsiteX10-803" fmla="*/ 856023 w 3960000"/>
              <a:gd name="connsiteY10-804" fmla="*/ 2244108 h 3960000"/>
              <a:gd name="connsiteX11-805" fmla="*/ 1486410 w 3960000"/>
              <a:gd name="connsiteY11-806" fmla="*/ 2607420 h 3960000"/>
              <a:gd name="connsiteX12-807" fmla="*/ 552668 w 3960000"/>
              <a:gd name="connsiteY12-808" fmla="*/ 2902822 h 3960000"/>
              <a:gd name="connsiteX13-809" fmla="*/ 1978439 w 3960000"/>
              <a:gd name="connsiteY13-810" fmla="*/ 3093502 h 3960000"/>
              <a:gd name="connsiteX14-811" fmla="*/ 3053184 w 3960000"/>
              <a:gd name="connsiteY14-812" fmla="*/ 2031759 h 3960000"/>
              <a:gd name="connsiteX15-813" fmla="*/ 3207849 w 3960000"/>
              <a:gd name="connsiteY15-814" fmla="*/ 1493166 h 3960000"/>
              <a:gd name="connsiteX16-815" fmla="*/ 3449507 w 3960000"/>
              <a:gd name="connsiteY16-816" fmla="*/ 1170564 h 3960000"/>
              <a:gd name="connsiteX17-817" fmla="*/ 3140091 w 3960000"/>
              <a:gd name="connsiteY17-818" fmla="*/ 1227260 h 3960000"/>
              <a:gd name="connsiteX18-819" fmla="*/ 3324107 w 3960000"/>
              <a:gd name="connsiteY18-820" fmla="*/ 851504 h 3960000"/>
              <a:gd name="connsiteX19-821" fmla="*/ 2995677 w 3960000"/>
              <a:gd name="connsiteY19-822" fmla="*/ 1008938 h 3960000"/>
              <a:gd name="connsiteX20-823" fmla="*/ 2496208 w 3960000"/>
              <a:gd name="connsiteY20-824" fmla="*/ 770986 h 3960000"/>
              <a:gd name="connsiteX21-825" fmla="*/ 308009 w 3960000"/>
              <a:gd name="connsiteY21-826" fmla="*/ 0 h 3960000"/>
              <a:gd name="connsiteX22-827" fmla="*/ 3651991 w 3960000"/>
              <a:gd name="connsiteY22-828" fmla="*/ 0 h 3960000"/>
              <a:gd name="connsiteX23-829" fmla="*/ 3960000 w 3960000"/>
              <a:gd name="connsiteY23-830" fmla="*/ 308009 h 3960000"/>
              <a:gd name="connsiteX24-831" fmla="*/ 3960000 w 3960000"/>
              <a:gd name="connsiteY24-832" fmla="*/ 3651991 h 3960000"/>
              <a:gd name="connsiteX25-833" fmla="*/ 3651991 w 3960000"/>
              <a:gd name="connsiteY25-834" fmla="*/ 3960000 h 3960000"/>
              <a:gd name="connsiteX26-835" fmla="*/ 308009 w 3960000"/>
              <a:gd name="connsiteY26-836" fmla="*/ 3960000 h 3960000"/>
              <a:gd name="connsiteX27-837" fmla="*/ 0 w 3960000"/>
              <a:gd name="connsiteY27-838" fmla="*/ 3651991 h 3960000"/>
              <a:gd name="connsiteX28-839" fmla="*/ 0 w 3960000"/>
              <a:gd name="connsiteY28-840" fmla="*/ 308009 h 3960000"/>
              <a:gd name="connsiteX29-841" fmla="*/ 308009 w 3960000"/>
              <a:gd name="connsiteY29-842" fmla="*/ 0 h 3960000"/>
              <a:gd name="connsiteX0-843" fmla="*/ 3160999 w 3960000"/>
              <a:gd name="connsiteY0-844" fmla="*/ 1374274 h 3960000"/>
              <a:gd name="connsiteX1-845" fmla="*/ 3155132 w 3960000"/>
              <a:gd name="connsiteY1-846" fmla="*/ 1419362 h 3960000"/>
              <a:gd name="connsiteX2-847" fmla="*/ 3160999 w 3960000"/>
              <a:gd name="connsiteY2-848" fmla="*/ 1374274 h 3960000"/>
              <a:gd name="connsiteX3-849" fmla="*/ 2496208 w 3960000"/>
              <a:gd name="connsiteY3-850" fmla="*/ 770986 h 3960000"/>
              <a:gd name="connsiteX4-851" fmla="*/ 1921633 w 3960000"/>
              <a:gd name="connsiteY4-852" fmla="*/ 1292845 h 3960000"/>
              <a:gd name="connsiteX5-853" fmla="*/ 1942445 w 3960000"/>
              <a:gd name="connsiteY5-854" fmla="*/ 1570340 h 3960000"/>
              <a:gd name="connsiteX6-855" fmla="*/ 815277 w 3960000"/>
              <a:gd name="connsiteY6-856" fmla="*/ 836121 h 3960000"/>
              <a:gd name="connsiteX7-857" fmla="*/ 965659 w 3960000"/>
              <a:gd name="connsiteY7-858" fmla="*/ 1735195 h 3960000"/>
              <a:gd name="connsiteX8-859" fmla="*/ 644257 w 3960000"/>
              <a:gd name="connsiteY8-860" fmla="*/ 1555506 h 3960000"/>
              <a:gd name="connsiteX9-861" fmla="*/ 1196057 w 3960000"/>
              <a:gd name="connsiteY9-862" fmla="*/ 2257108 h 3960000"/>
              <a:gd name="connsiteX10-863" fmla="*/ 813848 w 3960000"/>
              <a:gd name="connsiteY10-864" fmla="*/ 2296824 h 3960000"/>
              <a:gd name="connsiteX11-865" fmla="*/ 1486410 w 3960000"/>
              <a:gd name="connsiteY11-866" fmla="*/ 2607420 h 3960000"/>
              <a:gd name="connsiteX12-867" fmla="*/ 552668 w 3960000"/>
              <a:gd name="connsiteY12-868" fmla="*/ 2902822 h 3960000"/>
              <a:gd name="connsiteX13-869" fmla="*/ 1978439 w 3960000"/>
              <a:gd name="connsiteY13-870" fmla="*/ 3093502 h 3960000"/>
              <a:gd name="connsiteX14-871" fmla="*/ 3053184 w 3960000"/>
              <a:gd name="connsiteY14-872" fmla="*/ 2031759 h 3960000"/>
              <a:gd name="connsiteX15-873" fmla="*/ 3207849 w 3960000"/>
              <a:gd name="connsiteY15-874" fmla="*/ 1493166 h 3960000"/>
              <a:gd name="connsiteX16-875" fmla="*/ 3449507 w 3960000"/>
              <a:gd name="connsiteY16-876" fmla="*/ 1170564 h 3960000"/>
              <a:gd name="connsiteX17-877" fmla="*/ 3140091 w 3960000"/>
              <a:gd name="connsiteY17-878" fmla="*/ 1227260 h 3960000"/>
              <a:gd name="connsiteX18-879" fmla="*/ 3324107 w 3960000"/>
              <a:gd name="connsiteY18-880" fmla="*/ 851504 h 3960000"/>
              <a:gd name="connsiteX19-881" fmla="*/ 2995677 w 3960000"/>
              <a:gd name="connsiteY19-882" fmla="*/ 1008938 h 3960000"/>
              <a:gd name="connsiteX20-883" fmla="*/ 2496208 w 3960000"/>
              <a:gd name="connsiteY20-884" fmla="*/ 770986 h 3960000"/>
              <a:gd name="connsiteX21-885" fmla="*/ 308009 w 3960000"/>
              <a:gd name="connsiteY21-886" fmla="*/ 0 h 3960000"/>
              <a:gd name="connsiteX22-887" fmla="*/ 3651991 w 3960000"/>
              <a:gd name="connsiteY22-888" fmla="*/ 0 h 3960000"/>
              <a:gd name="connsiteX23-889" fmla="*/ 3960000 w 3960000"/>
              <a:gd name="connsiteY23-890" fmla="*/ 308009 h 3960000"/>
              <a:gd name="connsiteX24-891" fmla="*/ 3960000 w 3960000"/>
              <a:gd name="connsiteY24-892" fmla="*/ 3651991 h 3960000"/>
              <a:gd name="connsiteX25-893" fmla="*/ 3651991 w 3960000"/>
              <a:gd name="connsiteY25-894" fmla="*/ 3960000 h 3960000"/>
              <a:gd name="connsiteX26-895" fmla="*/ 308009 w 3960000"/>
              <a:gd name="connsiteY26-896" fmla="*/ 3960000 h 3960000"/>
              <a:gd name="connsiteX27-897" fmla="*/ 0 w 3960000"/>
              <a:gd name="connsiteY27-898" fmla="*/ 3651991 h 3960000"/>
              <a:gd name="connsiteX28-899" fmla="*/ 0 w 3960000"/>
              <a:gd name="connsiteY28-900" fmla="*/ 308009 h 3960000"/>
              <a:gd name="connsiteX29-901" fmla="*/ 308009 w 3960000"/>
              <a:gd name="connsiteY29-902" fmla="*/ 0 h 3960000"/>
              <a:gd name="connsiteX0-903" fmla="*/ 3160999 w 3960000"/>
              <a:gd name="connsiteY0-904" fmla="*/ 1374274 h 3960000"/>
              <a:gd name="connsiteX1-905" fmla="*/ 3155132 w 3960000"/>
              <a:gd name="connsiteY1-906" fmla="*/ 1419362 h 3960000"/>
              <a:gd name="connsiteX2-907" fmla="*/ 3160999 w 3960000"/>
              <a:gd name="connsiteY2-908" fmla="*/ 1374274 h 3960000"/>
              <a:gd name="connsiteX3-909" fmla="*/ 2496208 w 3960000"/>
              <a:gd name="connsiteY3-910" fmla="*/ 770986 h 3960000"/>
              <a:gd name="connsiteX4-911" fmla="*/ 1921633 w 3960000"/>
              <a:gd name="connsiteY4-912" fmla="*/ 1292845 h 3960000"/>
              <a:gd name="connsiteX5-913" fmla="*/ 1942445 w 3960000"/>
              <a:gd name="connsiteY5-914" fmla="*/ 1570340 h 3960000"/>
              <a:gd name="connsiteX6-915" fmla="*/ 815277 w 3960000"/>
              <a:gd name="connsiteY6-916" fmla="*/ 836121 h 3960000"/>
              <a:gd name="connsiteX7-917" fmla="*/ 965659 w 3960000"/>
              <a:gd name="connsiteY7-918" fmla="*/ 1735195 h 3960000"/>
              <a:gd name="connsiteX8-919" fmla="*/ 570453 w 3960000"/>
              <a:gd name="connsiteY8-920" fmla="*/ 1629310 h 3960000"/>
              <a:gd name="connsiteX9-921" fmla="*/ 1196057 w 3960000"/>
              <a:gd name="connsiteY9-922" fmla="*/ 2257108 h 3960000"/>
              <a:gd name="connsiteX10-923" fmla="*/ 813848 w 3960000"/>
              <a:gd name="connsiteY10-924" fmla="*/ 2296824 h 3960000"/>
              <a:gd name="connsiteX11-925" fmla="*/ 1486410 w 3960000"/>
              <a:gd name="connsiteY11-926" fmla="*/ 2607420 h 3960000"/>
              <a:gd name="connsiteX12-927" fmla="*/ 552668 w 3960000"/>
              <a:gd name="connsiteY12-928" fmla="*/ 2902822 h 3960000"/>
              <a:gd name="connsiteX13-929" fmla="*/ 1978439 w 3960000"/>
              <a:gd name="connsiteY13-930" fmla="*/ 3093502 h 3960000"/>
              <a:gd name="connsiteX14-931" fmla="*/ 3053184 w 3960000"/>
              <a:gd name="connsiteY14-932" fmla="*/ 2031759 h 3960000"/>
              <a:gd name="connsiteX15-933" fmla="*/ 3207849 w 3960000"/>
              <a:gd name="connsiteY15-934" fmla="*/ 1493166 h 3960000"/>
              <a:gd name="connsiteX16-935" fmla="*/ 3449507 w 3960000"/>
              <a:gd name="connsiteY16-936" fmla="*/ 1170564 h 3960000"/>
              <a:gd name="connsiteX17-937" fmla="*/ 3140091 w 3960000"/>
              <a:gd name="connsiteY17-938" fmla="*/ 1227260 h 3960000"/>
              <a:gd name="connsiteX18-939" fmla="*/ 3324107 w 3960000"/>
              <a:gd name="connsiteY18-940" fmla="*/ 851504 h 3960000"/>
              <a:gd name="connsiteX19-941" fmla="*/ 2995677 w 3960000"/>
              <a:gd name="connsiteY19-942" fmla="*/ 1008938 h 3960000"/>
              <a:gd name="connsiteX20-943" fmla="*/ 2496208 w 3960000"/>
              <a:gd name="connsiteY20-944" fmla="*/ 770986 h 3960000"/>
              <a:gd name="connsiteX21-945" fmla="*/ 308009 w 3960000"/>
              <a:gd name="connsiteY21-946" fmla="*/ 0 h 3960000"/>
              <a:gd name="connsiteX22-947" fmla="*/ 3651991 w 3960000"/>
              <a:gd name="connsiteY22-948" fmla="*/ 0 h 3960000"/>
              <a:gd name="connsiteX23-949" fmla="*/ 3960000 w 3960000"/>
              <a:gd name="connsiteY23-950" fmla="*/ 308009 h 3960000"/>
              <a:gd name="connsiteX24-951" fmla="*/ 3960000 w 3960000"/>
              <a:gd name="connsiteY24-952" fmla="*/ 3651991 h 3960000"/>
              <a:gd name="connsiteX25-953" fmla="*/ 3651991 w 3960000"/>
              <a:gd name="connsiteY25-954" fmla="*/ 3960000 h 3960000"/>
              <a:gd name="connsiteX26-955" fmla="*/ 308009 w 3960000"/>
              <a:gd name="connsiteY26-956" fmla="*/ 3960000 h 3960000"/>
              <a:gd name="connsiteX27-957" fmla="*/ 0 w 3960000"/>
              <a:gd name="connsiteY27-958" fmla="*/ 3651991 h 3960000"/>
              <a:gd name="connsiteX28-959" fmla="*/ 0 w 3960000"/>
              <a:gd name="connsiteY28-960" fmla="*/ 308009 h 3960000"/>
              <a:gd name="connsiteX29-961" fmla="*/ 308009 w 3960000"/>
              <a:gd name="connsiteY29-962" fmla="*/ 0 h 3960000"/>
              <a:gd name="connsiteX0-963" fmla="*/ 3160999 w 3960000"/>
              <a:gd name="connsiteY0-964" fmla="*/ 1374274 h 3960000"/>
              <a:gd name="connsiteX1-965" fmla="*/ 3155132 w 3960000"/>
              <a:gd name="connsiteY1-966" fmla="*/ 1419362 h 3960000"/>
              <a:gd name="connsiteX2-967" fmla="*/ 3160999 w 3960000"/>
              <a:gd name="connsiteY2-968" fmla="*/ 1374274 h 3960000"/>
              <a:gd name="connsiteX3-969" fmla="*/ 2496208 w 3960000"/>
              <a:gd name="connsiteY3-970" fmla="*/ 770986 h 3960000"/>
              <a:gd name="connsiteX4-971" fmla="*/ 1921633 w 3960000"/>
              <a:gd name="connsiteY4-972" fmla="*/ 1292845 h 3960000"/>
              <a:gd name="connsiteX5-973" fmla="*/ 1942445 w 3960000"/>
              <a:gd name="connsiteY5-974" fmla="*/ 1570340 h 3960000"/>
              <a:gd name="connsiteX6-975" fmla="*/ 815277 w 3960000"/>
              <a:gd name="connsiteY6-976" fmla="*/ 836121 h 3960000"/>
              <a:gd name="connsiteX7-977" fmla="*/ 965659 w 3960000"/>
              <a:gd name="connsiteY7-978" fmla="*/ 1735195 h 3960000"/>
              <a:gd name="connsiteX8-979" fmla="*/ 570453 w 3960000"/>
              <a:gd name="connsiteY8-980" fmla="*/ 1629310 h 3960000"/>
              <a:gd name="connsiteX9-981" fmla="*/ 1196057 w 3960000"/>
              <a:gd name="connsiteY9-982" fmla="*/ 2257108 h 3960000"/>
              <a:gd name="connsiteX10-983" fmla="*/ 813848 w 3960000"/>
              <a:gd name="connsiteY10-984" fmla="*/ 2296824 h 3960000"/>
              <a:gd name="connsiteX11-985" fmla="*/ 1486410 w 3960000"/>
              <a:gd name="connsiteY11-986" fmla="*/ 2607420 h 3960000"/>
              <a:gd name="connsiteX12-987" fmla="*/ 489408 w 3960000"/>
              <a:gd name="connsiteY12-988" fmla="*/ 2829018 h 3960000"/>
              <a:gd name="connsiteX13-989" fmla="*/ 1978439 w 3960000"/>
              <a:gd name="connsiteY13-990" fmla="*/ 3093502 h 3960000"/>
              <a:gd name="connsiteX14-991" fmla="*/ 3053184 w 3960000"/>
              <a:gd name="connsiteY14-992" fmla="*/ 2031759 h 3960000"/>
              <a:gd name="connsiteX15-993" fmla="*/ 3207849 w 3960000"/>
              <a:gd name="connsiteY15-994" fmla="*/ 1493166 h 3960000"/>
              <a:gd name="connsiteX16-995" fmla="*/ 3449507 w 3960000"/>
              <a:gd name="connsiteY16-996" fmla="*/ 1170564 h 3960000"/>
              <a:gd name="connsiteX17-997" fmla="*/ 3140091 w 3960000"/>
              <a:gd name="connsiteY17-998" fmla="*/ 1227260 h 3960000"/>
              <a:gd name="connsiteX18-999" fmla="*/ 3324107 w 3960000"/>
              <a:gd name="connsiteY18-1000" fmla="*/ 851504 h 3960000"/>
              <a:gd name="connsiteX19-1001" fmla="*/ 2995677 w 3960000"/>
              <a:gd name="connsiteY19-1002" fmla="*/ 1008938 h 3960000"/>
              <a:gd name="connsiteX20-1003" fmla="*/ 2496208 w 3960000"/>
              <a:gd name="connsiteY20-1004" fmla="*/ 770986 h 3960000"/>
              <a:gd name="connsiteX21-1005" fmla="*/ 308009 w 3960000"/>
              <a:gd name="connsiteY21-1006" fmla="*/ 0 h 3960000"/>
              <a:gd name="connsiteX22-1007" fmla="*/ 3651991 w 3960000"/>
              <a:gd name="connsiteY22-1008" fmla="*/ 0 h 3960000"/>
              <a:gd name="connsiteX23-1009" fmla="*/ 3960000 w 3960000"/>
              <a:gd name="connsiteY23-1010" fmla="*/ 308009 h 3960000"/>
              <a:gd name="connsiteX24-1011" fmla="*/ 3960000 w 3960000"/>
              <a:gd name="connsiteY24-1012" fmla="*/ 3651991 h 3960000"/>
              <a:gd name="connsiteX25-1013" fmla="*/ 3651991 w 3960000"/>
              <a:gd name="connsiteY25-1014" fmla="*/ 3960000 h 3960000"/>
              <a:gd name="connsiteX26-1015" fmla="*/ 308009 w 3960000"/>
              <a:gd name="connsiteY26-1016" fmla="*/ 3960000 h 3960000"/>
              <a:gd name="connsiteX27-1017" fmla="*/ 0 w 3960000"/>
              <a:gd name="connsiteY27-1018" fmla="*/ 3651991 h 3960000"/>
              <a:gd name="connsiteX28-1019" fmla="*/ 0 w 3960000"/>
              <a:gd name="connsiteY28-1020" fmla="*/ 308009 h 3960000"/>
              <a:gd name="connsiteX29-1021" fmla="*/ 308009 w 3960000"/>
              <a:gd name="connsiteY29-1022" fmla="*/ 0 h 3960000"/>
              <a:gd name="connsiteX0-1023" fmla="*/ 3160999 w 3960000"/>
              <a:gd name="connsiteY0-1024" fmla="*/ 1374274 h 3960000"/>
              <a:gd name="connsiteX1-1025" fmla="*/ 3155132 w 3960000"/>
              <a:gd name="connsiteY1-1026" fmla="*/ 1419362 h 3960000"/>
              <a:gd name="connsiteX2-1027" fmla="*/ 3160999 w 3960000"/>
              <a:gd name="connsiteY2-1028" fmla="*/ 1374274 h 3960000"/>
              <a:gd name="connsiteX3-1029" fmla="*/ 2496208 w 3960000"/>
              <a:gd name="connsiteY3-1030" fmla="*/ 770986 h 3960000"/>
              <a:gd name="connsiteX4-1031" fmla="*/ 1921633 w 3960000"/>
              <a:gd name="connsiteY4-1032" fmla="*/ 1292845 h 3960000"/>
              <a:gd name="connsiteX5-1033" fmla="*/ 1942445 w 3960000"/>
              <a:gd name="connsiteY5-1034" fmla="*/ 1570340 h 3960000"/>
              <a:gd name="connsiteX6-1035" fmla="*/ 815277 w 3960000"/>
              <a:gd name="connsiteY6-1036" fmla="*/ 836121 h 3960000"/>
              <a:gd name="connsiteX7-1037" fmla="*/ 965659 w 3960000"/>
              <a:gd name="connsiteY7-1038" fmla="*/ 1735195 h 3960000"/>
              <a:gd name="connsiteX8-1039" fmla="*/ 570453 w 3960000"/>
              <a:gd name="connsiteY8-1040" fmla="*/ 1629310 h 3960000"/>
              <a:gd name="connsiteX9-1041" fmla="*/ 1196057 w 3960000"/>
              <a:gd name="connsiteY9-1042" fmla="*/ 2257108 h 3960000"/>
              <a:gd name="connsiteX10-1043" fmla="*/ 813848 w 3960000"/>
              <a:gd name="connsiteY10-1044" fmla="*/ 2296824 h 3960000"/>
              <a:gd name="connsiteX11-1045" fmla="*/ 1486410 w 3960000"/>
              <a:gd name="connsiteY11-1046" fmla="*/ 2607420 h 3960000"/>
              <a:gd name="connsiteX12-1047" fmla="*/ 489408 w 3960000"/>
              <a:gd name="connsiteY12-1048" fmla="*/ 2829018 h 3960000"/>
              <a:gd name="connsiteX13-1049" fmla="*/ 2062787 w 3960000"/>
              <a:gd name="connsiteY13-1050" fmla="*/ 3146219 h 3960000"/>
              <a:gd name="connsiteX14-1051" fmla="*/ 3053184 w 3960000"/>
              <a:gd name="connsiteY14-1052" fmla="*/ 2031759 h 3960000"/>
              <a:gd name="connsiteX15-1053" fmla="*/ 3207849 w 3960000"/>
              <a:gd name="connsiteY15-1054" fmla="*/ 1493166 h 3960000"/>
              <a:gd name="connsiteX16-1055" fmla="*/ 3449507 w 3960000"/>
              <a:gd name="connsiteY16-1056" fmla="*/ 1170564 h 3960000"/>
              <a:gd name="connsiteX17-1057" fmla="*/ 3140091 w 3960000"/>
              <a:gd name="connsiteY17-1058" fmla="*/ 1227260 h 3960000"/>
              <a:gd name="connsiteX18-1059" fmla="*/ 3324107 w 3960000"/>
              <a:gd name="connsiteY18-1060" fmla="*/ 851504 h 3960000"/>
              <a:gd name="connsiteX19-1061" fmla="*/ 2995677 w 3960000"/>
              <a:gd name="connsiteY19-1062" fmla="*/ 1008938 h 3960000"/>
              <a:gd name="connsiteX20-1063" fmla="*/ 2496208 w 3960000"/>
              <a:gd name="connsiteY20-1064" fmla="*/ 770986 h 3960000"/>
              <a:gd name="connsiteX21-1065" fmla="*/ 308009 w 3960000"/>
              <a:gd name="connsiteY21-1066" fmla="*/ 0 h 3960000"/>
              <a:gd name="connsiteX22-1067" fmla="*/ 3651991 w 3960000"/>
              <a:gd name="connsiteY22-1068" fmla="*/ 0 h 3960000"/>
              <a:gd name="connsiteX23-1069" fmla="*/ 3960000 w 3960000"/>
              <a:gd name="connsiteY23-1070" fmla="*/ 308009 h 3960000"/>
              <a:gd name="connsiteX24-1071" fmla="*/ 3960000 w 3960000"/>
              <a:gd name="connsiteY24-1072" fmla="*/ 3651991 h 3960000"/>
              <a:gd name="connsiteX25-1073" fmla="*/ 3651991 w 3960000"/>
              <a:gd name="connsiteY25-1074" fmla="*/ 3960000 h 3960000"/>
              <a:gd name="connsiteX26-1075" fmla="*/ 308009 w 3960000"/>
              <a:gd name="connsiteY26-1076" fmla="*/ 3960000 h 3960000"/>
              <a:gd name="connsiteX27-1077" fmla="*/ 0 w 3960000"/>
              <a:gd name="connsiteY27-1078" fmla="*/ 3651991 h 3960000"/>
              <a:gd name="connsiteX28-1079" fmla="*/ 0 w 3960000"/>
              <a:gd name="connsiteY28-1080" fmla="*/ 308009 h 3960000"/>
              <a:gd name="connsiteX29-1081" fmla="*/ 308009 w 3960000"/>
              <a:gd name="connsiteY29-1082" fmla="*/ 0 h 3960000"/>
              <a:gd name="connsiteX0-1083" fmla="*/ 3160999 w 3960000"/>
              <a:gd name="connsiteY0-1084" fmla="*/ 1374274 h 3960000"/>
              <a:gd name="connsiteX1-1085" fmla="*/ 3155132 w 3960000"/>
              <a:gd name="connsiteY1-1086" fmla="*/ 1419362 h 3960000"/>
              <a:gd name="connsiteX2-1087" fmla="*/ 3160999 w 3960000"/>
              <a:gd name="connsiteY2-1088" fmla="*/ 1374274 h 3960000"/>
              <a:gd name="connsiteX3-1089" fmla="*/ 2496208 w 3960000"/>
              <a:gd name="connsiteY3-1090" fmla="*/ 770986 h 3960000"/>
              <a:gd name="connsiteX4-1091" fmla="*/ 1921633 w 3960000"/>
              <a:gd name="connsiteY4-1092" fmla="*/ 1292845 h 3960000"/>
              <a:gd name="connsiteX5-1093" fmla="*/ 1942445 w 3960000"/>
              <a:gd name="connsiteY5-1094" fmla="*/ 1570340 h 3960000"/>
              <a:gd name="connsiteX6-1095" fmla="*/ 815277 w 3960000"/>
              <a:gd name="connsiteY6-1096" fmla="*/ 836121 h 3960000"/>
              <a:gd name="connsiteX7-1097" fmla="*/ 965659 w 3960000"/>
              <a:gd name="connsiteY7-1098" fmla="*/ 1735195 h 3960000"/>
              <a:gd name="connsiteX8-1099" fmla="*/ 570453 w 3960000"/>
              <a:gd name="connsiteY8-1100" fmla="*/ 1629310 h 3960000"/>
              <a:gd name="connsiteX9-1101" fmla="*/ 1196057 w 3960000"/>
              <a:gd name="connsiteY9-1102" fmla="*/ 2257108 h 3960000"/>
              <a:gd name="connsiteX10-1103" fmla="*/ 813848 w 3960000"/>
              <a:gd name="connsiteY10-1104" fmla="*/ 2296824 h 3960000"/>
              <a:gd name="connsiteX11-1105" fmla="*/ 1486410 w 3960000"/>
              <a:gd name="connsiteY11-1106" fmla="*/ 2607420 h 3960000"/>
              <a:gd name="connsiteX12-1107" fmla="*/ 489408 w 3960000"/>
              <a:gd name="connsiteY12-1108" fmla="*/ 2829018 h 3960000"/>
              <a:gd name="connsiteX13-1109" fmla="*/ 2062787 w 3960000"/>
              <a:gd name="connsiteY13-1110" fmla="*/ 3146219 h 3960000"/>
              <a:gd name="connsiteX14-1111" fmla="*/ 3074271 w 3960000"/>
              <a:gd name="connsiteY14-1112" fmla="*/ 2105563 h 3960000"/>
              <a:gd name="connsiteX15-1113" fmla="*/ 3207849 w 3960000"/>
              <a:gd name="connsiteY15-1114" fmla="*/ 1493166 h 3960000"/>
              <a:gd name="connsiteX16-1115" fmla="*/ 3449507 w 3960000"/>
              <a:gd name="connsiteY16-1116" fmla="*/ 1170564 h 3960000"/>
              <a:gd name="connsiteX17-1117" fmla="*/ 3140091 w 3960000"/>
              <a:gd name="connsiteY17-1118" fmla="*/ 1227260 h 3960000"/>
              <a:gd name="connsiteX18-1119" fmla="*/ 3324107 w 3960000"/>
              <a:gd name="connsiteY18-1120" fmla="*/ 851504 h 3960000"/>
              <a:gd name="connsiteX19-1121" fmla="*/ 2995677 w 3960000"/>
              <a:gd name="connsiteY19-1122" fmla="*/ 1008938 h 3960000"/>
              <a:gd name="connsiteX20-1123" fmla="*/ 2496208 w 3960000"/>
              <a:gd name="connsiteY20-1124" fmla="*/ 770986 h 3960000"/>
              <a:gd name="connsiteX21-1125" fmla="*/ 308009 w 3960000"/>
              <a:gd name="connsiteY21-1126" fmla="*/ 0 h 3960000"/>
              <a:gd name="connsiteX22-1127" fmla="*/ 3651991 w 3960000"/>
              <a:gd name="connsiteY22-1128" fmla="*/ 0 h 3960000"/>
              <a:gd name="connsiteX23-1129" fmla="*/ 3960000 w 3960000"/>
              <a:gd name="connsiteY23-1130" fmla="*/ 308009 h 3960000"/>
              <a:gd name="connsiteX24-1131" fmla="*/ 3960000 w 3960000"/>
              <a:gd name="connsiteY24-1132" fmla="*/ 3651991 h 3960000"/>
              <a:gd name="connsiteX25-1133" fmla="*/ 3651991 w 3960000"/>
              <a:gd name="connsiteY25-1134" fmla="*/ 3960000 h 3960000"/>
              <a:gd name="connsiteX26-1135" fmla="*/ 308009 w 3960000"/>
              <a:gd name="connsiteY26-1136" fmla="*/ 3960000 h 3960000"/>
              <a:gd name="connsiteX27-1137" fmla="*/ 0 w 3960000"/>
              <a:gd name="connsiteY27-1138" fmla="*/ 3651991 h 3960000"/>
              <a:gd name="connsiteX28-1139" fmla="*/ 0 w 3960000"/>
              <a:gd name="connsiteY28-1140" fmla="*/ 308009 h 3960000"/>
              <a:gd name="connsiteX29-1141" fmla="*/ 308009 w 3960000"/>
              <a:gd name="connsiteY29-1142" fmla="*/ 0 h 3960000"/>
              <a:gd name="connsiteX0-1143" fmla="*/ 3160999 w 3960000"/>
              <a:gd name="connsiteY0-1144" fmla="*/ 1374274 h 3960000"/>
              <a:gd name="connsiteX1-1145" fmla="*/ 3155132 w 3960000"/>
              <a:gd name="connsiteY1-1146" fmla="*/ 1419362 h 3960000"/>
              <a:gd name="connsiteX2-1147" fmla="*/ 3160999 w 3960000"/>
              <a:gd name="connsiteY2-1148" fmla="*/ 1374274 h 3960000"/>
              <a:gd name="connsiteX3-1149" fmla="*/ 2496208 w 3960000"/>
              <a:gd name="connsiteY3-1150" fmla="*/ 770986 h 3960000"/>
              <a:gd name="connsiteX4-1151" fmla="*/ 1921633 w 3960000"/>
              <a:gd name="connsiteY4-1152" fmla="*/ 1292845 h 3960000"/>
              <a:gd name="connsiteX5-1153" fmla="*/ 1942445 w 3960000"/>
              <a:gd name="connsiteY5-1154" fmla="*/ 1570340 h 3960000"/>
              <a:gd name="connsiteX6-1155" fmla="*/ 815277 w 3960000"/>
              <a:gd name="connsiteY6-1156" fmla="*/ 836121 h 3960000"/>
              <a:gd name="connsiteX7-1157" fmla="*/ 965659 w 3960000"/>
              <a:gd name="connsiteY7-1158" fmla="*/ 1735195 h 3960000"/>
              <a:gd name="connsiteX8-1159" fmla="*/ 570453 w 3960000"/>
              <a:gd name="connsiteY8-1160" fmla="*/ 1629310 h 3960000"/>
              <a:gd name="connsiteX9-1161" fmla="*/ 1196057 w 3960000"/>
              <a:gd name="connsiteY9-1162" fmla="*/ 2257108 h 3960000"/>
              <a:gd name="connsiteX10-1163" fmla="*/ 813848 w 3960000"/>
              <a:gd name="connsiteY10-1164" fmla="*/ 2296824 h 3960000"/>
              <a:gd name="connsiteX11-1165" fmla="*/ 1486410 w 3960000"/>
              <a:gd name="connsiteY11-1166" fmla="*/ 2607420 h 3960000"/>
              <a:gd name="connsiteX12-1167" fmla="*/ 489408 w 3960000"/>
              <a:gd name="connsiteY12-1168" fmla="*/ 2829018 h 3960000"/>
              <a:gd name="connsiteX13-1169" fmla="*/ 2062787 w 3960000"/>
              <a:gd name="connsiteY13-1170" fmla="*/ 3146219 h 3960000"/>
              <a:gd name="connsiteX14-1171" fmla="*/ 3074271 w 3960000"/>
              <a:gd name="connsiteY14-1172" fmla="*/ 2105563 h 3960000"/>
              <a:gd name="connsiteX15-1173" fmla="*/ 3207849 w 3960000"/>
              <a:gd name="connsiteY15-1174" fmla="*/ 1493166 h 3960000"/>
              <a:gd name="connsiteX16-1175" fmla="*/ 3449507 w 3960000"/>
              <a:gd name="connsiteY16-1176" fmla="*/ 1170564 h 3960000"/>
              <a:gd name="connsiteX17-1177" fmla="*/ 3140091 w 3960000"/>
              <a:gd name="connsiteY17-1178" fmla="*/ 1227260 h 3960000"/>
              <a:gd name="connsiteX18-1179" fmla="*/ 3324107 w 3960000"/>
              <a:gd name="connsiteY18-1180" fmla="*/ 851504 h 3960000"/>
              <a:gd name="connsiteX19-1181" fmla="*/ 2995677 w 3960000"/>
              <a:gd name="connsiteY19-1182" fmla="*/ 1008938 h 3960000"/>
              <a:gd name="connsiteX20-1183" fmla="*/ 2496208 w 3960000"/>
              <a:gd name="connsiteY20-1184" fmla="*/ 770986 h 3960000"/>
              <a:gd name="connsiteX21-1185" fmla="*/ 308009 w 3960000"/>
              <a:gd name="connsiteY21-1186" fmla="*/ 0 h 3960000"/>
              <a:gd name="connsiteX22-1187" fmla="*/ 3651991 w 3960000"/>
              <a:gd name="connsiteY22-1188" fmla="*/ 0 h 3960000"/>
              <a:gd name="connsiteX23-1189" fmla="*/ 3960000 w 3960000"/>
              <a:gd name="connsiteY23-1190" fmla="*/ 308009 h 3960000"/>
              <a:gd name="connsiteX24-1191" fmla="*/ 3960000 w 3960000"/>
              <a:gd name="connsiteY24-1192" fmla="*/ 3651991 h 3960000"/>
              <a:gd name="connsiteX25-1193" fmla="*/ 3651991 w 3960000"/>
              <a:gd name="connsiteY25-1194" fmla="*/ 3960000 h 3960000"/>
              <a:gd name="connsiteX26-1195" fmla="*/ 308009 w 3960000"/>
              <a:gd name="connsiteY26-1196" fmla="*/ 3960000 h 3960000"/>
              <a:gd name="connsiteX27-1197" fmla="*/ 0 w 3960000"/>
              <a:gd name="connsiteY27-1198" fmla="*/ 3651991 h 3960000"/>
              <a:gd name="connsiteX28-1199" fmla="*/ 0 w 3960000"/>
              <a:gd name="connsiteY28-1200" fmla="*/ 308009 h 3960000"/>
              <a:gd name="connsiteX29-1201" fmla="*/ 308009 w 3960000"/>
              <a:gd name="connsiteY29-1202" fmla="*/ 0 h 3960000"/>
              <a:gd name="connsiteX0-1203" fmla="*/ 3160999 w 3960000"/>
              <a:gd name="connsiteY0-1204" fmla="*/ 1374274 h 3960000"/>
              <a:gd name="connsiteX1-1205" fmla="*/ 3155132 w 3960000"/>
              <a:gd name="connsiteY1-1206" fmla="*/ 1419362 h 3960000"/>
              <a:gd name="connsiteX2-1207" fmla="*/ 3160999 w 3960000"/>
              <a:gd name="connsiteY2-1208" fmla="*/ 1374274 h 3960000"/>
              <a:gd name="connsiteX3-1209" fmla="*/ 2496208 w 3960000"/>
              <a:gd name="connsiteY3-1210" fmla="*/ 770986 h 3960000"/>
              <a:gd name="connsiteX4-1211" fmla="*/ 1921633 w 3960000"/>
              <a:gd name="connsiteY4-1212" fmla="*/ 1292845 h 3960000"/>
              <a:gd name="connsiteX5-1213" fmla="*/ 1942445 w 3960000"/>
              <a:gd name="connsiteY5-1214" fmla="*/ 1570340 h 3960000"/>
              <a:gd name="connsiteX6-1215" fmla="*/ 815277 w 3960000"/>
              <a:gd name="connsiteY6-1216" fmla="*/ 836121 h 3960000"/>
              <a:gd name="connsiteX7-1217" fmla="*/ 965659 w 3960000"/>
              <a:gd name="connsiteY7-1218" fmla="*/ 1735195 h 3960000"/>
              <a:gd name="connsiteX8-1219" fmla="*/ 570453 w 3960000"/>
              <a:gd name="connsiteY8-1220" fmla="*/ 1629310 h 3960000"/>
              <a:gd name="connsiteX9-1221" fmla="*/ 1196057 w 3960000"/>
              <a:gd name="connsiteY9-1222" fmla="*/ 2257108 h 3960000"/>
              <a:gd name="connsiteX10-1223" fmla="*/ 813848 w 3960000"/>
              <a:gd name="connsiteY10-1224" fmla="*/ 2296824 h 3960000"/>
              <a:gd name="connsiteX11-1225" fmla="*/ 1486410 w 3960000"/>
              <a:gd name="connsiteY11-1226" fmla="*/ 2607420 h 3960000"/>
              <a:gd name="connsiteX12-1227" fmla="*/ 489408 w 3960000"/>
              <a:gd name="connsiteY12-1228" fmla="*/ 2829018 h 3960000"/>
              <a:gd name="connsiteX13-1229" fmla="*/ 2062787 w 3960000"/>
              <a:gd name="connsiteY13-1230" fmla="*/ 3146219 h 3960000"/>
              <a:gd name="connsiteX14-1231" fmla="*/ 3074271 w 3960000"/>
              <a:gd name="connsiteY14-1232" fmla="*/ 2105563 h 3960000"/>
              <a:gd name="connsiteX15-1233" fmla="*/ 3207849 w 3960000"/>
              <a:gd name="connsiteY15-1234" fmla="*/ 1493166 h 3960000"/>
              <a:gd name="connsiteX16-1235" fmla="*/ 3449507 w 3960000"/>
              <a:gd name="connsiteY16-1236" fmla="*/ 1170564 h 3960000"/>
              <a:gd name="connsiteX17-1237" fmla="*/ 3140091 w 3960000"/>
              <a:gd name="connsiteY17-1238" fmla="*/ 1227260 h 3960000"/>
              <a:gd name="connsiteX18-1239" fmla="*/ 3324107 w 3960000"/>
              <a:gd name="connsiteY18-1240" fmla="*/ 851504 h 3960000"/>
              <a:gd name="connsiteX19-1241" fmla="*/ 2995677 w 3960000"/>
              <a:gd name="connsiteY19-1242" fmla="*/ 1008938 h 3960000"/>
              <a:gd name="connsiteX20-1243" fmla="*/ 2496208 w 3960000"/>
              <a:gd name="connsiteY20-1244" fmla="*/ 770986 h 3960000"/>
              <a:gd name="connsiteX21-1245" fmla="*/ 308009 w 3960000"/>
              <a:gd name="connsiteY21-1246" fmla="*/ 0 h 3960000"/>
              <a:gd name="connsiteX22-1247" fmla="*/ 3651991 w 3960000"/>
              <a:gd name="connsiteY22-1248" fmla="*/ 0 h 3960000"/>
              <a:gd name="connsiteX23-1249" fmla="*/ 3960000 w 3960000"/>
              <a:gd name="connsiteY23-1250" fmla="*/ 308009 h 3960000"/>
              <a:gd name="connsiteX24-1251" fmla="*/ 3960000 w 3960000"/>
              <a:gd name="connsiteY24-1252" fmla="*/ 3651991 h 3960000"/>
              <a:gd name="connsiteX25-1253" fmla="*/ 3651991 w 3960000"/>
              <a:gd name="connsiteY25-1254" fmla="*/ 3960000 h 3960000"/>
              <a:gd name="connsiteX26-1255" fmla="*/ 308009 w 3960000"/>
              <a:gd name="connsiteY26-1256" fmla="*/ 3960000 h 3960000"/>
              <a:gd name="connsiteX27-1257" fmla="*/ 0 w 3960000"/>
              <a:gd name="connsiteY27-1258" fmla="*/ 3651991 h 3960000"/>
              <a:gd name="connsiteX28-1259" fmla="*/ 0 w 3960000"/>
              <a:gd name="connsiteY28-1260" fmla="*/ 308009 h 3960000"/>
              <a:gd name="connsiteX29-1261" fmla="*/ 308009 w 3960000"/>
              <a:gd name="connsiteY29-1262" fmla="*/ 0 h 396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/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-1" fmla="*/ 2841893 w 3960000"/>
              <a:gd name="connsiteY0-2" fmla="*/ 181064 h 3960000"/>
              <a:gd name="connsiteX1-3" fmla="*/ 2105790 w 3960000"/>
              <a:gd name="connsiteY1-4" fmla="*/ 859562 h 3960000"/>
              <a:gd name="connsiteX2-5" fmla="*/ 2106860 w 3960000"/>
              <a:gd name="connsiteY2-6" fmla="*/ 863292 h 3960000"/>
              <a:gd name="connsiteX3-7" fmla="*/ 2106860 w 3960000"/>
              <a:gd name="connsiteY3-8" fmla="*/ 1248172 h 3960000"/>
              <a:gd name="connsiteX4-9" fmla="*/ 1691968 w 3960000"/>
              <a:gd name="connsiteY4-10" fmla="*/ 1248172 h 3960000"/>
              <a:gd name="connsiteX5-11" fmla="*/ 1691968 w 3960000"/>
              <a:gd name="connsiteY5-12" fmla="*/ 1824236 h 3960000"/>
              <a:gd name="connsiteX6-13" fmla="*/ 2106860 w 3960000"/>
              <a:gd name="connsiteY6-14" fmla="*/ 1824236 h 3960000"/>
              <a:gd name="connsiteX7-15" fmla="*/ 2106860 w 3960000"/>
              <a:gd name="connsiteY7-16" fmla="*/ 3779396 h 3960000"/>
              <a:gd name="connsiteX8-17" fmla="*/ 2754932 w 3960000"/>
              <a:gd name="connsiteY8-18" fmla="*/ 3779396 h 3960000"/>
              <a:gd name="connsiteX9-19" fmla="*/ 2754932 w 3960000"/>
              <a:gd name="connsiteY9-20" fmla="*/ 1824236 h 3960000"/>
              <a:gd name="connsiteX10-21" fmla="*/ 3305869 w 3960000"/>
              <a:gd name="connsiteY10-22" fmla="*/ 1813665 h 3960000"/>
              <a:gd name="connsiteX11-23" fmla="*/ 3348152 w 3960000"/>
              <a:gd name="connsiteY11-24" fmla="*/ 1248172 h 3960000"/>
              <a:gd name="connsiteX12-25" fmla="*/ 2754932 w 3960000"/>
              <a:gd name="connsiteY12-26" fmla="*/ 1248172 h 3960000"/>
              <a:gd name="connsiteX13-27" fmla="*/ 2754932 w 3960000"/>
              <a:gd name="connsiteY13-28" fmla="*/ 907124 h 3960000"/>
              <a:gd name="connsiteX14-29" fmla="*/ 3369037 w 3960000"/>
              <a:gd name="connsiteY14-30" fmla="*/ 704441 h 3960000"/>
              <a:gd name="connsiteX15-31" fmla="*/ 3432095 w 3960000"/>
              <a:gd name="connsiteY15-32" fmla="*/ 238945 h 3960000"/>
              <a:gd name="connsiteX16-33" fmla="*/ 2841893 w 3960000"/>
              <a:gd name="connsiteY16-34" fmla="*/ 181064 h 3960000"/>
              <a:gd name="connsiteX17-35" fmla="*/ 308009 w 3960000"/>
              <a:gd name="connsiteY17-36" fmla="*/ 0 h 3960000"/>
              <a:gd name="connsiteX18-37" fmla="*/ 3651991 w 3960000"/>
              <a:gd name="connsiteY18-38" fmla="*/ 0 h 3960000"/>
              <a:gd name="connsiteX19-39" fmla="*/ 3960000 w 3960000"/>
              <a:gd name="connsiteY19-40" fmla="*/ 308009 h 3960000"/>
              <a:gd name="connsiteX20-41" fmla="*/ 3960000 w 3960000"/>
              <a:gd name="connsiteY20-42" fmla="*/ 3651991 h 3960000"/>
              <a:gd name="connsiteX21-43" fmla="*/ 3651991 w 3960000"/>
              <a:gd name="connsiteY21-44" fmla="*/ 3960000 h 3960000"/>
              <a:gd name="connsiteX22-45" fmla="*/ 308009 w 3960000"/>
              <a:gd name="connsiteY22-46" fmla="*/ 3960000 h 3960000"/>
              <a:gd name="connsiteX23-47" fmla="*/ 0 w 3960000"/>
              <a:gd name="connsiteY23-48" fmla="*/ 3651991 h 3960000"/>
              <a:gd name="connsiteX24-49" fmla="*/ 0 w 3960000"/>
              <a:gd name="connsiteY24-50" fmla="*/ 308009 h 3960000"/>
              <a:gd name="connsiteX25-51" fmla="*/ 308009 w 3960000"/>
              <a:gd name="connsiteY25-52" fmla="*/ 0 h 3960000"/>
              <a:gd name="connsiteX0-53" fmla="*/ 2841893 w 3960000"/>
              <a:gd name="connsiteY0-54" fmla="*/ 181064 h 3960000"/>
              <a:gd name="connsiteX1-55" fmla="*/ 2105790 w 3960000"/>
              <a:gd name="connsiteY1-56" fmla="*/ 859562 h 3960000"/>
              <a:gd name="connsiteX2-57" fmla="*/ 2106860 w 3960000"/>
              <a:gd name="connsiteY2-58" fmla="*/ 863292 h 3960000"/>
              <a:gd name="connsiteX3-59" fmla="*/ 2106860 w 3960000"/>
              <a:gd name="connsiteY3-60" fmla="*/ 1248172 h 3960000"/>
              <a:gd name="connsiteX4-61" fmla="*/ 1691968 w 3960000"/>
              <a:gd name="connsiteY4-62" fmla="*/ 1248172 h 3960000"/>
              <a:gd name="connsiteX5-63" fmla="*/ 1691968 w 3960000"/>
              <a:gd name="connsiteY5-64" fmla="*/ 1824236 h 3960000"/>
              <a:gd name="connsiteX6-65" fmla="*/ 2106860 w 3960000"/>
              <a:gd name="connsiteY6-66" fmla="*/ 1824236 h 3960000"/>
              <a:gd name="connsiteX7-67" fmla="*/ 2106860 w 3960000"/>
              <a:gd name="connsiteY7-68" fmla="*/ 3779396 h 3960000"/>
              <a:gd name="connsiteX8-69" fmla="*/ 2754932 w 3960000"/>
              <a:gd name="connsiteY8-70" fmla="*/ 3779396 h 3960000"/>
              <a:gd name="connsiteX9-71" fmla="*/ 2754932 w 3960000"/>
              <a:gd name="connsiteY9-72" fmla="*/ 1824236 h 3960000"/>
              <a:gd name="connsiteX10-73" fmla="*/ 3305869 w 3960000"/>
              <a:gd name="connsiteY10-74" fmla="*/ 1813665 h 3960000"/>
              <a:gd name="connsiteX11-75" fmla="*/ 3348152 w 3960000"/>
              <a:gd name="connsiteY11-76" fmla="*/ 1248172 h 3960000"/>
              <a:gd name="connsiteX12-77" fmla="*/ 2754932 w 3960000"/>
              <a:gd name="connsiteY12-78" fmla="*/ 1248172 h 3960000"/>
              <a:gd name="connsiteX13-79" fmla="*/ 2754932 w 3960000"/>
              <a:gd name="connsiteY13-80" fmla="*/ 907124 h 3960000"/>
              <a:gd name="connsiteX14-81" fmla="*/ 3369037 w 3960000"/>
              <a:gd name="connsiteY14-82" fmla="*/ 704441 h 3960000"/>
              <a:gd name="connsiteX15-83" fmla="*/ 3432095 w 3960000"/>
              <a:gd name="connsiteY15-84" fmla="*/ 238945 h 3960000"/>
              <a:gd name="connsiteX16-85" fmla="*/ 2841893 w 3960000"/>
              <a:gd name="connsiteY16-86" fmla="*/ 181064 h 3960000"/>
              <a:gd name="connsiteX17-87" fmla="*/ 308009 w 3960000"/>
              <a:gd name="connsiteY17-88" fmla="*/ 0 h 3960000"/>
              <a:gd name="connsiteX18-89" fmla="*/ 3651991 w 3960000"/>
              <a:gd name="connsiteY18-90" fmla="*/ 0 h 3960000"/>
              <a:gd name="connsiteX19-91" fmla="*/ 3960000 w 3960000"/>
              <a:gd name="connsiteY19-92" fmla="*/ 308009 h 3960000"/>
              <a:gd name="connsiteX20-93" fmla="*/ 3960000 w 3960000"/>
              <a:gd name="connsiteY20-94" fmla="*/ 3651991 h 3960000"/>
              <a:gd name="connsiteX21-95" fmla="*/ 3651991 w 3960000"/>
              <a:gd name="connsiteY21-96" fmla="*/ 3960000 h 3960000"/>
              <a:gd name="connsiteX22-97" fmla="*/ 308009 w 3960000"/>
              <a:gd name="connsiteY22-98" fmla="*/ 3960000 h 3960000"/>
              <a:gd name="connsiteX23-99" fmla="*/ 0 w 3960000"/>
              <a:gd name="connsiteY23-100" fmla="*/ 3651991 h 3960000"/>
              <a:gd name="connsiteX24-101" fmla="*/ 0 w 3960000"/>
              <a:gd name="connsiteY24-102" fmla="*/ 308009 h 3960000"/>
              <a:gd name="connsiteX25-103" fmla="*/ 308009 w 3960000"/>
              <a:gd name="connsiteY25-104" fmla="*/ 0 h 3960000"/>
              <a:gd name="connsiteX0-105" fmla="*/ 2841893 w 3960000"/>
              <a:gd name="connsiteY0-106" fmla="*/ 181064 h 3960000"/>
              <a:gd name="connsiteX1-107" fmla="*/ 2105790 w 3960000"/>
              <a:gd name="connsiteY1-108" fmla="*/ 859562 h 3960000"/>
              <a:gd name="connsiteX2-109" fmla="*/ 2106860 w 3960000"/>
              <a:gd name="connsiteY2-110" fmla="*/ 863292 h 3960000"/>
              <a:gd name="connsiteX3-111" fmla="*/ 2106860 w 3960000"/>
              <a:gd name="connsiteY3-112" fmla="*/ 1248172 h 3960000"/>
              <a:gd name="connsiteX4-113" fmla="*/ 1691968 w 3960000"/>
              <a:gd name="connsiteY4-114" fmla="*/ 1248172 h 3960000"/>
              <a:gd name="connsiteX5-115" fmla="*/ 1691968 w 3960000"/>
              <a:gd name="connsiteY5-116" fmla="*/ 1824236 h 3960000"/>
              <a:gd name="connsiteX6-117" fmla="*/ 2106860 w 3960000"/>
              <a:gd name="connsiteY6-118" fmla="*/ 1824236 h 3960000"/>
              <a:gd name="connsiteX7-119" fmla="*/ 2106860 w 3960000"/>
              <a:gd name="connsiteY7-120" fmla="*/ 3779396 h 3960000"/>
              <a:gd name="connsiteX8-121" fmla="*/ 2754932 w 3960000"/>
              <a:gd name="connsiteY8-122" fmla="*/ 3779396 h 3960000"/>
              <a:gd name="connsiteX9-123" fmla="*/ 2754932 w 3960000"/>
              <a:gd name="connsiteY9-124" fmla="*/ 1824236 h 3960000"/>
              <a:gd name="connsiteX10-125" fmla="*/ 3305869 w 3960000"/>
              <a:gd name="connsiteY10-126" fmla="*/ 1813665 h 3960000"/>
              <a:gd name="connsiteX11-127" fmla="*/ 3348152 w 3960000"/>
              <a:gd name="connsiteY11-128" fmla="*/ 1248172 h 3960000"/>
              <a:gd name="connsiteX12-129" fmla="*/ 2754932 w 3960000"/>
              <a:gd name="connsiteY12-130" fmla="*/ 1248172 h 3960000"/>
              <a:gd name="connsiteX13-131" fmla="*/ 2754932 w 3960000"/>
              <a:gd name="connsiteY13-132" fmla="*/ 907124 h 3960000"/>
              <a:gd name="connsiteX14-133" fmla="*/ 3369037 w 3960000"/>
              <a:gd name="connsiteY14-134" fmla="*/ 704441 h 3960000"/>
              <a:gd name="connsiteX15-135" fmla="*/ 3410216 w 3960000"/>
              <a:gd name="connsiteY15-136" fmla="*/ 195189 h 3960000"/>
              <a:gd name="connsiteX16-137" fmla="*/ 2841893 w 3960000"/>
              <a:gd name="connsiteY16-138" fmla="*/ 181064 h 3960000"/>
              <a:gd name="connsiteX17-139" fmla="*/ 308009 w 3960000"/>
              <a:gd name="connsiteY17-140" fmla="*/ 0 h 3960000"/>
              <a:gd name="connsiteX18-141" fmla="*/ 3651991 w 3960000"/>
              <a:gd name="connsiteY18-142" fmla="*/ 0 h 3960000"/>
              <a:gd name="connsiteX19-143" fmla="*/ 3960000 w 3960000"/>
              <a:gd name="connsiteY19-144" fmla="*/ 308009 h 3960000"/>
              <a:gd name="connsiteX20-145" fmla="*/ 3960000 w 3960000"/>
              <a:gd name="connsiteY20-146" fmla="*/ 3651991 h 3960000"/>
              <a:gd name="connsiteX21-147" fmla="*/ 3651991 w 3960000"/>
              <a:gd name="connsiteY21-148" fmla="*/ 3960000 h 3960000"/>
              <a:gd name="connsiteX22-149" fmla="*/ 308009 w 3960000"/>
              <a:gd name="connsiteY22-150" fmla="*/ 3960000 h 3960000"/>
              <a:gd name="connsiteX23-151" fmla="*/ 0 w 3960000"/>
              <a:gd name="connsiteY23-152" fmla="*/ 3651991 h 3960000"/>
              <a:gd name="connsiteX24-153" fmla="*/ 0 w 3960000"/>
              <a:gd name="connsiteY24-154" fmla="*/ 308009 h 3960000"/>
              <a:gd name="connsiteX25-155" fmla="*/ 308009 w 3960000"/>
              <a:gd name="connsiteY25-156" fmla="*/ 0 h 3960000"/>
              <a:gd name="connsiteX0-157" fmla="*/ 2841893 w 3960000"/>
              <a:gd name="connsiteY0-158" fmla="*/ 181064 h 3960000"/>
              <a:gd name="connsiteX1-159" fmla="*/ 2105790 w 3960000"/>
              <a:gd name="connsiteY1-160" fmla="*/ 859562 h 3960000"/>
              <a:gd name="connsiteX2-161" fmla="*/ 2106860 w 3960000"/>
              <a:gd name="connsiteY2-162" fmla="*/ 863292 h 3960000"/>
              <a:gd name="connsiteX3-163" fmla="*/ 2106860 w 3960000"/>
              <a:gd name="connsiteY3-164" fmla="*/ 1248172 h 3960000"/>
              <a:gd name="connsiteX4-165" fmla="*/ 1691968 w 3960000"/>
              <a:gd name="connsiteY4-166" fmla="*/ 1248172 h 3960000"/>
              <a:gd name="connsiteX5-167" fmla="*/ 1691968 w 3960000"/>
              <a:gd name="connsiteY5-168" fmla="*/ 1824236 h 3960000"/>
              <a:gd name="connsiteX6-169" fmla="*/ 2106860 w 3960000"/>
              <a:gd name="connsiteY6-170" fmla="*/ 1824236 h 3960000"/>
              <a:gd name="connsiteX7-171" fmla="*/ 2106860 w 3960000"/>
              <a:gd name="connsiteY7-172" fmla="*/ 3779396 h 3960000"/>
              <a:gd name="connsiteX8-173" fmla="*/ 2754932 w 3960000"/>
              <a:gd name="connsiteY8-174" fmla="*/ 3779396 h 3960000"/>
              <a:gd name="connsiteX9-175" fmla="*/ 2754932 w 3960000"/>
              <a:gd name="connsiteY9-176" fmla="*/ 1824236 h 3960000"/>
              <a:gd name="connsiteX10-177" fmla="*/ 3305869 w 3960000"/>
              <a:gd name="connsiteY10-178" fmla="*/ 1813665 h 3960000"/>
              <a:gd name="connsiteX11-179" fmla="*/ 3348152 w 3960000"/>
              <a:gd name="connsiteY11-180" fmla="*/ 1248172 h 3960000"/>
              <a:gd name="connsiteX12-181" fmla="*/ 2754932 w 3960000"/>
              <a:gd name="connsiteY12-182" fmla="*/ 1248172 h 3960000"/>
              <a:gd name="connsiteX13-183" fmla="*/ 2754932 w 3960000"/>
              <a:gd name="connsiteY13-184" fmla="*/ 907124 h 3960000"/>
              <a:gd name="connsiteX14-185" fmla="*/ 3369037 w 3960000"/>
              <a:gd name="connsiteY14-186" fmla="*/ 704441 h 3960000"/>
              <a:gd name="connsiteX15-187" fmla="*/ 3410216 w 3960000"/>
              <a:gd name="connsiteY15-188" fmla="*/ 195189 h 3960000"/>
              <a:gd name="connsiteX16-189" fmla="*/ 2841893 w 3960000"/>
              <a:gd name="connsiteY16-190" fmla="*/ 181064 h 3960000"/>
              <a:gd name="connsiteX17-191" fmla="*/ 308009 w 3960000"/>
              <a:gd name="connsiteY17-192" fmla="*/ 0 h 3960000"/>
              <a:gd name="connsiteX18-193" fmla="*/ 3651991 w 3960000"/>
              <a:gd name="connsiteY18-194" fmla="*/ 0 h 3960000"/>
              <a:gd name="connsiteX19-195" fmla="*/ 3960000 w 3960000"/>
              <a:gd name="connsiteY19-196" fmla="*/ 308009 h 3960000"/>
              <a:gd name="connsiteX20-197" fmla="*/ 3960000 w 3960000"/>
              <a:gd name="connsiteY20-198" fmla="*/ 3651991 h 3960000"/>
              <a:gd name="connsiteX21-199" fmla="*/ 3651991 w 3960000"/>
              <a:gd name="connsiteY21-200" fmla="*/ 3960000 h 3960000"/>
              <a:gd name="connsiteX22-201" fmla="*/ 308009 w 3960000"/>
              <a:gd name="connsiteY22-202" fmla="*/ 3960000 h 3960000"/>
              <a:gd name="connsiteX23-203" fmla="*/ 0 w 3960000"/>
              <a:gd name="connsiteY23-204" fmla="*/ 3651991 h 3960000"/>
              <a:gd name="connsiteX24-205" fmla="*/ 0 w 3960000"/>
              <a:gd name="connsiteY24-206" fmla="*/ 308009 h 3960000"/>
              <a:gd name="connsiteX25-207" fmla="*/ 308009 w 3960000"/>
              <a:gd name="connsiteY25-208" fmla="*/ 0 h 3960000"/>
              <a:gd name="connsiteX0-209" fmla="*/ 2841893 w 3960000"/>
              <a:gd name="connsiteY0-210" fmla="*/ 181064 h 3960000"/>
              <a:gd name="connsiteX1-211" fmla="*/ 2105790 w 3960000"/>
              <a:gd name="connsiteY1-212" fmla="*/ 859562 h 3960000"/>
              <a:gd name="connsiteX2-213" fmla="*/ 2106860 w 3960000"/>
              <a:gd name="connsiteY2-214" fmla="*/ 863292 h 3960000"/>
              <a:gd name="connsiteX3-215" fmla="*/ 2106860 w 3960000"/>
              <a:gd name="connsiteY3-216" fmla="*/ 1248172 h 3960000"/>
              <a:gd name="connsiteX4-217" fmla="*/ 1691968 w 3960000"/>
              <a:gd name="connsiteY4-218" fmla="*/ 1248172 h 3960000"/>
              <a:gd name="connsiteX5-219" fmla="*/ 1691968 w 3960000"/>
              <a:gd name="connsiteY5-220" fmla="*/ 1824236 h 3960000"/>
              <a:gd name="connsiteX6-221" fmla="*/ 2106860 w 3960000"/>
              <a:gd name="connsiteY6-222" fmla="*/ 1824236 h 3960000"/>
              <a:gd name="connsiteX7-223" fmla="*/ 2106860 w 3960000"/>
              <a:gd name="connsiteY7-224" fmla="*/ 3779396 h 3960000"/>
              <a:gd name="connsiteX8-225" fmla="*/ 2754932 w 3960000"/>
              <a:gd name="connsiteY8-226" fmla="*/ 3779396 h 3960000"/>
              <a:gd name="connsiteX9-227" fmla="*/ 2754932 w 3960000"/>
              <a:gd name="connsiteY9-228" fmla="*/ 1824236 h 3960000"/>
              <a:gd name="connsiteX10-229" fmla="*/ 3305869 w 3960000"/>
              <a:gd name="connsiteY10-230" fmla="*/ 1813665 h 3960000"/>
              <a:gd name="connsiteX11-231" fmla="*/ 3348152 w 3960000"/>
              <a:gd name="connsiteY11-232" fmla="*/ 1248172 h 3960000"/>
              <a:gd name="connsiteX12-233" fmla="*/ 2754932 w 3960000"/>
              <a:gd name="connsiteY12-234" fmla="*/ 1248172 h 3960000"/>
              <a:gd name="connsiteX13-235" fmla="*/ 2754932 w 3960000"/>
              <a:gd name="connsiteY13-236" fmla="*/ 907124 h 3960000"/>
              <a:gd name="connsiteX14-237" fmla="*/ 3369037 w 3960000"/>
              <a:gd name="connsiteY14-238" fmla="*/ 704441 h 3960000"/>
              <a:gd name="connsiteX15-239" fmla="*/ 3410216 w 3960000"/>
              <a:gd name="connsiteY15-240" fmla="*/ 195189 h 3960000"/>
              <a:gd name="connsiteX16-241" fmla="*/ 2841893 w 3960000"/>
              <a:gd name="connsiteY16-242" fmla="*/ 181064 h 3960000"/>
              <a:gd name="connsiteX17-243" fmla="*/ 308009 w 3960000"/>
              <a:gd name="connsiteY17-244" fmla="*/ 0 h 3960000"/>
              <a:gd name="connsiteX18-245" fmla="*/ 3651991 w 3960000"/>
              <a:gd name="connsiteY18-246" fmla="*/ 0 h 3960000"/>
              <a:gd name="connsiteX19-247" fmla="*/ 3960000 w 3960000"/>
              <a:gd name="connsiteY19-248" fmla="*/ 308009 h 3960000"/>
              <a:gd name="connsiteX20-249" fmla="*/ 3960000 w 3960000"/>
              <a:gd name="connsiteY20-250" fmla="*/ 3651991 h 3960000"/>
              <a:gd name="connsiteX21-251" fmla="*/ 3651991 w 3960000"/>
              <a:gd name="connsiteY21-252" fmla="*/ 3960000 h 3960000"/>
              <a:gd name="connsiteX22-253" fmla="*/ 308009 w 3960000"/>
              <a:gd name="connsiteY22-254" fmla="*/ 3960000 h 3960000"/>
              <a:gd name="connsiteX23-255" fmla="*/ 0 w 3960000"/>
              <a:gd name="connsiteY23-256" fmla="*/ 3651991 h 3960000"/>
              <a:gd name="connsiteX24-257" fmla="*/ 0 w 3960000"/>
              <a:gd name="connsiteY24-258" fmla="*/ 308009 h 3960000"/>
              <a:gd name="connsiteX25-259" fmla="*/ 308009 w 3960000"/>
              <a:gd name="connsiteY25-260" fmla="*/ 0 h 396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/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/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-1" fmla="*/ 2664630 w 3221102"/>
              <a:gd name="connsiteY0-2" fmla="*/ 2175617 h 3221116"/>
              <a:gd name="connsiteX1-3" fmla="*/ 2658205 w 3221102"/>
              <a:gd name="connsiteY1-4" fmla="*/ 2178566 h 3221116"/>
              <a:gd name="connsiteX2-5" fmla="*/ 2664630 w 3221102"/>
              <a:gd name="connsiteY2-6" fmla="*/ 2175617 h 3221116"/>
              <a:gd name="connsiteX3-7" fmla="*/ 1477043 w 3221102"/>
              <a:gd name="connsiteY3-8" fmla="*/ 1144372 h 3221116"/>
              <a:gd name="connsiteX4-9" fmla="*/ 1409070 w 3221102"/>
              <a:gd name="connsiteY4-10" fmla="*/ 1159393 h 3221116"/>
              <a:gd name="connsiteX5-11" fmla="*/ 1152384 w 3221102"/>
              <a:gd name="connsiteY5-12" fmla="*/ 1703728 h 3221116"/>
              <a:gd name="connsiteX6-13" fmla="*/ 1591651 w 3221102"/>
              <a:gd name="connsiteY6-14" fmla="*/ 2152290 h 3221116"/>
              <a:gd name="connsiteX7-15" fmla="*/ 1850815 w 3221102"/>
              <a:gd name="connsiteY7-16" fmla="*/ 1654259 h 3221116"/>
              <a:gd name="connsiteX8-17" fmla="*/ 1830467 w 3221102"/>
              <a:gd name="connsiteY8-18" fmla="*/ 1515986 h 3221116"/>
              <a:gd name="connsiteX9-19" fmla="*/ 1477043 w 3221102"/>
              <a:gd name="connsiteY9-20" fmla="*/ 1144372 h 3221116"/>
              <a:gd name="connsiteX10-21" fmla="*/ 1651152 w 3221102"/>
              <a:gd name="connsiteY10-22" fmla="*/ 501 h 3221116"/>
              <a:gd name="connsiteX11-23" fmla="*/ 2580395 w 3221102"/>
              <a:gd name="connsiteY11-24" fmla="*/ 324821 h 3221116"/>
              <a:gd name="connsiteX12-25" fmla="*/ 3030464 w 3221102"/>
              <a:gd name="connsiteY12-26" fmla="*/ 2370314 h 3221116"/>
              <a:gd name="connsiteX13-27" fmla="*/ 3004976 w 3221102"/>
              <a:gd name="connsiteY13-28" fmla="*/ 2356675 h 3221116"/>
              <a:gd name="connsiteX14-29" fmla="*/ 2585849 w 3221102"/>
              <a:gd name="connsiteY14-30" fmla="*/ 2588887 h 3221116"/>
              <a:gd name="connsiteX15-31" fmla="*/ 1973374 w 3221102"/>
              <a:gd name="connsiteY15-32" fmla="*/ 2195096 h 3221116"/>
              <a:gd name="connsiteX16-33" fmla="*/ 1390827 w 3221102"/>
              <a:gd name="connsiteY16-34" fmla="*/ 2527630 h 3221116"/>
              <a:gd name="connsiteX17-35" fmla="*/ 783896 w 3221102"/>
              <a:gd name="connsiteY17-36" fmla="*/ 1665044 h 3221116"/>
              <a:gd name="connsiteX18-37" fmla="*/ 1268509 w 3221102"/>
              <a:gd name="connsiteY18-38" fmla="*/ 819983 h 3221116"/>
              <a:gd name="connsiteX19-39" fmla="*/ 1328805 w 3221102"/>
              <a:gd name="connsiteY19-40" fmla="*/ 807930 h 3221116"/>
              <a:gd name="connsiteX20-41" fmla="*/ 1390827 w 3221102"/>
              <a:gd name="connsiteY20-42" fmla="*/ 802457 h 3221116"/>
              <a:gd name="connsiteX21-43" fmla="*/ 1462242 w 3221102"/>
              <a:gd name="connsiteY21-44" fmla="*/ 801708 h 3221116"/>
              <a:gd name="connsiteX22-45" fmla="*/ 1734726 w 3221102"/>
              <a:gd name="connsiteY22-46" fmla="*/ 869255 h 3221116"/>
              <a:gd name="connsiteX23-47" fmla="*/ 1956122 w 3221102"/>
              <a:gd name="connsiteY23-48" fmla="*/ 1110076 h 3221116"/>
              <a:gd name="connsiteX24-49" fmla="*/ 1973374 w 3221102"/>
              <a:gd name="connsiteY24-50" fmla="*/ 875315 h 3221116"/>
              <a:gd name="connsiteX25-51" fmla="*/ 2333414 w 3221102"/>
              <a:gd name="connsiteY25-52" fmla="*/ 875315 h 3221116"/>
              <a:gd name="connsiteX26-53" fmla="*/ 2324788 w 3221102"/>
              <a:gd name="connsiteY26-54" fmla="*/ 2054049 h 3221116"/>
              <a:gd name="connsiteX27-55" fmla="*/ 2661746 w 3221102"/>
              <a:gd name="connsiteY27-56" fmla="*/ 2179658 h 3221116"/>
              <a:gd name="connsiteX28-57" fmla="*/ 2691046 w 3221102"/>
              <a:gd name="connsiteY28-58" fmla="*/ 2188689 h 3221116"/>
              <a:gd name="connsiteX29-59" fmla="*/ 2667011 w 3221102"/>
              <a:gd name="connsiteY29-60" fmla="*/ 2175828 h 3221116"/>
              <a:gd name="connsiteX30-61" fmla="*/ 2332141 w 3221102"/>
              <a:gd name="connsiteY30-62" fmla="*/ 653899 h 3221116"/>
              <a:gd name="connsiteX31-63" fmla="*/ 776764 w 3221102"/>
              <a:gd name="connsiteY31-64" fmla="*/ 749845 h 3221116"/>
              <a:gd name="connsiteX32-65" fmla="*/ 631487 w 3221102"/>
              <a:gd name="connsiteY32-66" fmla="*/ 2301392 h 3221116"/>
              <a:gd name="connsiteX33-67" fmla="*/ 2142017 w 3221102"/>
              <a:gd name="connsiteY33-68" fmla="*/ 2684410 h 3221116"/>
              <a:gd name="connsiteX34-69" fmla="*/ 2324866 w 3221102"/>
              <a:gd name="connsiteY34-70" fmla="*/ 3053856 h 3221116"/>
              <a:gd name="connsiteX35-71" fmla="*/ 294693 w 3221102"/>
              <a:gd name="connsiteY35-72" fmla="*/ 2539075 h 3221116"/>
              <a:gd name="connsiteX36-73" fmla="*/ 489947 w 3221102"/>
              <a:gd name="connsiteY36-74" fmla="*/ 453774 h 3221116"/>
              <a:gd name="connsiteX37-75" fmla="*/ 1651152 w 3221102"/>
              <a:gd name="connsiteY37-76" fmla="*/ 501 h 3221116"/>
              <a:gd name="connsiteX0-77" fmla="*/ 2664630 w 3221102"/>
              <a:gd name="connsiteY0-78" fmla="*/ 2175617 h 3221116"/>
              <a:gd name="connsiteX1-79" fmla="*/ 2658205 w 3221102"/>
              <a:gd name="connsiteY1-80" fmla="*/ 2178566 h 3221116"/>
              <a:gd name="connsiteX2-81" fmla="*/ 2664630 w 3221102"/>
              <a:gd name="connsiteY2-82" fmla="*/ 2175617 h 3221116"/>
              <a:gd name="connsiteX3-83" fmla="*/ 1477043 w 3221102"/>
              <a:gd name="connsiteY3-84" fmla="*/ 1144372 h 3221116"/>
              <a:gd name="connsiteX4-85" fmla="*/ 1409070 w 3221102"/>
              <a:gd name="connsiteY4-86" fmla="*/ 1159393 h 3221116"/>
              <a:gd name="connsiteX5-87" fmla="*/ 1152384 w 3221102"/>
              <a:gd name="connsiteY5-88" fmla="*/ 1703728 h 3221116"/>
              <a:gd name="connsiteX6-89" fmla="*/ 1591651 w 3221102"/>
              <a:gd name="connsiteY6-90" fmla="*/ 2152290 h 3221116"/>
              <a:gd name="connsiteX7-91" fmla="*/ 1850815 w 3221102"/>
              <a:gd name="connsiteY7-92" fmla="*/ 1654259 h 3221116"/>
              <a:gd name="connsiteX8-93" fmla="*/ 1830467 w 3221102"/>
              <a:gd name="connsiteY8-94" fmla="*/ 1515986 h 3221116"/>
              <a:gd name="connsiteX9-95" fmla="*/ 1477043 w 3221102"/>
              <a:gd name="connsiteY9-96" fmla="*/ 1144372 h 3221116"/>
              <a:gd name="connsiteX10-97" fmla="*/ 1651152 w 3221102"/>
              <a:gd name="connsiteY10-98" fmla="*/ 501 h 3221116"/>
              <a:gd name="connsiteX11-99" fmla="*/ 2580395 w 3221102"/>
              <a:gd name="connsiteY11-100" fmla="*/ 324821 h 3221116"/>
              <a:gd name="connsiteX12-101" fmla="*/ 3030464 w 3221102"/>
              <a:gd name="connsiteY12-102" fmla="*/ 2370314 h 3221116"/>
              <a:gd name="connsiteX13-103" fmla="*/ 3004976 w 3221102"/>
              <a:gd name="connsiteY13-104" fmla="*/ 2356675 h 3221116"/>
              <a:gd name="connsiteX14-105" fmla="*/ 2585849 w 3221102"/>
              <a:gd name="connsiteY14-106" fmla="*/ 2588887 h 3221116"/>
              <a:gd name="connsiteX15-107" fmla="*/ 1973374 w 3221102"/>
              <a:gd name="connsiteY15-108" fmla="*/ 2195096 h 3221116"/>
              <a:gd name="connsiteX16-109" fmla="*/ 1390827 w 3221102"/>
              <a:gd name="connsiteY16-110" fmla="*/ 2527630 h 3221116"/>
              <a:gd name="connsiteX17-111" fmla="*/ 783896 w 3221102"/>
              <a:gd name="connsiteY17-112" fmla="*/ 1665044 h 3221116"/>
              <a:gd name="connsiteX18-113" fmla="*/ 1268509 w 3221102"/>
              <a:gd name="connsiteY18-114" fmla="*/ 819983 h 3221116"/>
              <a:gd name="connsiteX19-115" fmla="*/ 1328805 w 3221102"/>
              <a:gd name="connsiteY19-116" fmla="*/ 807930 h 3221116"/>
              <a:gd name="connsiteX20-117" fmla="*/ 1390827 w 3221102"/>
              <a:gd name="connsiteY20-118" fmla="*/ 802457 h 3221116"/>
              <a:gd name="connsiteX21-119" fmla="*/ 1462242 w 3221102"/>
              <a:gd name="connsiteY21-120" fmla="*/ 801708 h 3221116"/>
              <a:gd name="connsiteX22-121" fmla="*/ 1956122 w 3221102"/>
              <a:gd name="connsiteY22-122" fmla="*/ 1110076 h 3221116"/>
              <a:gd name="connsiteX23-123" fmla="*/ 1973374 w 3221102"/>
              <a:gd name="connsiteY23-124" fmla="*/ 875315 h 3221116"/>
              <a:gd name="connsiteX24-125" fmla="*/ 2333414 w 3221102"/>
              <a:gd name="connsiteY24-126" fmla="*/ 875315 h 3221116"/>
              <a:gd name="connsiteX25-127" fmla="*/ 2324788 w 3221102"/>
              <a:gd name="connsiteY25-128" fmla="*/ 2054049 h 3221116"/>
              <a:gd name="connsiteX26-129" fmla="*/ 2661746 w 3221102"/>
              <a:gd name="connsiteY26-130" fmla="*/ 2179658 h 3221116"/>
              <a:gd name="connsiteX27-131" fmla="*/ 2691046 w 3221102"/>
              <a:gd name="connsiteY27-132" fmla="*/ 2188689 h 3221116"/>
              <a:gd name="connsiteX28-133" fmla="*/ 2667011 w 3221102"/>
              <a:gd name="connsiteY28-134" fmla="*/ 2175828 h 3221116"/>
              <a:gd name="connsiteX29-135" fmla="*/ 2332141 w 3221102"/>
              <a:gd name="connsiteY29-136" fmla="*/ 653899 h 3221116"/>
              <a:gd name="connsiteX30-137" fmla="*/ 776764 w 3221102"/>
              <a:gd name="connsiteY30-138" fmla="*/ 749845 h 3221116"/>
              <a:gd name="connsiteX31-139" fmla="*/ 631487 w 3221102"/>
              <a:gd name="connsiteY31-140" fmla="*/ 2301392 h 3221116"/>
              <a:gd name="connsiteX32-141" fmla="*/ 2142017 w 3221102"/>
              <a:gd name="connsiteY32-142" fmla="*/ 2684410 h 3221116"/>
              <a:gd name="connsiteX33-143" fmla="*/ 2324866 w 3221102"/>
              <a:gd name="connsiteY33-144" fmla="*/ 3053856 h 3221116"/>
              <a:gd name="connsiteX34-145" fmla="*/ 294693 w 3221102"/>
              <a:gd name="connsiteY34-146" fmla="*/ 2539075 h 3221116"/>
              <a:gd name="connsiteX35-147" fmla="*/ 489947 w 3221102"/>
              <a:gd name="connsiteY35-148" fmla="*/ 453774 h 3221116"/>
              <a:gd name="connsiteX36-149" fmla="*/ 1651152 w 3221102"/>
              <a:gd name="connsiteY36-150" fmla="*/ 501 h 3221116"/>
              <a:gd name="connsiteX0-151" fmla="*/ 2664630 w 3221102"/>
              <a:gd name="connsiteY0-152" fmla="*/ 2175617 h 3221116"/>
              <a:gd name="connsiteX1-153" fmla="*/ 2658205 w 3221102"/>
              <a:gd name="connsiteY1-154" fmla="*/ 2178566 h 3221116"/>
              <a:gd name="connsiteX2-155" fmla="*/ 2664630 w 3221102"/>
              <a:gd name="connsiteY2-156" fmla="*/ 2175617 h 3221116"/>
              <a:gd name="connsiteX3-157" fmla="*/ 1477043 w 3221102"/>
              <a:gd name="connsiteY3-158" fmla="*/ 1144372 h 3221116"/>
              <a:gd name="connsiteX4-159" fmla="*/ 1409070 w 3221102"/>
              <a:gd name="connsiteY4-160" fmla="*/ 1159393 h 3221116"/>
              <a:gd name="connsiteX5-161" fmla="*/ 1152384 w 3221102"/>
              <a:gd name="connsiteY5-162" fmla="*/ 1703728 h 3221116"/>
              <a:gd name="connsiteX6-163" fmla="*/ 1591651 w 3221102"/>
              <a:gd name="connsiteY6-164" fmla="*/ 2152290 h 3221116"/>
              <a:gd name="connsiteX7-165" fmla="*/ 1850815 w 3221102"/>
              <a:gd name="connsiteY7-166" fmla="*/ 1654259 h 3221116"/>
              <a:gd name="connsiteX8-167" fmla="*/ 1830467 w 3221102"/>
              <a:gd name="connsiteY8-168" fmla="*/ 1515986 h 3221116"/>
              <a:gd name="connsiteX9-169" fmla="*/ 1477043 w 3221102"/>
              <a:gd name="connsiteY9-170" fmla="*/ 1144372 h 3221116"/>
              <a:gd name="connsiteX10-171" fmla="*/ 1651152 w 3221102"/>
              <a:gd name="connsiteY10-172" fmla="*/ 501 h 3221116"/>
              <a:gd name="connsiteX11-173" fmla="*/ 2580395 w 3221102"/>
              <a:gd name="connsiteY11-174" fmla="*/ 324821 h 3221116"/>
              <a:gd name="connsiteX12-175" fmla="*/ 3030464 w 3221102"/>
              <a:gd name="connsiteY12-176" fmla="*/ 2370314 h 3221116"/>
              <a:gd name="connsiteX13-177" fmla="*/ 3004976 w 3221102"/>
              <a:gd name="connsiteY13-178" fmla="*/ 2356675 h 3221116"/>
              <a:gd name="connsiteX14-179" fmla="*/ 2585849 w 3221102"/>
              <a:gd name="connsiteY14-180" fmla="*/ 2588887 h 3221116"/>
              <a:gd name="connsiteX15-181" fmla="*/ 1973374 w 3221102"/>
              <a:gd name="connsiteY15-182" fmla="*/ 2195096 h 3221116"/>
              <a:gd name="connsiteX16-183" fmla="*/ 1390827 w 3221102"/>
              <a:gd name="connsiteY16-184" fmla="*/ 2527630 h 3221116"/>
              <a:gd name="connsiteX17-185" fmla="*/ 783896 w 3221102"/>
              <a:gd name="connsiteY17-186" fmla="*/ 1665044 h 3221116"/>
              <a:gd name="connsiteX18-187" fmla="*/ 1268509 w 3221102"/>
              <a:gd name="connsiteY18-188" fmla="*/ 819983 h 3221116"/>
              <a:gd name="connsiteX19-189" fmla="*/ 1328805 w 3221102"/>
              <a:gd name="connsiteY19-190" fmla="*/ 807930 h 3221116"/>
              <a:gd name="connsiteX20-191" fmla="*/ 1390827 w 3221102"/>
              <a:gd name="connsiteY20-192" fmla="*/ 802457 h 3221116"/>
              <a:gd name="connsiteX21-193" fmla="*/ 1462242 w 3221102"/>
              <a:gd name="connsiteY21-194" fmla="*/ 801708 h 3221116"/>
              <a:gd name="connsiteX22-195" fmla="*/ 1956122 w 3221102"/>
              <a:gd name="connsiteY22-196" fmla="*/ 1110076 h 3221116"/>
              <a:gd name="connsiteX23-197" fmla="*/ 1973374 w 3221102"/>
              <a:gd name="connsiteY23-198" fmla="*/ 875315 h 3221116"/>
              <a:gd name="connsiteX24-199" fmla="*/ 2333414 w 3221102"/>
              <a:gd name="connsiteY24-200" fmla="*/ 875315 h 3221116"/>
              <a:gd name="connsiteX25-201" fmla="*/ 2324788 w 3221102"/>
              <a:gd name="connsiteY25-202" fmla="*/ 2054049 h 3221116"/>
              <a:gd name="connsiteX26-203" fmla="*/ 2661746 w 3221102"/>
              <a:gd name="connsiteY26-204" fmla="*/ 2179658 h 3221116"/>
              <a:gd name="connsiteX27-205" fmla="*/ 2691046 w 3221102"/>
              <a:gd name="connsiteY27-206" fmla="*/ 2188689 h 3221116"/>
              <a:gd name="connsiteX28-207" fmla="*/ 2667011 w 3221102"/>
              <a:gd name="connsiteY28-208" fmla="*/ 2175828 h 3221116"/>
              <a:gd name="connsiteX29-209" fmla="*/ 2332141 w 3221102"/>
              <a:gd name="connsiteY29-210" fmla="*/ 653899 h 3221116"/>
              <a:gd name="connsiteX30-211" fmla="*/ 776764 w 3221102"/>
              <a:gd name="connsiteY30-212" fmla="*/ 749845 h 3221116"/>
              <a:gd name="connsiteX31-213" fmla="*/ 631487 w 3221102"/>
              <a:gd name="connsiteY31-214" fmla="*/ 2301392 h 3221116"/>
              <a:gd name="connsiteX32-215" fmla="*/ 2142017 w 3221102"/>
              <a:gd name="connsiteY32-216" fmla="*/ 2684410 h 3221116"/>
              <a:gd name="connsiteX33-217" fmla="*/ 2324866 w 3221102"/>
              <a:gd name="connsiteY33-218" fmla="*/ 3053856 h 3221116"/>
              <a:gd name="connsiteX34-219" fmla="*/ 294693 w 3221102"/>
              <a:gd name="connsiteY34-220" fmla="*/ 2539075 h 3221116"/>
              <a:gd name="connsiteX35-221" fmla="*/ 489947 w 3221102"/>
              <a:gd name="connsiteY35-222" fmla="*/ 453774 h 3221116"/>
              <a:gd name="connsiteX36-223" fmla="*/ 1651152 w 3221102"/>
              <a:gd name="connsiteY36-224" fmla="*/ 501 h 3221116"/>
              <a:gd name="connsiteX0-225" fmla="*/ 2664630 w 3221102"/>
              <a:gd name="connsiteY0-226" fmla="*/ 2175617 h 3221116"/>
              <a:gd name="connsiteX1-227" fmla="*/ 2658205 w 3221102"/>
              <a:gd name="connsiteY1-228" fmla="*/ 2178566 h 3221116"/>
              <a:gd name="connsiteX2-229" fmla="*/ 2664630 w 3221102"/>
              <a:gd name="connsiteY2-230" fmla="*/ 2175617 h 3221116"/>
              <a:gd name="connsiteX3-231" fmla="*/ 1477043 w 3221102"/>
              <a:gd name="connsiteY3-232" fmla="*/ 1144372 h 3221116"/>
              <a:gd name="connsiteX4-233" fmla="*/ 1409070 w 3221102"/>
              <a:gd name="connsiteY4-234" fmla="*/ 1159393 h 3221116"/>
              <a:gd name="connsiteX5-235" fmla="*/ 1152384 w 3221102"/>
              <a:gd name="connsiteY5-236" fmla="*/ 1703728 h 3221116"/>
              <a:gd name="connsiteX6-237" fmla="*/ 1591651 w 3221102"/>
              <a:gd name="connsiteY6-238" fmla="*/ 2152290 h 3221116"/>
              <a:gd name="connsiteX7-239" fmla="*/ 1850815 w 3221102"/>
              <a:gd name="connsiteY7-240" fmla="*/ 1654259 h 3221116"/>
              <a:gd name="connsiteX8-241" fmla="*/ 1830467 w 3221102"/>
              <a:gd name="connsiteY8-242" fmla="*/ 1515986 h 3221116"/>
              <a:gd name="connsiteX9-243" fmla="*/ 1477043 w 3221102"/>
              <a:gd name="connsiteY9-244" fmla="*/ 1144372 h 3221116"/>
              <a:gd name="connsiteX10-245" fmla="*/ 1651152 w 3221102"/>
              <a:gd name="connsiteY10-246" fmla="*/ 501 h 3221116"/>
              <a:gd name="connsiteX11-247" fmla="*/ 2580395 w 3221102"/>
              <a:gd name="connsiteY11-248" fmla="*/ 324821 h 3221116"/>
              <a:gd name="connsiteX12-249" fmla="*/ 3030464 w 3221102"/>
              <a:gd name="connsiteY12-250" fmla="*/ 2370314 h 3221116"/>
              <a:gd name="connsiteX13-251" fmla="*/ 3004976 w 3221102"/>
              <a:gd name="connsiteY13-252" fmla="*/ 2356675 h 3221116"/>
              <a:gd name="connsiteX14-253" fmla="*/ 2585849 w 3221102"/>
              <a:gd name="connsiteY14-254" fmla="*/ 2588887 h 3221116"/>
              <a:gd name="connsiteX15-255" fmla="*/ 1973374 w 3221102"/>
              <a:gd name="connsiteY15-256" fmla="*/ 2195096 h 3221116"/>
              <a:gd name="connsiteX16-257" fmla="*/ 1390827 w 3221102"/>
              <a:gd name="connsiteY16-258" fmla="*/ 2527630 h 3221116"/>
              <a:gd name="connsiteX17-259" fmla="*/ 783896 w 3221102"/>
              <a:gd name="connsiteY17-260" fmla="*/ 1665044 h 3221116"/>
              <a:gd name="connsiteX18-261" fmla="*/ 1268509 w 3221102"/>
              <a:gd name="connsiteY18-262" fmla="*/ 819983 h 3221116"/>
              <a:gd name="connsiteX19-263" fmla="*/ 1328805 w 3221102"/>
              <a:gd name="connsiteY19-264" fmla="*/ 807930 h 3221116"/>
              <a:gd name="connsiteX20-265" fmla="*/ 1390827 w 3221102"/>
              <a:gd name="connsiteY20-266" fmla="*/ 802457 h 3221116"/>
              <a:gd name="connsiteX21-267" fmla="*/ 1462242 w 3221102"/>
              <a:gd name="connsiteY21-268" fmla="*/ 801708 h 3221116"/>
              <a:gd name="connsiteX22-269" fmla="*/ 1956122 w 3221102"/>
              <a:gd name="connsiteY22-270" fmla="*/ 1110076 h 3221116"/>
              <a:gd name="connsiteX23-271" fmla="*/ 1973374 w 3221102"/>
              <a:gd name="connsiteY23-272" fmla="*/ 875315 h 3221116"/>
              <a:gd name="connsiteX24-273" fmla="*/ 2333414 w 3221102"/>
              <a:gd name="connsiteY24-274" fmla="*/ 875315 h 3221116"/>
              <a:gd name="connsiteX25-275" fmla="*/ 2324788 w 3221102"/>
              <a:gd name="connsiteY25-276" fmla="*/ 2054049 h 3221116"/>
              <a:gd name="connsiteX26-277" fmla="*/ 2661746 w 3221102"/>
              <a:gd name="connsiteY26-278" fmla="*/ 2179658 h 3221116"/>
              <a:gd name="connsiteX27-279" fmla="*/ 2691046 w 3221102"/>
              <a:gd name="connsiteY27-280" fmla="*/ 2188689 h 3221116"/>
              <a:gd name="connsiteX28-281" fmla="*/ 2667011 w 3221102"/>
              <a:gd name="connsiteY28-282" fmla="*/ 2175828 h 3221116"/>
              <a:gd name="connsiteX29-283" fmla="*/ 2332141 w 3221102"/>
              <a:gd name="connsiteY29-284" fmla="*/ 653899 h 3221116"/>
              <a:gd name="connsiteX30-285" fmla="*/ 776764 w 3221102"/>
              <a:gd name="connsiteY30-286" fmla="*/ 749845 h 3221116"/>
              <a:gd name="connsiteX31-287" fmla="*/ 631487 w 3221102"/>
              <a:gd name="connsiteY31-288" fmla="*/ 2301392 h 3221116"/>
              <a:gd name="connsiteX32-289" fmla="*/ 2142017 w 3221102"/>
              <a:gd name="connsiteY32-290" fmla="*/ 2684410 h 3221116"/>
              <a:gd name="connsiteX33-291" fmla="*/ 2324866 w 3221102"/>
              <a:gd name="connsiteY33-292" fmla="*/ 3053856 h 3221116"/>
              <a:gd name="connsiteX34-293" fmla="*/ 294693 w 3221102"/>
              <a:gd name="connsiteY34-294" fmla="*/ 2539075 h 3221116"/>
              <a:gd name="connsiteX35-295" fmla="*/ 489947 w 3221102"/>
              <a:gd name="connsiteY35-296" fmla="*/ 453774 h 3221116"/>
              <a:gd name="connsiteX36-297" fmla="*/ 1651152 w 3221102"/>
              <a:gd name="connsiteY36-298" fmla="*/ 501 h 3221116"/>
              <a:gd name="connsiteX0-299" fmla="*/ 2664630 w 3221102"/>
              <a:gd name="connsiteY0-300" fmla="*/ 2175617 h 3221116"/>
              <a:gd name="connsiteX1-301" fmla="*/ 2658205 w 3221102"/>
              <a:gd name="connsiteY1-302" fmla="*/ 2178566 h 3221116"/>
              <a:gd name="connsiteX2-303" fmla="*/ 2664630 w 3221102"/>
              <a:gd name="connsiteY2-304" fmla="*/ 2175617 h 3221116"/>
              <a:gd name="connsiteX3-305" fmla="*/ 1477043 w 3221102"/>
              <a:gd name="connsiteY3-306" fmla="*/ 1144372 h 3221116"/>
              <a:gd name="connsiteX4-307" fmla="*/ 1409070 w 3221102"/>
              <a:gd name="connsiteY4-308" fmla="*/ 1159393 h 3221116"/>
              <a:gd name="connsiteX5-309" fmla="*/ 1152384 w 3221102"/>
              <a:gd name="connsiteY5-310" fmla="*/ 1703728 h 3221116"/>
              <a:gd name="connsiteX6-311" fmla="*/ 1514013 w 3221102"/>
              <a:gd name="connsiteY6-312" fmla="*/ 2152290 h 3221116"/>
              <a:gd name="connsiteX7-313" fmla="*/ 1850815 w 3221102"/>
              <a:gd name="connsiteY7-314" fmla="*/ 1654259 h 3221116"/>
              <a:gd name="connsiteX8-315" fmla="*/ 1830467 w 3221102"/>
              <a:gd name="connsiteY8-316" fmla="*/ 1515986 h 3221116"/>
              <a:gd name="connsiteX9-317" fmla="*/ 1477043 w 3221102"/>
              <a:gd name="connsiteY9-318" fmla="*/ 1144372 h 3221116"/>
              <a:gd name="connsiteX10-319" fmla="*/ 1651152 w 3221102"/>
              <a:gd name="connsiteY10-320" fmla="*/ 501 h 3221116"/>
              <a:gd name="connsiteX11-321" fmla="*/ 2580395 w 3221102"/>
              <a:gd name="connsiteY11-322" fmla="*/ 324821 h 3221116"/>
              <a:gd name="connsiteX12-323" fmla="*/ 3030464 w 3221102"/>
              <a:gd name="connsiteY12-324" fmla="*/ 2370314 h 3221116"/>
              <a:gd name="connsiteX13-325" fmla="*/ 3004976 w 3221102"/>
              <a:gd name="connsiteY13-326" fmla="*/ 2356675 h 3221116"/>
              <a:gd name="connsiteX14-327" fmla="*/ 2585849 w 3221102"/>
              <a:gd name="connsiteY14-328" fmla="*/ 2588887 h 3221116"/>
              <a:gd name="connsiteX15-329" fmla="*/ 1973374 w 3221102"/>
              <a:gd name="connsiteY15-330" fmla="*/ 2195096 h 3221116"/>
              <a:gd name="connsiteX16-331" fmla="*/ 1390827 w 3221102"/>
              <a:gd name="connsiteY16-332" fmla="*/ 2527630 h 3221116"/>
              <a:gd name="connsiteX17-333" fmla="*/ 783896 w 3221102"/>
              <a:gd name="connsiteY17-334" fmla="*/ 1665044 h 3221116"/>
              <a:gd name="connsiteX18-335" fmla="*/ 1268509 w 3221102"/>
              <a:gd name="connsiteY18-336" fmla="*/ 819983 h 3221116"/>
              <a:gd name="connsiteX19-337" fmla="*/ 1328805 w 3221102"/>
              <a:gd name="connsiteY19-338" fmla="*/ 807930 h 3221116"/>
              <a:gd name="connsiteX20-339" fmla="*/ 1390827 w 3221102"/>
              <a:gd name="connsiteY20-340" fmla="*/ 802457 h 3221116"/>
              <a:gd name="connsiteX21-341" fmla="*/ 1462242 w 3221102"/>
              <a:gd name="connsiteY21-342" fmla="*/ 801708 h 3221116"/>
              <a:gd name="connsiteX22-343" fmla="*/ 1956122 w 3221102"/>
              <a:gd name="connsiteY22-344" fmla="*/ 1110076 h 3221116"/>
              <a:gd name="connsiteX23-345" fmla="*/ 1973374 w 3221102"/>
              <a:gd name="connsiteY23-346" fmla="*/ 875315 h 3221116"/>
              <a:gd name="connsiteX24-347" fmla="*/ 2333414 w 3221102"/>
              <a:gd name="connsiteY24-348" fmla="*/ 875315 h 3221116"/>
              <a:gd name="connsiteX25-349" fmla="*/ 2324788 w 3221102"/>
              <a:gd name="connsiteY25-350" fmla="*/ 2054049 h 3221116"/>
              <a:gd name="connsiteX26-351" fmla="*/ 2661746 w 3221102"/>
              <a:gd name="connsiteY26-352" fmla="*/ 2179658 h 3221116"/>
              <a:gd name="connsiteX27-353" fmla="*/ 2691046 w 3221102"/>
              <a:gd name="connsiteY27-354" fmla="*/ 2188689 h 3221116"/>
              <a:gd name="connsiteX28-355" fmla="*/ 2667011 w 3221102"/>
              <a:gd name="connsiteY28-356" fmla="*/ 2175828 h 3221116"/>
              <a:gd name="connsiteX29-357" fmla="*/ 2332141 w 3221102"/>
              <a:gd name="connsiteY29-358" fmla="*/ 653899 h 3221116"/>
              <a:gd name="connsiteX30-359" fmla="*/ 776764 w 3221102"/>
              <a:gd name="connsiteY30-360" fmla="*/ 749845 h 3221116"/>
              <a:gd name="connsiteX31-361" fmla="*/ 631487 w 3221102"/>
              <a:gd name="connsiteY31-362" fmla="*/ 2301392 h 3221116"/>
              <a:gd name="connsiteX32-363" fmla="*/ 2142017 w 3221102"/>
              <a:gd name="connsiteY32-364" fmla="*/ 2684410 h 3221116"/>
              <a:gd name="connsiteX33-365" fmla="*/ 2324866 w 3221102"/>
              <a:gd name="connsiteY33-366" fmla="*/ 3053856 h 3221116"/>
              <a:gd name="connsiteX34-367" fmla="*/ 294693 w 3221102"/>
              <a:gd name="connsiteY34-368" fmla="*/ 2539075 h 3221116"/>
              <a:gd name="connsiteX35-369" fmla="*/ 489947 w 3221102"/>
              <a:gd name="connsiteY35-370" fmla="*/ 453774 h 3221116"/>
              <a:gd name="connsiteX36-371" fmla="*/ 1651152 w 3221102"/>
              <a:gd name="connsiteY36-372" fmla="*/ 501 h 3221116"/>
              <a:gd name="connsiteX0-373" fmla="*/ 2664630 w 3221102"/>
              <a:gd name="connsiteY0-374" fmla="*/ 2175617 h 3221116"/>
              <a:gd name="connsiteX1-375" fmla="*/ 2658205 w 3221102"/>
              <a:gd name="connsiteY1-376" fmla="*/ 2178566 h 3221116"/>
              <a:gd name="connsiteX2-377" fmla="*/ 2664630 w 3221102"/>
              <a:gd name="connsiteY2-378" fmla="*/ 2175617 h 3221116"/>
              <a:gd name="connsiteX3-379" fmla="*/ 1477043 w 3221102"/>
              <a:gd name="connsiteY3-380" fmla="*/ 1144372 h 3221116"/>
              <a:gd name="connsiteX4-381" fmla="*/ 1409070 w 3221102"/>
              <a:gd name="connsiteY4-382" fmla="*/ 1159393 h 3221116"/>
              <a:gd name="connsiteX5-383" fmla="*/ 1152384 w 3221102"/>
              <a:gd name="connsiteY5-384" fmla="*/ 1703728 h 3221116"/>
              <a:gd name="connsiteX6-385" fmla="*/ 1514013 w 3221102"/>
              <a:gd name="connsiteY6-386" fmla="*/ 2152290 h 3221116"/>
              <a:gd name="connsiteX7-387" fmla="*/ 1850815 w 3221102"/>
              <a:gd name="connsiteY7-388" fmla="*/ 1654259 h 3221116"/>
              <a:gd name="connsiteX8-389" fmla="*/ 1830467 w 3221102"/>
              <a:gd name="connsiteY8-390" fmla="*/ 1515986 h 3221116"/>
              <a:gd name="connsiteX9-391" fmla="*/ 1477043 w 3221102"/>
              <a:gd name="connsiteY9-392" fmla="*/ 1144372 h 3221116"/>
              <a:gd name="connsiteX10-393" fmla="*/ 1651152 w 3221102"/>
              <a:gd name="connsiteY10-394" fmla="*/ 501 h 3221116"/>
              <a:gd name="connsiteX11-395" fmla="*/ 2580395 w 3221102"/>
              <a:gd name="connsiteY11-396" fmla="*/ 324821 h 3221116"/>
              <a:gd name="connsiteX12-397" fmla="*/ 3030464 w 3221102"/>
              <a:gd name="connsiteY12-398" fmla="*/ 2370314 h 3221116"/>
              <a:gd name="connsiteX13-399" fmla="*/ 3004976 w 3221102"/>
              <a:gd name="connsiteY13-400" fmla="*/ 2356675 h 3221116"/>
              <a:gd name="connsiteX14-401" fmla="*/ 2585849 w 3221102"/>
              <a:gd name="connsiteY14-402" fmla="*/ 2588887 h 3221116"/>
              <a:gd name="connsiteX15-403" fmla="*/ 1973374 w 3221102"/>
              <a:gd name="connsiteY15-404" fmla="*/ 2195096 h 3221116"/>
              <a:gd name="connsiteX16-405" fmla="*/ 1390827 w 3221102"/>
              <a:gd name="connsiteY16-406" fmla="*/ 2527630 h 3221116"/>
              <a:gd name="connsiteX17-407" fmla="*/ 783896 w 3221102"/>
              <a:gd name="connsiteY17-408" fmla="*/ 1665044 h 3221116"/>
              <a:gd name="connsiteX18-409" fmla="*/ 1268509 w 3221102"/>
              <a:gd name="connsiteY18-410" fmla="*/ 819983 h 3221116"/>
              <a:gd name="connsiteX19-411" fmla="*/ 1328805 w 3221102"/>
              <a:gd name="connsiteY19-412" fmla="*/ 807930 h 3221116"/>
              <a:gd name="connsiteX20-413" fmla="*/ 1390827 w 3221102"/>
              <a:gd name="connsiteY20-414" fmla="*/ 802457 h 3221116"/>
              <a:gd name="connsiteX21-415" fmla="*/ 1462242 w 3221102"/>
              <a:gd name="connsiteY21-416" fmla="*/ 801708 h 3221116"/>
              <a:gd name="connsiteX22-417" fmla="*/ 1956122 w 3221102"/>
              <a:gd name="connsiteY22-418" fmla="*/ 1110076 h 3221116"/>
              <a:gd name="connsiteX23-419" fmla="*/ 1973374 w 3221102"/>
              <a:gd name="connsiteY23-420" fmla="*/ 875315 h 3221116"/>
              <a:gd name="connsiteX24-421" fmla="*/ 2333414 w 3221102"/>
              <a:gd name="connsiteY24-422" fmla="*/ 875315 h 3221116"/>
              <a:gd name="connsiteX25-423" fmla="*/ 2324788 w 3221102"/>
              <a:gd name="connsiteY25-424" fmla="*/ 2054049 h 3221116"/>
              <a:gd name="connsiteX26-425" fmla="*/ 2661746 w 3221102"/>
              <a:gd name="connsiteY26-426" fmla="*/ 2179658 h 3221116"/>
              <a:gd name="connsiteX27-427" fmla="*/ 2691046 w 3221102"/>
              <a:gd name="connsiteY27-428" fmla="*/ 2188689 h 3221116"/>
              <a:gd name="connsiteX28-429" fmla="*/ 2667011 w 3221102"/>
              <a:gd name="connsiteY28-430" fmla="*/ 2175828 h 3221116"/>
              <a:gd name="connsiteX29-431" fmla="*/ 2332141 w 3221102"/>
              <a:gd name="connsiteY29-432" fmla="*/ 653899 h 3221116"/>
              <a:gd name="connsiteX30-433" fmla="*/ 776764 w 3221102"/>
              <a:gd name="connsiteY30-434" fmla="*/ 749845 h 3221116"/>
              <a:gd name="connsiteX31-435" fmla="*/ 631487 w 3221102"/>
              <a:gd name="connsiteY31-436" fmla="*/ 2301392 h 3221116"/>
              <a:gd name="connsiteX32-437" fmla="*/ 2142017 w 3221102"/>
              <a:gd name="connsiteY32-438" fmla="*/ 2684410 h 3221116"/>
              <a:gd name="connsiteX33-439" fmla="*/ 2324866 w 3221102"/>
              <a:gd name="connsiteY33-440" fmla="*/ 3053856 h 3221116"/>
              <a:gd name="connsiteX34-441" fmla="*/ 294693 w 3221102"/>
              <a:gd name="connsiteY34-442" fmla="*/ 2539075 h 3221116"/>
              <a:gd name="connsiteX35-443" fmla="*/ 489947 w 3221102"/>
              <a:gd name="connsiteY35-444" fmla="*/ 453774 h 3221116"/>
              <a:gd name="connsiteX36-445" fmla="*/ 1651152 w 3221102"/>
              <a:gd name="connsiteY36-446" fmla="*/ 501 h 3221116"/>
              <a:gd name="connsiteX0-447" fmla="*/ 2664630 w 3221102"/>
              <a:gd name="connsiteY0-448" fmla="*/ 2175617 h 3221116"/>
              <a:gd name="connsiteX1-449" fmla="*/ 2658205 w 3221102"/>
              <a:gd name="connsiteY1-450" fmla="*/ 2178566 h 3221116"/>
              <a:gd name="connsiteX2-451" fmla="*/ 2664630 w 3221102"/>
              <a:gd name="connsiteY2-452" fmla="*/ 2175617 h 3221116"/>
              <a:gd name="connsiteX3-453" fmla="*/ 1477043 w 3221102"/>
              <a:gd name="connsiteY3-454" fmla="*/ 1144372 h 3221116"/>
              <a:gd name="connsiteX4-455" fmla="*/ 1409070 w 3221102"/>
              <a:gd name="connsiteY4-456" fmla="*/ 1159393 h 3221116"/>
              <a:gd name="connsiteX5-457" fmla="*/ 1152384 w 3221102"/>
              <a:gd name="connsiteY5-458" fmla="*/ 1703728 h 3221116"/>
              <a:gd name="connsiteX6-459" fmla="*/ 1514013 w 3221102"/>
              <a:gd name="connsiteY6-460" fmla="*/ 2152290 h 3221116"/>
              <a:gd name="connsiteX7-461" fmla="*/ 1850815 w 3221102"/>
              <a:gd name="connsiteY7-462" fmla="*/ 1654259 h 3221116"/>
              <a:gd name="connsiteX8-463" fmla="*/ 1830467 w 3221102"/>
              <a:gd name="connsiteY8-464" fmla="*/ 1515986 h 3221116"/>
              <a:gd name="connsiteX9-465" fmla="*/ 1477043 w 3221102"/>
              <a:gd name="connsiteY9-466" fmla="*/ 1144372 h 3221116"/>
              <a:gd name="connsiteX10-467" fmla="*/ 1651152 w 3221102"/>
              <a:gd name="connsiteY10-468" fmla="*/ 501 h 3221116"/>
              <a:gd name="connsiteX11-469" fmla="*/ 2580395 w 3221102"/>
              <a:gd name="connsiteY11-470" fmla="*/ 324821 h 3221116"/>
              <a:gd name="connsiteX12-471" fmla="*/ 3030464 w 3221102"/>
              <a:gd name="connsiteY12-472" fmla="*/ 2370314 h 3221116"/>
              <a:gd name="connsiteX13-473" fmla="*/ 2585849 w 3221102"/>
              <a:gd name="connsiteY13-474" fmla="*/ 2588887 h 3221116"/>
              <a:gd name="connsiteX14-475" fmla="*/ 1973374 w 3221102"/>
              <a:gd name="connsiteY14-476" fmla="*/ 2195096 h 3221116"/>
              <a:gd name="connsiteX15-477" fmla="*/ 1390827 w 3221102"/>
              <a:gd name="connsiteY15-478" fmla="*/ 2527630 h 3221116"/>
              <a:gd name="connsiteX16-479" fmla="*/ 783896 w 3221102"/>
              <a:gd name="connsiteY16-480" fmla="*/ 1665044 h 3221116"/>
              <a:gd name="connsiteX17-481" fmla="*/ 1268509 w 3221102"/>
              <a:gd name="connsiteY17-482" fmla="*/ 819983 h 3221116"/>
              <a:gd name="connsiteX18-483" fmla="*/ 1328805 w 3221102"/>
              <a:gd name="connsiteY18-484" fmla="*/ 807930 h 3221116"/>
              <a:gd name="connsiteX19-485" fmla="*/ 1390827 w 3221102"/>
              <a:gd name="connsiteY19-486" fmla="*/ 802457 h 3221116"/>
              <a:gd name="connsiteX20-487" fmla="*/ 1462242 w 3221102"/>
              <a:gd name="connsiteY20-488" fmla="*/ 801708 h 3221116"/>
              <a:gd name="connsiteX21-489" fmla="*/ 1956122 w 3221102"/>
              <a:gd name="connsiteY21-490" fmla="*/ 1110076 h 3221116"/>
              <a:gd name="connsiteX22-491" fmla="*/ 1973374 w 3221102"/>
              <a:gd name="connsiteY22-492" fmla="*/ 875315 h 3221116"/>
              <a:gd name="connsiteX23-493" fmla="*/ 2333414 w 3221102"/>
              <a:gd name="connsiteY23-494" fmla="*/ 875315 h 3221116"/>
              <a:gd name="connsiteX24-495" fmla="*/ 2324788 w 3221102"/>
              <a:gd name="connsiteY24-496" fmla="*/ 2054049 h 3221116"/>
              <a:gd name="connsiteX25-497" fmla="*/ 2661746 w 3221102"/>
              <a:gd name="connsiteY25-498" fmla="*/ 2179658 h 3221116"/>
              <a:gd name="connsiteX26-499" fmla="*/ 2691046 w 3221102"/>
              <a:gd name="connsiteY26-500" fmla="*/ 2188689 h 3221116"/>
              <a:gd name="connsiteX27-501" fmla="*/ 2667011 w 3221102"/>
              <a:gd name="connsiteY27-502" fmla="*/ 2175828 h 3221116"/>
              <a:gd name="connsiteX28-503" fmla="*/ 2332141 w 3221102"/>
              <a:gd name="connsiteY28-504" fmla="*/ 653899 h 3221116"/>
              <a:gd name="connsiteX29-505" fmla="*/ 776764 w 3221102"/>
              <a:gd name="connsiteY29-506" fmla="*/ 749845 h 3221116"/>
              <a:gd name="connsiteX30-507" fmla="*/ 631487 w 3221102"/>
              <a:gd name="connsiteY30-508" fmla="*/ 2301392 h 3221116"/>
              <a:gd name="connsiteX31-509" fmla="*/ 2142017 w 3221102"/>
              <a:gd name="connsiteY31-510" fmla="*/ 2684410 h 3221116"/>
              <a:gd name="connsiteX32-511" fmla="*/ 2324866 w 3221102"/>
              <a:gd name="connsiteY32-512" fmla="*/ 3053856 h 3221116"/>
              <a:gd name="connsiteX33-513" fmla="*/ 294693 w 3221102"/>
              <a:gd name="connsiteY33-514" fmla="*/ 2539075 h 3221116"/>
              <a:gd name="connsiteX34-515" fmla="*/ 489947 w 3221102"/>
              <a:gd name="connsiteY34-516" fmla="*/ 453774 h 3221116"/>
              <a:gd name="connsiteX35-517" fmla="*/ 1651152 w 3221102"/>
              <a:gd name="connsiteY35-518" fmla="*/ 501 h 3221116"/>
              <a:gd name="connsiteX0-519" fmla="*/ 2664630 w 3221102"/>
              <a:gd name="connsiteY0-520" fmla="*/ 2175617 h 3221116"/>
              <a:gd name="connsiteX1-521" fmla="*/ 2658205 w 3221102"/>
              <a:gd name="connsiteY1-522" fmla="*/ 2178566 h 3221116"/>
              <a:gd name="connsiteX2-523" fmla="*/ 2664630 w 3221102"/>
              <a:gd name="connsiteY2-524" fmla="*/ 2175617 h 3221116"/>
              <a:gd name="connsiteX3-525" fmla="*/ 1477043 w 3221102"/>
              <a:gd name="connsiteY3-526" fmla="*/ 1144372 h 3221116"/>
              <a:gd name="connsiteX4-527" fmla="*/ 1409070 w 3221102"/>
              <a:gd name="connsiteY4-528" fmla="*/ 1159393 h 3221116"/>
              <a:gd name="connsiteX5-529" fmla="*/ 1152384 w 3221102"/>
              <a:gd name="connsiteY5-530" fmla="*/ 1703728 h 3221116"/>
              <a:gd name="connsiteX6-531" fmla="*/ 1514013 w 3221102"/>
              <a:gd name="connsiteY6-532" fmla="*/ 2152290 h 3221116"/>
              <a:gd name="connsiteX7-533" fmla="*/ 1850815 w 3221102"/>
              <a:gd name="connsiteY7-534" fmla="*/ 1654259 h 3221116"/>
              <a:gd name="connsiteX8-535" fmla="*/ 1830467 w 3221102"/>
              <a:gd name="connsiteY8-536" fmla="*/ 1515986 h 3221116"/>
              <a:gd name="connsiteX9-537" fmla="*/ 1477043 w 3221102"/>
              <a:gd name="connsiteY9-538" fmla="*/ 1144372 h 3221116"/>
              <a:gd name="connsiteX10-539" fmla="*/ 1651152 w 3221102"/>
              <a:gd name="connsiteY10-540" fmla="*/ 501 h 3221116"/>
              <a:gd name="connsiteX11-541" fmla="*/ 2580395 w 3221102"/>
              <a:gd name="connsiteY11-542" fmla="*/ 324821 h 3221116"/>
              <a:gd name="connsiteX12-543" fmla="*/ 3030464 w 3221102"/>
              <a:gd name="connsiteY12-544" fmla="*/ 2370314 h 3221116"/>
              <a:gd name="connsiteX13-545" fmla="*/ 2585849 w 3221102"/>
              <a:gd name="connsiteY13-546" fmla="*/ 2588887 h 3221116"/>
              <a:gd name="connsiteX14-547" fmla="*/ 1973374 w 3221102"/>
              <a:gd name="connsiteY14-548" fmla="*/ 2195096 h 3221116"/>
              <a:gd name="connsiteX15-549" fmla="*/ 1390827 w 3221102"/>
              <a:gd name="connsiteY15-550" fmla="*/ 2527630 h 3221116"/>
              <a:gd name="connsiteX16-551" fmla="*/ 783896 w 3221102"/>
              <a:gd name="connsiteY16-552" fmla="*/ 1665044 h 3221116"/>
              <a:gd name="connsiteX17-553" fmla="*/ 1268509 w 3221102"/>
              <a:gd name="connsiteY17-554" fmla="*/ 819983 h 3221116"/>
              <a:gd name="connsiteX18-555" fmla="*/ 1328805 w 3221102"/>
              <a:gd name="connsiteY18-556" fmla="*/ 807930 h 3221116"/>
              <a:gd name="connsiteX19-557" fmla="*/ 1390827 w 3221102"/>
              <a:gd name="connsiteY19-558" fmla="*/ 802457 h 3221116"/>
              <a:gd name="connsiteX20-559" fmla="*/ 1462242 w 3221102"/>
              <a:gd name="connsiteY20-560" fmla="*/ 801708 h 3221116"/>
              <a:gd name="connsiteX21-561" fmla="*/ 1956122 w 3221102"/>
              <a:gd name="connsiteY21-562" fmla="*/ 1110076 h 3221116"/>
              <a:gd name="connsiteX22-563" fmla="*/ 1973374 w 3221102"/>
              <a:gd name="connsiteY22-564" fmla="*/ 875315 h 3221116"/>
              <a:gd name="connsiteX23-565" fmla="*/ 2333414 w 3221102"/>
              <a:gd name="connsiteY23-566" fmla="*/ 875315 h 3221116"/>
              <a:gd name="connsiteX24-567" fmla="*/ 2324788 w 3221102"/>
              <a:gd name="connsiteY24-568" fmla="*/ 2054049 h 3221116"/>
              <a:gd name="connsiteX25-569" fmla="*/ 2661746 w 3221102"/>
              <a:gd name="connsiteY25-570" fmla="*/ 2179658 h 3221116"/>
              <a:gd name="connsiteX26-571" fmla="*/ 2691046 w 3221102"/>
              <a:gd name="connsiteY26-572" fmla="*/ 2188689 h 3221116"/>
              <a:gd name="connsiteX27-573" fmla="*/ 2667011 w 3221102"/>
              <a:gd name="connsiteY27-574" fmla="*/ 2175828 h 3221116"/>
              <a:gd name="connsiteX28-575" fmla="*/ 2332141 w 3221102"/>
              <a:gd name="connsiteY28-576" fmla="*/ 653899 h 3221116"/>
              <a:gd name="connsiteX29-577" fmla="*/ 776764 w 3221102"/>
              <a:gd name="connsiteY29-578" fmla="*/ 749845 h 3221116"/>
              <a:gd name="connsiteX30-579" fmla="*/ 631487 w 3221102"/>
              <a:gd name="connsiteY30-580" fmla="*/ 2301392 h 3221116"/>
              <a:gd name="connsiteX31-581" fmla="*/ 2142017 w 3221102"/>
              <a:gd name="connsiteY31-582" fmla="*/ 2684410 h 3221116"/>
              <a:gd name="connsiteX32-583" fmla="*/ 2324866 w 3221102"/>
              <a:gd name="connsiteY32-584" fmla="*/ 3053856 h 3221116"/>
              <a:gd name="connsiteX33-585" fmla="*/ 294693 w 3221102"/>
              <a:gd name="connsiteY33-586" fmla="*/ 2539075 h 3221116"/>
              <a:gd name="connsiteX34-587" fmla="*/ 489947 w 3221102"/>
              <a:gd name="connsiteY34-588" fmla="*/ 453774 h 3221116"/>
              <a:gd name="connsiteX35-589" fmla="*/ 1651152 w 3221102"/>
              <a:gd name="connsiteY35-590" fmla="*/ 501 h 3221116"/>
              <a:gd name="connsiteX0-591" fmla="*/ 2664630 w 3221102"/>
              <a:gd name="connsiteY0-592" fmla="*/ 2175617 h 3221116"/>
              <a:gd name="connsiteX1-593" fmla="*/ 2658205 w 3221102"/>
              <a:gd name="connsiteY1-594" fmla="*/ 2178566 h 3221116"/>
              <a:gd name="connsiteX2-595" fmla="*/ 2664630 w 3221102"/>
              <a:gd name="connsiteY2-596" fmla="*/ 2175617 h 3221116"/>
              <a:gd name="connsiteX3-597" fmla="*/ 1477043 w 3221102"/>
              <a:gd name="connsiteY3-598" fmla="*/ 1144372 h 3221116"/>
              <a:gd name="connsiteX4-599" fmla="*/ 1409070 w 3221102"/>
              <a:gd name="connsiteY4-600" fmla="*/ 1159393 h 3221116"/>
              <a:gd name="connsiteX5-601" fmla="*/ 1152384 w 3221102"/>
              <a:gd name="connsiteY5-602" fmla="*/ 1703728 h 3221116"/>
              <a:gd name="connsiteX6-603" fmla="*/ 1514013 w 3221102"/>
              <a:gd name="connsiteY6-604" fmla="*/ 2152290 h 3221116"/>
              <a:gd name="connsiteX7-605" fmla="*/ 1850815 w 3221102"/>
              <a:gd name="connsiteY7-606" fmla="*/ 1654259 h 3221116"/>
              <a:gd name="connsiteX8-607" fmla="*/ 1830467 w 3221102"/>
              <a:gd name="connsiteY8-608" fmla="*/ 1515986 h 3221116"/>
              <a:gd name="connsiteX9-609" fmla="*/ 1477043 w 3221102"/>
              <a:gd name="connsiteY9-610" fmla="*/ 1144372 h 3221116"/>
              <a:gd name="connsiteX10-611" fmla="*/ 1651152 w 3221102"/>
              <a:gd name="connsiteY10-612" fmla="*/ 501 h 3221116"/>
              <a:gd name="connsiteX11-613" fmla="*/ 2580395 w 3221102"/>
              <a:gd name="connsiteY11-614" fmla="*/ 324821 h 3221116"/>
              <a:gd name="connsiteX12-615" fmla="*/ 3030464 w 3221102"/>
              <a:gd name="connsiteY12-616" fmla="*/ 2370314 h 3221116"/>
              <a:gd name="connsiteX13-617" fmla="*/ 2585849 w 3221102"/>
              <a:gd name="connsiteY13-618" fmla="*/ 2588887 h 3221116"/>
              <a:gd name="connsiteX14-619" fmla="*/ 1973374 w 3221102"/>
              <a:gd name="connsiteY14-620" fmla="*/ 2195096 h 3221116"/>
              <a:gd name="connsiteX15-621" fmla="*/ 1390827 w 3221102"/>
              <a:gd name="connsiteY15-622" fmla="*/ 2527630 h 3221116"/>
              <a:gd name="connsiteX16-623" fmla="*/ 783896 w 3221102"/>
              <a:gd name="connsiteY16-624" fmla="*/ 1665044 h 3221116"/>
              <a:gd name="connsiteX17-625" fmla="*/ 1268509 w 3221102"/>
              <a:gd name="connsiteY17-626" fmla="*/ 819983 h 3221116"/>
              <a:gd name="connsiteX18-627" fmla="*/ 1328805 w 3221102"/>
              <a:gd name="connsiteY18-628" fmla="*/ 807930 h 3221116"/>
              <a:gd name="connsiteX19-629" fmla="*/ 1390827 w 3221102"/>
              <a:gd name="connsiteY19-630" fmla="*/ 802457 h 3221116"/>
              <a:gd name="connsiteX20-631" fmla="*/ 1462242 w 3221102"/>
              <a:gd name="connsiteY20-632" fmla="*/ 801708 h 3221116"/>
              <a:gd name="connsiteX21-633" fmla="*/ 1956122 w 3221102"/>
              <a:gd name="connsiteY21-634" fmla="*/ 1110076 h 3221116"/>
              <a:gd name="connsiteX22-635" fmla="*/ 1973374 w 3221102"/>
              <a:gd name="connsiteY22-636" fmla="*/ 875315 h 3221116"/>
              <a:gd name="connsiteX23-637" fmla="*/ 2333414 w 3221102"/>
              <a:gd name="connsiteY23-638" fmla="*/ 875315 h 3221116"/>
              <a:gd name="connsiteX24-639" fmla="*/ 2324788 w 3221102"/>
              <a:gd name="connsiteY24-640" fmla="*/ 2054049 h 3221116"/>
              <a:gd name="connsiteX25-641" fmla="*/ 2661746 w 3221102"/>
              <a:gd name="connsiteY25-642" fmla="*/ 2179658 h 3221116"/>
              <a:gd name="connsiteX26-643" fmla="*/ 2691046 w 3221102"/>
              <a:gd name="connsiteY26-644" fmla="*/ 2188689 h 3221116"/>
              <a:gd name="connsiteX27-645" fmla="*/ 2667011 w 3221102"/>
              <a:gd name="connsiteY27-646" fmla="*/ 2175828 h 3221116"/>
              <a:gd name="connsiteX28-647" fmla="*/ 2332141 w 3221102"/>
              <a:gd name="connsiteY28-648" fmla="*/ 653899 h 3221116"/>
              <a:gd name="connsiteX29-649" fmla="*/ 776764 w 3221102"/>
              <a:gd name="connsiteY29-650" fmla="*/ 749845 h 3221116"/>
              <a:gd name="connsiteX30-651" fmla="*/ 631487 w 3221102"/>
              <a:gd name="connsiteY30-652" fmla="*/ 2301392 h 3221116"/>
              <a:gd name="connsiteX31-653" fmla="*/ 2142017 w 3221102"/>
              <a:gd name="connsiteY31-654" fmla="*/ 2684410 h 3221116"/>
              <a:gd name="connsiteX32-655" fmla="*/ 2324866 w 3221102"/>
              <a:gd name="connsiteY32-656" fmla="*/ 3053856 h 3221116"/>
              <a:gd name="connsiteX33-657" fmla="*/ 294693 w 3221102"/>
              <a:gd name="connsiteY33-658" fmla="*/ 2539075 h 3221116"/>
              <a:gd name="connsiteX34-659" fmla="*/ 489947 w 3221102"/>
              <a:gd name="connsiteY34-660" fmla="*/ 453774 h 3221116"/>
              <a:gd name="connsiteX35-661" fmla="*/ 1651152 w 3221102"/>
              <a:gd name="connsiteY35-662" fmla="*/ 501 h 3221116"/>
              <a:gd name="connsiteX0-663" fmla="*/ 2664630 w 3221102"/>
              <a:gd name="connsiteY0-664" fmla="*/ 2175617 h 3221116"/>
              <a:gd name="connsiteX1-665" fmla="*/ 2658205 w 3221102"/>
              <a:gd name="connsiteY1-666" fmla="*/ 2178566 h 3221116"/>
              <a:gd name="connsiteX2-667" fmla="*/ 2664630 w 3221102"/>
              <a:gd name="connsiteY2-668" fmla="*/ 2175617 h 3221116"/>
              <a:gd name="connsiteX3-669" fmla="*/ 1477043 w 3221102"/>
              <a:gd name="connsiteY3-670" fmla="*/ 1144372 h 3221116"/>
              <a:gd name="connsiteX4-671" fmla="*/ 1409070 w 3221102"/>
              <a:gd name="connsiteY4-672" fmla="*/ 1159393 h 3221116"/>
              <a:gd name="connsiteX5-673" fmla="*/ 1152384 w 3221102"/>
              <a:gd name="connsiteY5-674" fmla="*/ 1703728 h 3221116"/>
              <a:gd name="connsiteX6-675" fmla="*/ 1514013 w 3221102"/>
              <a:gd name="connsiteY6-676" fmla="*/ 2152290 h 3221116"/>
              <a:gd name="connsiteX7-677" fmla="*/ 1850815 w 3221102"/>
              <a:gd name="connsiteY7-678" fmla="*/ 1654259 h 3221116"/>
              <a:gd name="connsiteX8-679" fmla="*/ 1830467 w 3221102"/>
              <a:gd name="connsiteY8-680" fmla="*/ 1515986 h 3221116"/>
              <a:gd name="connsiteX9-681" fmla="*/ 1477043 w 3221102"/>
              <a:gd name="connsiteY9-682" fmla="*/ 1144372 h 3221116"/>
              <a:gd name="connsiteX10-683" fmla="*/ 1651152 w 3221102"/>
              <a:gd name="connsiteY10-684" fmla="*/ 501 h 3221116"/>
              <a:gd name="connsiteX11-685" fmla="*/ 2580395 w 3221102"/>
              <a:gd name="connsiteY11-686" fmla="*/ 324821 h 3221116"/>
              <a:gd name="connsiteX12-687" fmla="*/ 3030464 w 3221102"/>
              <a:gd name="connsiteY12-688" fmla="*/ 2370314 h 3221116"/>
              <a:gd name="connsiteX13-689" fmla="*/ 2585849 w 3221102"/>
              <a:gd name="connsiteY13-690" fmla="*/ 2588887 h 3221116"/>
              <a:gd name="connsiteX14-691" fmla="*/ 1973374 w 3221102"/>
              <a:gd name="connsiteY14-692" fmla="*/ 2195096 h 3221116"/>
              <a:gd name="connsiteX15-693" fmla="*/ 1390827 w 3221102"/>
              <a:gd name="connsiteY15-694" fmla="*/ 2527630 h 3221116"/>
              <a:gd name="connsiteX16-695" fmla="*/ 783896 w 3221102"/>
              <a:gd name="connsiteY16-696" fmla="*/ 1665044 h 3221116"/>
              <a:gd name="connsiteX17-697" fmla="*/ 1268509 w 3221102"/>
              <a:gd name="connsiteY17-698" fmla="*/ 819983 h 3221116"/>
              <a:gd name="connsiteX18-699" fmla="*/ 1328805 w 3221102"/>
              <a:gd name="connsiteY18-700" fmla="*/ 807930 h 3221116"/>
              <a:gd name="connsiteX19-701" fmla="*/ 1390827 w 3221102"/>
              <a:gd name="connsiteY19-702" fmla="*/ 802457 h 3221116"/>
              <a:gd name="connsiteX20-703" fmla="*/ 1462242 w 3221102"/>
              <a:gd name="connsiteY20-704" fmla="*/ 801708 h 3221116"/>
              <a:gd name="connsiteX21-705" fmla="*/ 1956122 w 3221102"/>
              <a:gd name="connsiteY21-706" fmla="*/ 1110076 h 3221116"/>
              <a:gd name="connsiteX22-707" fmla="*/ 1973374 w 3221102"/>
              <a:gd name="connsiteY22-708" fmla="*/ 875315 h 3221116"/>
              <a:gd name="connsiteX23-709" fmla="*/ 2333414 w 3221102"/>
              <a:gd name="connsiteY23-710" fmla="*/ 875315 h 3221116"/>
              <a:gd name="connsiteX24-711" fmla="*/ 2324788 w 3221102"/>
              <a:gd name="connsiteY24-712" fmla="*/ 2054049 h 3221116"/>
              <a:gd name="connsiteX25-713" fmla="*/ 2661746 w 3221102"/>
              <a:gd name="connsiteY25-714" fmla="*/ 2179658 h 3221116"/>
              <a:gd name="connsiteX26-715" fmla="*/ 2691046 w 3221102"/>
              <a:gd name="connsiteY26-716" fmla="*/ 2188689 h 3221116"/>
              <a:gd name="connsiteX27-717" fmla="*/ 2667011 w 3221102"/>
              <a:gd name="connsiteY27-718" fmla="*/ 2175828 h 3221116"/>
              <a:gd name="connsiteX28-719" fmla="*/ 2332141 w 3221102"/>
              <a:gd name="connsiteY28-720" fmla="*/ 653899 h 3221116"/>
              <a:gd name="connsiteX29-721" fmla="*/ 776764 w 3221102"/>
              <a:gd name="connsiteY29-722" fmla="*/ 749845 h 3221116"/>
              <a:gd name="connsiteX30-723" fmla="*/ 631487 w 3221102"/>
              <a:gd name="connsiteY30-724" fmla="*/ 2301392 h 3221116"/>
              <a:gd name="connsiteX31-725" fmla="*/ 2142017 w 3221102"/>
              <a:gd name="connsiteY31-726" fmla="*/ 2684410 h 3221116"/>
              <a:gd name="connsiteX32-727" fmla="*/ 2324866 w 3221102"/>
              <a:gd name="connsiteY32-728" fmla="*/ 3053856 h 3221116"/>
              <a:gd name="connsiteX33-729" fmla="*/ 294693 w 3221102"/>
              <a:gd name="connsiteY33-730" fmla="*/ 2539075 h 3221116"/>
              <a:gd name="connsiteX34-731" fmla="*/ 489947 w 3221102"/>
              <a:gd name="connsiteY34-732" fmla="*/ 453774 h 3221116"/>
              <a:gd name="connsiteX35-733" fmla="*/ 1651152 w 3221102"/>
              <a:gd name="connsiteY35-734" fmla="*/ 501 h 3221116"/>
              <a:gd name="connsiteX0-735" fmla="*/ 2664630 w 3221102"/>
              <a:gd name="connsiteY0-736" fmla="*/ 2175617 h 3221116"/>
              <a:gd name="connsiteX1-737" fmla="*/ 2658205 w 3221102"/>
              <a:gd name="connsiteY1-738" fmla="*/ 2178566 h 3221116"/>
              <a:gd name="connsiteX2-739" fmla="*/ 2664630 w 3221102"/>
              <a:gd name="connsiteY2-740" fmla="*/ 2175617 h 3221116"/>
              <a:gd name="connsiteX3-741" fmla="*/ 1477043 w 3221102"/>
              <a:gd name="connsiteY3-742" fmla="*/ 1144372 h 3221116"/>
              <a:gd name="connsiteX4-743" fmla="*/ 1409070 w 3221102"/>
              <a:gd name="connsiteY4-744" fmla="*/ 1159393 h 3221116"/>
              <a:gd name="connsiteX5-745" fmla="*/ 1152384 w 3221102"/>
              <a:gd name="connsiteY5-746" fmla="*/ 1703728 h 3221116"/>
              <a:gd name="connsiteX6-747" fmla="*/ 1514013 w 3221102"/>
              <a:gd name="connsiteY6-748" fmla="*/ 2152290 h 3221116"/>
              <a:gd name="connsiteX7-749" fmla="*/ 1850815 w 3221102"/>
              <a:gd name="connsiteY7-750" fmla="*/ 1654259 h 3221116"/>
              <a:gd name="connsiteX8-751" fmla="*/ 1830467 w 3221102"/>
              <a:gd name="connsiteY8-752" fmla="*/ 1515986 h 3221116"/>
              <a:gd name="connsiteX9-753" fmla="*/ 1477043 w 3221102"/>
              <a:gd name="connsiteY9-754" fmla="*/ 1144372 h 3221116"/>
              <a:gd name="connsiteX10-755" fmla="*/ 1651152 w 3221102"/>
              <a:gd name="connsiteY10-756" fmla="*/ 501 h 3221116"/>
              <a:gd name="connsiteX11-757" fmla="*/ 2580395 w 3221102"/>
              <a:gd name="connsiteY11-758" fmla="*/ 324821 h 3221116"/>
              <a:gd name="connsiteX12-759" fmla="*/ 3030464 w 3221102"/>
              <a:gd name="connsiteY12-760" fmla="*/ 2370314 h 3221116"/>
              <a:gd name="connsiteX13-761" fmla="*/ 2585849 w 3221102"/>
              <a:gd name="connsiteY13-762" fmla="*/ 2588887 h 3221116"/>
              <a:gd name="connsiteX14-763" fmla="*/ 1973374 w 3221102"/>
              <a:gd name="connsiteY14-764" fmla="*/ 2195096 h 3221116"/>
              <a:gd name="connsiteX15-765" fmla="*/ 1390827 w 3221102"/>
              <a:gd name="connsiteY15-766" fmla="*/ 2527630 h 3221116"/>
              <a:gd name="connsiteX16-767" fmla="*/ 783896 w 3221102"/>
              <a:gd name="connsiteY16-768" fmla="*/ 1665044 h 3221116"/>
              <a:gd name="connsiteX17-769" fmla="*/ 1268509 w 3221102"/>
              <a:gd name="connsiteY17-770" fmla="*/ 819983 h 3221116"/>
              <a:gd name="connsiteX18-771" fmla="*/ 1328805 w 3221102"/>
              <a:gd name="connsiteY18-772" fmla="*/ 807930 h 3221116"/>
              <a:gd name="connsiteX19-773" fmla="*/ 1390827 w 3221102"/>
              <a:gd name="connsiteY19-774" fmla="*/ 802457 h 3221116"/>
              <a:gd name="connsiteX20-775" fmla="*/ 1462242 w 3221102"/>
              <a:gd name="connsiteY20-776" fmla="*/ 801708 h 3221116"/>
              <a:gd name="connsiteX21-777" fmla="*/ 1956122 w 3221102"/>
              <a:gd name="connsiteY21-778" fmla="*/ 1110076 h 3221116"/>
              <a:gd name="connsiteX22-779" fmla="*/ 1973374 w 3221102"/>
              <a:gd name="connsiteY22-780" fmla="*/ 875315 h 3221116"/>
              <a:gd name="connsiteX23-781" fmla="*/ 2333414 w 3221102"/>
              <a:gd name="connsiteY23-782" fmla="*/ 875315 h 3221116"/>
              <a:gd name="connsiteX24-783" fmla="*/ 2324788 w 3221102"/>
              <a:gd name="connsiteY24-784" fmla="*/ 2054049 h 3221116"/>
              <a:gd name="connsiteX25-785" fmla="*/ 2661746 w 3221102"/>
              <a:gd name="connsiteY25-786" fmla="*/ 2179658 h 3221116"/>
              <a:gd name="connsiteX26-787" fmla="*/ 2691046 w 3221102"/>
              <a:gd name="connsiteY26-788" fmla="*/ 2188689 h 3221116"/>
              <a:gd name="connsiteX27-789" fmla="*/ 2667011 w 3221102"/>
              <a:gd name="connsiteY27-790" fmla="*/ 2175828 h 3221116"/>
              <a:gd name="connsiteX28-791" fmla="*/ 2332141 w 3221102"/>
              <a:gd name="connsiteY28-792" fmla="*/ 653899 h 3221116"/>
              <a:gd name="connsiteX29-793" fmla="*/ 776764 w 3221102"/>
              <a:gd name="connsiteY29-794" fmla="*/ 749845 h 3221116"/>
              <a:gd name="connsiteX30-795" fmla="*/ 631487 w 3221102"/>
              <a:gd name="connsiteY30-796" fmla="*/ 2301392 h 3221116"/>
              <a:gd name="connsiteX31-797" fmla="*/ 2142017 w 3221102"/>
              <a:gd name="connsiteY31-798" fmla="*/ 2684410 h 3221116"/>
              <a:gd name="connsiteX32-799" fmla="*/ 2324866 w 3221102"/>
              <a:gd name="connsiteY32-800" fmla="*/ 3053856 h 3221116"/>
              <a:gd name="connsiteX33-801" fmla="*/ 294693 w 3221102"/>
              <a:gd name="connsiteY33-802" fmla="*/ 2539075 h 3221116"/>
              <a:gd name="connsiteX34-803" fmla="*/ 489947 w 3221102"/>
              <a:gd name="connsiteY34-804" fmla="*/ 453774 h 3221116"/>
              <a:gd name="connsiteX35-805" fmla="*/ 1651152 w 3221102"/>
              <a:gd name="connsiteY35-806" fmla="*/ 501 h 3221116"/>
              <a:gd name="connsiteX0-807" fmla="*/ 2664630 w 3151233"/>
              <a:gd name="connsiteY0-808" fmla="*/ 2175617 h 3221116"/>
              <a:gd name="connsiteX1-809" fmla="*/ 2658205 w 3151233"/>
              <a:gd name="connsiteY1-810" fmla="*/ 2178566 h 3221116"/>
              <a:gd name="connsiteX2-811" fmla="*/ 2664630 w 3151233"/>
              <a:gd name="connsiteY2-812" fmla="*/ 2175617 h 3221116"/>
              <a:gd name="connsiteX3-813" fmla="*/ 1477043 w 3151233"/>
              <a:gd name="connsiteY3-814" fmla="*/ 1144372 h 3221116"/>
              <a:gd name="connsiteX4-815" fmla="*/ 1409070 w 3151233"/>
              <a:gd name="connsiteY4-816" fmla="*/ 1159393 h 3221116"/>
              <a:gd name="connsiteX5-817" fmla="*/ 1152384 w 3151233"/>
              <a:gd name="connsiteY5-818" fmla="*/ 1703728 h 3221116"/>
              <a:gd name="connsiteX6-819" fmla="*/ 1514013 w 3151233"/>
              <a:gd name="connsiteY6-820" fmla="*/ 2152290 h 3221116"/>
              <a:gd name="connsiteX7-821" fmla="*/ 1850815 w 3151233"/>
              <a:gd name="connsiteY7-822" fmla="*/ 1654259 h 3221116"/>
              <a:gd name="connsiteX8-823" fmla="*/ 1830467 w 3151233"/>
              <a:gd name="connsiteY8-824" fmla="*/ 1515986 h 3221116"/>
              <a:gd name="connsiteX9-825" fmla="*/ 1477043 w 3151233"/>
              <a:gd name="connsiteY9-826" fmla="*/ 1144372 h 3221116"/>
              <a:gd name="connsiteX10-827" fmla="*/ 1651152 w 3151233"/>
              <a:gd name="connsiteY10-828" fmla="*/ 501 h 3221116"/>
              <a:gd name="connsiteX11-829" fmla="*/ 2580395 w 3151233"/>
              <a:gd name="connsiteY11-830" fmla="*/ 324821 h 3221116"/>
              <a:gd name="connsiteX12-831" fmla="*/ 3030464 w 3151233"/>
              <a:gd name="connsiteY12-832" fmla="*/ 2249544 h 3221116"/>
              <a:gd name="connsiteX13-833" fmla="*/ 2585849 w 3151233"/>
              <a:gd name="connsiteY13-834" fmla="*/ 2588887 h 3221116"/>
              <a:gd name="connsiteX14-835" fmla="*/ 1973374 w 3151233"/>
              <a:gd name="connsiteY14-836" fmla="*/ 2195096 h 3221116"/>
              <a:gd name="connsiteX15-837" fmla="*/ 1390827 w 3151233"/>
              <a:gd name="connsiteY15-838" fmla="*/ 2527630 h 3221116"/>
              <a:gd name="connsiteX16-839" fmla="*/ 783896 w 3151233"/>
              <a:gd name="connsiteY16-840" fmla="*/ 1665044 h 3221116"/>
              <a:gd name="connsiteX17-841" fmla="*/ 1268509 w 3151233"/>
              <a:gd name="connsiteY17-842" fmla="*/ 819983 h 3221116"/>
              <a:gd name="connsiteX18-843" fmla="*/ 1328805 w 3151233"/>
              <a:gd name="connsiteY18-844" fmla="*/ 807930 h 3221116"/>
              <a:gd name="connsiteX19-845" fmla="*/ 1390827 w 3151233"/>
              <a:gd name="connsiteY19-846" fmla="*/ 802457 h 3221116"/>
              <a:gd name="connsiteX20-847" fmla="*/ 1462242 w 3151233"/>
              <a:gd name="connsiteY20-848" fmla="*/ 801708 h 3221116"/>
              <a:gd name="connsiteX21-849" fmla="*/ 1956122 w 3151233"/>
              <a:gd name="connsiteY21-850" fmla="*/ 1110076 h 3221116"/>
              <a:gd name="connsiteX22-851" fmla="*/ 1973374 w 3151233"/>
              <a:gd name="connsiteY22-852" fmla="*/ 875315 h 3221116"/>
              <a:gd name="connsiteX23-853" fmla="*/ 2333414 w 3151233"/>
              <a:gd name="connsiteY23-854" fmla="*/ 875315 h 3221116"/>
              <a:gd name="connsiteX24-855" fmla="*/ 2324788 w 3151233"/>
              <a:gd name="connsiteY24-856" fmla="*/ 2054049 h 3221116"/>
              <a:gd name="connsiteX25-857" fmla="*/ 2661746 w 3151233"/>
              <a:gd name="connsiteY25-858" fmla="*/ 2179658 h 3221116"/>
              <a:gd name="connsiteX26-859" fmla="*/ 2691046 w 3151233"/>
              <a:gd name="connsiteY26-860" fmla="*/ 2188689 h 3221116"/>
              <a:gd name="connsiteX27-861" fmla="*/ 2667011 w 3151233"/>
              <a:gd name="connsiteY27-862" fmla="*/ 2175828 h 3221116"/>
              <a:gd name="connsiteX28-863" fmla="*/ 2332141 w 3151233"/>
              <a:gd name="connsiteY28-864" fmla="*/ 653899 h 3221116"/>
              <a:gd name="connsiteX29-865" fmla="*/ 776764 w 3151233"/>
              <a:gd name="connsiteY29-866" fmla="*/ 749845 h 3221116"/>
              <a:gd name="connsiteX30-867" fmla="*/ 631487 w 3151233"/>
              <a:gd name="connsiteY30-868" fmla="*/ 2301392 h 3221116"/>
              <a:gd name="connsiteX31-869" fmla="*/ 2142017 w 3151233"/>
              <a:gd name="connsiteY31-870" fmla="*/ 2684410 h 3221116"/>
              <a:gd name="connsiteX32-871" fmla="*/ 2324866 w 3151233"/>
              <a:gd name="connsiteY32-872" fmla="*/ 3053856 h 3221116"/>
              <a:gd name="connsiteX33-873" fmla="*/ 294693 w 3151233"/>
              <a:gd name="connsiteY33-874" fmla="*/ 2539075 h 3221116"/>
              <a:gd name="connsiteX34-875" fmla="*/ 489947 w 3151233"/>
              <a:gd name="connsiteY34-876" fmla="*/ 453774 h 3221116"/>
              <a:gd name="connsiteX35-877" fmla="*/ 1651152 w 3151233"/>
              <a:gd name="connsiteY35-878" fmla="*/ 501 h 3221116"/>
              <a:gd name="connsiteX0-879" fmla="*/ 2664630 w 3161851"/>
              <a:gd name="connsiteY0-880" fmla="*/ 2175617 h 3221116"/>
              <a:gd name="connsiteX1-881" fmla="*/ 2658205 w 3161851"/>
              <a:gd name="connsiteY1-882" fmla="*/ 2178566 h 3221116"/>
              <a:gd name="connsiteX2-883" fmla="*/ 2664630 w 3161851"/>
              <a:gd name="connsiteY2-884" fmla="*/ 2175617 h 3221116"/>
              <a:gd name="connsiteX3-885" fmla="*/ 1477043 w 3161851"/>
              <a:gd name="connsiteY3-886" fmla="*/ 1144372 h 3221116"/>
              <a:gd name="connsiteX4-887" fmla="*/ 1409070 w 3161851"/>
              <a:gd name="connsiteY4-888" fmla="*/ 1159393 h 3221116"/>
              <a:gd name="connsiteX5-889" fmla="*/ 1152384 w 3161851"/>
              <a:gd name="connsiteY5-890" fmla="*/ 1703728 h 3221116"/>
              <a:gd name="connsiteX6-891" fmla="*/ 1514013 w 3161851"/>
              <a:gd name="connsiteY6-892" fmla="*/ 2152290 h 3221116"/>
              <a:gd name="connsiteX7-893" fmla="*/ 1850815 w 3161851"/>
              <a:gd name="connsiteY7-894" fmla="*/ 1654259 h 3221116"/>
              <a:gd name="connsiteX8-895" fmla="*/ 1830467 w 3161851"/>
              <a:gd name="connsiteY8-896" fmla="*/ 1515986 h 3221116"/>
              <a:gd name="connsiteX9-897" fmla="*/ 1477043 w 3161851"/>
              <a:gd name="connsiteY9-898" fmla="*/ 1144372 h 3221116"/>
              <a:gd name="connsiteX10-899" fmla="*/ 1651152 w 3161851"/>
              <a:gd name="connsiteY10-900" fmla="*/ 501 h 3221116"/>
              <a:gd name="connsiteX11-901" fmla="*/ 2580395 w 3161851"/>
              <a:gd name="connsiteY11-902" fmla="*/ 324821 h 3221116"/>
              <a:gd name="connsiteX12-903" fmla="*/ 3030464 w 3161851"/>
              <a:gd name="connsiteY12-904" fmla="*/ 2249544 h 3221116"/>
              <a:gd name="connsiteX13-905" fmla="*/ 2585849 w 3161851"/>
              <a:gd name="connsiteY13-906" fmla="*/ 2588887 h 3221116"/>
              <a:gd name="connsiteX14-907" fmla="*/ 1973374 w 3161851"/>
              <a:gd name="connsiteY14-908" fmla="*/ 2195096 h 3221116"/>
              <a:gd name="connsiteX15-909" fmla="*/ 1390827 w 3161851"/>
              <a:gd name="connsiteY15-910" fmla="*/ 2527630 h 3221116"/>
              <a:gd name="connsiteX16-911" fmla="*/ 783896 w 3161851"/>
              <a:gd name="connsiteY16-912" fmla="*/ 1665044 h 3221116"/>
              <a:gd name="connsiteX17-913" fmla="*/ 1268509 w 3161851"/>
              <a:gd name="connsiteY17-914" fmla="*/ 819983 h 3221116"/>
              <a:gd name="connsiteX18-915" fmla="*/ 1328805 w 3161851"/>
              <a:gd name="connsiteY18-916" fmla="*/ 807930 h 3221116"/>
              <a:gd name="connsiteX19-917" fmla="*/ 1390827 w 3161851"/>
              <a:gd name="connsiteY19-918" fmla="*/ 802457 h 3221116"/>
              <a:gd name="connsiteX20-919" fmla="*/ 1462242 w 3161851"/>
              <a:gd name="connsiteY20-920" fmla="*/ 801708 h 3221116"/>
              <a:gd name="connsiteX21-921" fmla="*/ 1956122 w 3161851"/>
              <a:gd name="connsiteY21-922" fmla="*/ 1110076 h 3221116"/>
              <a:gd name="connsiteX22-923" fmla="*/ 1973374 w 3161851"/>
              <a:gd name="connsiteY22-924" fmla="*/ 875315 h 3221116"/>
              <a:gd name="connsiteX23-925" fmla="*/ 2333414 w 3161851"/>
              <a:gd name="connsiteY23-926" fmla="*/ 875315 h 3221116"/>
              <a:gd name="connsiteX24-927" fmla="*/ 2324788 w 3161851"/>
              <a:gd name="connsiteY24-928" fmla="*/ 2054049 h 3221116"/>
              <a:gd name="connsiteX25-929" fmla="*/ 2661746 w 3161851"/>
              <a:gd name="connsiteY25-930" fmla="*/ 2179658 h 3221116"/>
              <a:gd name="connsiteX26-931" fmla="*/ 2691046 w 3161851"/>
              <a:gd name="connsiteY26-932" fmla="*/ 2188689 h 3221116"/>
              <a:gd name="connsiteX27-933" fmla="*/ 2667011 w 3161851"/>
              <a:gd name="connsiteY27-934" fmla="*/ 2175828 h 3221116"/>
              <a:gd name="connsiteX28-935" fmla="*/ 2332141 w 3161851"/>
              <a:gd name="connsiteY28-936" fmla="*/ 653899 h 3221116"/>
              <a:gd name="connsiteX29-937" fmla="*/ 776764 w 3161851"/>
              <a:gd name="connsiteY29-938" fmla="*/ 749845 h 3221116"/>
              <a:gd name="connsiteX30-939" fmla="*/ 631487 w 3161851"/>
              <a:gd name="connsiteY30-940" fmla="*/ 2301392 h 3221116"/>
              <a:gd name="connsiteX31-941" fmla="*/ 2142017 w 3161851"/>
              <a:gd name="connsiteY31-942" fmla="*/ 2684410 h 3221116"/>
              <a:gd name="connsiteX32-943" fmla="*/ 2324866 w 3161851"/>
              <a:gd name="connsiteY32-944" fmla="*/ 3053856 h 3221116"/>
              <a:gd name="connsiteX33-945" fmla="*/ 294693 w 3161851"/>
              <a:gd name="connsiteY33-946" fmla="*/ 2539075 h 3221116"/>
              <a:gd name="connsiteX34-947" fmla="*/ 489947 w 3161851"/>
              <a:gd name="connsiteY34-948" fmla="*/ 453774 h 3221116"/>
              <a:gd name="connsiteX35-949" fmla="*/ 1651152 w 3161851"/>
              <a:gd name="connsiteY35-950" fmla="*/ 501 h 3221116"/>
              <a:gd name="connsiteX0-951" fmla="*/ 2664630 w 3182629"/>
              <a:gd name="connsiteY0-952" fmla="*/ 2175617 h 3221116"/>
              <a:gd name="connsiteX1-953" fmla="*/ 2658205 w 3182629"/>
              <a:gd name="connsiteY1-954" fmla="*/ 2178566 h 3221116"/>
              <a:gd name="connsiteX2-955" fmla="*/ 2664630 w 3182629"/>
              <a:gd name="connsiteY2-956" fmla="*/ 2175617 h 3221116"/>
              <a:gd name="connsiteX3-957" fmla="*/ 1477043 w 3182629"/>
              <a:gd name="connsiteY3-958" fmla="*/ 1144372 h 3221116"/>
              <a:gd name="connsiteX4-959" fmla="*/ 1409070 w 3182629"/>
              <a:gd name="connsiteY4-960" fmla="*/ 1159393 h 3221116"/>
              <a:gd name="connsiteX5-961" fmla="*/ 1152384 w 3182629"/>
              <a:gd name="connsiteY5-962" fmla="*/ 1703728 h 3221116"/>
              <a:gd name="connsiteX6-963" fmla="*/ 1514013 w 3182629"/>
              <a:gd name="connsiteY6-964" fmla="*/ 2152290 h 3221116"/>
              <a:gd name="connsiteX7-965" fmla="*/ 1850815 w 3182629"/>
              <a:gd name="connsiteY7-966" fmla="*/ 1654259 h 3221116"/>
              <a:gd name="connsiteX8-967" fmla="*/ 1830467 w 3182629"/>
              <a:gd name="connsiteY8-968" fmla="*/ 1515986 h 3221116"/>
              <a:gd name="connsiteX9-969" fmla="*/ 1477043 w 3182629"/>
              <a:gd name="connsiteY9-970" fmla="*/ 1144372 h 3221116"/>
              <a:gd name="connsiteX10-971" fmla="*/ 1651152 w 3182629"/>
              <a:gd name="connsiteY10-972" fmla="*/ 501 h 3221116"/>
              <a:gd name="connsiteX11-973" fmla="*/ 2580395 w 3182629"/>
              <a:gd name="connsiteY11-974" fmla="*/ 324821 h 3221116"/>
              <a:gd name="connsiteX12-975" fmla="*/ 3030464 w 3182629"/>
              <a:gd name="connsiteY12-976" fmla="*/ 2249544 h 3221116"/>
              <a:gd name="connsiteX13-977" fmla="*/ 2585849 w 3182629"/>
              <a:gd name="connsiteY13-978" fmla="*/ 2588887 h 3221116"/>
              <a:gd name="connsiteX14-979" fmla="*/ 1973374 w 3182629"/>
              <a:gd name="connsiteY14-980" fmla="*/ 2195096 h 3221116"/>
              <a:gd name="connsiteX15-981" fmla="*/ 1390827 w 3182629"/>
              <a:gd name="connsiteY15-982" fmla="*/ 2527630 h 3221116"/>
              <a:gd name="connsiteX16-983" fmla="*/ 783896 w 3182629"/>
              <a:gd name="connsiteY16-984" fmla="*/ 1665044 h 3221116"/>
              <a:gd name="connsiteX17-985" fmla="*/ 1268509 w 3182629"/>
              <a:gd name="connsiteY17-986" fmla="*/ 819983 h 3221116"/>
              <a:gd name="connsiteX18-987" fmla="*/ 1328805 w 3182629"/>
              <a:gd name="connsiteY18-988" fmla="*/ 807930 h 3221116"/>
              <a:gd name="connsiteX19-989" fmla="*/ 1390827 w 3182629"/>
              <a:gd name="connsiteY19-990" fmla="*/ 802457 h 3221116"/>
              <a:gd name="connsiteX20-991" fmla="*/ 1462242 w 3182629"/>
              <a:gd name="connsiteY20-992" fmla="*/ 801708 h 3221116"/>
              <a:gd name="connsiteX21-993" fmla="*/ 1956122 w 3182629"/>
              <a:gd name="connsiteY21-994" fmla="*/ 1110076 h 3221116"/>
              <a:gd name="connsiteX22-995" fmla="*/ 1973374 w 3182629"/>
              <a:gd name="connsiteY22-996" fmla="*/ 875315 h 3221116"/>
              <a:gd name="connsiteX23-997" fmla="*/ 2333414 w 3182629"/>
              <a:gd name="connsiteY23-998" fmla="*/ 875315 h 3221116"/>
              <a:gd name="connsiteX24-999" fmla="*/ 2324788 w 3182629"/>
              <a:gd name="connsiteY24-1000" fmla="*/ 2054049 h 3221116"/>
              <a:gd name="connsiteX25-1001" fmla="*/ 2661746 w 3182629"/>
              <a:gd name="connsiteY25-1002" fmla="*/ 2179658 h 3221116"/>
              <a:gd name="connsiteX26-1003" fmla="*/ 2691046 w 3182629"/>
              <a:gd name="connsiteY26-1004" fmla="*/ 2188689 h 3221116"/>
              <a:gd name="connsiteX27-1005" fmla="*/ 2667011 w 3182629"/>
              <a:gd name="connsiteY27-1006" fmla="*/ 2175828 h 3221116"/>
              <a:gd name="connsiteX28-1007" fmla="*/ 2332141 w 3182629"/>
              <a:gd name="connsiteY28-1008" fmla="*/ 653899 h 3221116"/>
              <a:gd name="connsiteX29-1009" fmla="*/ 776764 w 3182629"/>
              <a:gd name="connsiteY29-1010" fmla="*/ 749845 h 3221116"/>
              <a:gd name="connsiteX30-1011" fmla="*/ 631487 w 3182629"/>
              <a:gd name="connsiteY30-1012" fmla="*/ 2301392 h 3221116"/>
              <a:gd name="connsiteX31-1013" fmla="*/ 2142017 w 3182629"/>
              <a:gd name="connsiteY31-1014" fmla="*/ 2684410 h 3221116"/>
              <a:gd name="connsiteX32-1015" fmla="*/ 2324866 w 3182629"/>
              <a:gd name="connsiteY32-1016" fmla="*/ 3053856 h 3221116"/>
              <a:gd name="connsiteX33-1017" fmla="*/ 294693 w 3182629"/>
              <a:gd name="connsiteY33-1018" fmla="*/ 2539075 h 3221116"/>
              <a:gd name="connsiteX34-1019" fmla="*/ 489947 w 3182629"/>
              <a:gd name="connsiteY34-1020" fmla="*/ 453774 h 3221116"/>
              <a:gd name="connsiteX35-1021" fmla="*/ 1651152 w 3182629"/>
              <a:gd name="connsiteY35-1022" fmla="*/ 501 h 3221116"/>
              <a:gd name="connsiteX0-1023" fmla="*/ 2664630 w 3189723"/>
              <a:gd name="connsiteY0-1024" fmla="*/ 2175617 h 3221116"/>
              <a:gd name="connsiteX1-1025" fmla="*/ 2658205 w 3189723"/>
              <a:gd name="connsiteY1-1026" fmla="*/ 2178566 h 3221116"/>
              <a:gd name="connsiteX2-1027" fmla="*/ 2664630 w 3189723"/>
              <a:gd name="connsiteY2-1028" fmla="*/ 2175617 h 3221116"/>
              <a:gd name="connsiteX3-1029" fmla="*/ 1477043 w 3189723"/>
              <a:gd name="connsiteY3-1030" fmla="*/ 1144372 h 3221116"/>
              <a:gd name="connsiteX4-1031" fmla="*/ 1409070 w 3189723"/>
              <a:gd name="connsiteY4-1032" fmla="*/ 1159393 h 3221116"/>
              <a:gd name="connsiteX5-1033" fmla="*/ 1152384 w 3189723"/>
              <a:gd name="connsiteY5-1034" fmla="*/ 1703728 h 3221116"/>
              <a:gd name="connsiteX6-1035" fmla="*/ 1514013 w 3189723"/>
              <a:gd name="connsiteY6-1036" fmla="*/ 2152290 h 3221116"/>
              <a:gd name="connsiteX7-1037" fmla="*/ 1850815 w 3189723"/>
              <a:gd name="connsiteY7-1038" fmla="*/ 1654259 h 3221116"/>
              <a:gd name="connsiteX8-1039" fmla="*/ 1830467 w 3189723"/>
              <a:gd name="connsiteY8-1040" fmla="*/ 1515986 h 3221116"/>
              <a:gd name="connsiteX9-1041" fmla="*/ 1477043 w 3189723"/>
              <a:gd name="connsiteY9-1042" fmla="*/ 1144372 h 3221116"/>
              <a:gd name="connsiteX10-1043" fmla="*/ 1651152 w 3189723"/>
              <a:gd name="connsiteY10-1044" fmla="*/ 501 h 3221116"/>
              <a:gd name="connsiteX11-1045" fmla="*/ 2580395 w 3189723"/>
              <a:gd name="connsiteY11-1046" fmla="*/ 324821 h 3221116"/>
              <a:gd name="connsiteX12-1047" fmla="*/ 3030464 w 3189723"/>
              <a:gd name="connsiteY12-1048" fmla="*/ 2249544 h 3221116"/>
              <a:gd name="connsiteX13-1049" fmla="*/ 2585849 w 3189723"/>
              <a:gd name="connsiteY13-1050" fmla="*/ 2588887 h 3221116"/>
              <a:gd name="connsiteX14-1051" fmla="*/ 1973374 w 3189723"/>
              <a:gd name="connsiteY14-1052" fmla="*/ 2195096 h 3221116"/>
              <a:gd name="connsiteX15-1053" fmla="*/ 1390827 w 3189723"/>
              <a:gd name="connsiteY15-1054" fmla="*/ 2527630 h 3221116"/>
              <a:gd name="connsiteX16-1055" fmla="*/ 783896 w 3189723"/>
              <a:gd name="connsiteY16-1056" fmla="*/ 1665044 h 3221116"/>
              <a:gd name="connsiteX17-1057" fmla="*/ 1268509 w 3189723"/>
              <a:gd name="connsiteY17-1058" fmla="*/ 819983 h 3221116"/>
              <a:gd name="connsiteX18-1059" fmla="*/ 1328805 w 3189723"/>
              <a:gd name="connsiteY18-1060" fmla="*/ 807930 h 3221116"/>
              <a:gd name="connsiteX19-1061" fmla="*/ 1390827 w 3189723"/>
              <a:gd name="connsiteY19-1062" fmla="*/ 802457 h 3221116"/>
              <a:gd name="connsiteX20-1063" fmla="*/ 1462242 w 3189723"/>
              <a:gd name="connsiteY20-1064" fmla="*/ 801708 h 3221116"/>
              <a:gd name="connsiteX21-1065" fmla="*/ 1956122 w 3189723"/>
              <a:gd name="connsiteY21-1066" fmla="*/ 1110076 h 3221116"/>
              <a:gd name="connsiteX22-1067" fmla="*/ 1973374 w 3189723"/>
              <a:gd name="connsiteY22-1068" fmla="*/ 875315 h 3221116"/>
              <a:gd name="connsiteX23-1069" fmla="*/ 2333414 w 3189723"/>
              <a:gd name="connsiteY23-1070" fmla="*/ 875315 h 3221116"/>
              <a:gd name="connsiteX24-1071" fmla="*/ 2324788 w 3189723"/>
              <a:gd name="connsiteY24-1072" fmla="*/ 2054049 h 3221116"/>
              <a:gd name="connsiteX25-1073" fmla="*/ 2661746 w 3189723"/>
              <a:gd name="connsiteY25-1074" fmla="*/ 2179658 h 3221116"/>
              <a:gd name="connsiteX26-1075" fmla="*/ 2691046 w 3189723"/>
              <a:gd name="connsiteY26-1076" fmla="*/ 2188689 h 3221116"/>
              <a:gd name="connsiteX27-1077" fmla="*/ 2667011 w 3189723"/>
              <a:gd name="connsiteY27-1078" fmla="*/ 2175828 h 3221116"/>
              <a:gd name="connsiteX28-1079" fmla="*/ 2332141 w 3189723"/>
              <a:gd name="connsiteY28-1080" fmla="*/ 653899 h 3221116"/>
              <a:gd name="connsiteX29-1081" fmla="*/ 776764 w 3189723"/>
              <a:gd name="connsiteY29-1082" fmla="*/ 749845 h 3221116"/>
              <a:gd name="connsiteX30-1083" fmla="*/ 631487 w 3189723"/>
              <a:gd name="connsiteY30-1084" fmla="*/ 2301392 h 3221116"/>
              <a:gd name="connsiteX31-1085" fmla="*/ 2142017 w 3189723"/>
              <a:gd name="connsiteY31-1086" fmla="*/ 2684410 h 3221116"/>
              <a:gd name="connsiteX32-1087" fmla="*/ 2324866 w 3189723"/>
              <a:gd name="connsiteY32-1088" fmla="*/ 3053856 h 3221116"/>
              <a:gd name="connsiteX33-1089" fmla="*/ 294693 w 3189723"/>
              <a:gd name="connsiteY33-1090" fmla="*/ 2539075 h 3221116"/>
              <a:gd name="connsiteX34-1091" fmla="*/ 489947 w 3189723"/>
              <a:gd name="connsiteY34-1092" fmla="*/ 453774 h 3221116"/>
              <a:gd name="connsiteX35-1093" fmla="*/ 1651152 w 3189723"/>
              <a:gd name="connsiteY35-1094" fmla="*/ 501 h 322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/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/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  <a:endParaRPr lang="en-US" dirty="0"/>
          </a:p>
        </p:txBody>
      </p:sp>
      <p:sp>
        <p:nvSpPr>
          <p:cNvPr id="54" name="Isosceles Triangle 68"/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/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/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/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/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/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/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-1" fmla="*/ 795647 w 2149434"/>
              <a:gd name="connsiteY0-2" fmla="*/ 2933205 h 2933205"/>
              <a:gd name="connsiteX1-3" fmla="*/ 0 w 2149434"/>
              <a:gd name="connsiteY1-4" fmla="*/ 1531917 h 2933205"/>
              <a:gd name="connsiteX2-5" fmla="*/ 463138 w 2149434"/>
              <a:gd name="connsiteY2-6" fmla="*/ 1733797 h 2933205"/>
              <a:gd name="connsiteX3-7" fmla="*/ 676894 w 2149434"/>
              <a:gd name="connsiteY3-8" fmla="*/ 0 h 2933205"/>
              <a:gd name="connsiteX4-9" fmla="*/ 2066307 w 2149434"/>
              <a:gd name="connsiteY4-10" fmla="*/ 819397 h 2933205"/>
              <a:gd name="connsiteX5-11" fmla="*/ 2149434 w 2149434"/>
              <a:gd name="connsiteY5-12" fmla="*/ 593766 h 2933205"/>
              <a:gd name="connsiteX6-13" fmla="*/ 1816925 w 2149434"/>
              <a:gd name="connsiteY6-14" fmla="*/ 2933205 h 2933205"/>
              <a:gd name="connsiteX7-15" fmla="*/ 1187533 w 2149434"/>
              <a:gd name="connsiteY7-16" fmla="*/ 926275 h 2933205"/>
              <a:gd name="connsiteX8-17" fmla="*/ 1080655 w 2149434"/>
              <a:gd name="connsiteY8-18" fmla="*/ 1828800 h 2933205"/>
              <a:gd name="connsiteX9-19" fmla="*/ 914400 w 2149434"/>
              <a:gd name="connsiteY9-20" fmla="*/ 1448790 h 2933205"/>
              <a:gd name="connsiteX10-21" fmla="*/ 795647 w 2149434"/>
              <a:gd name="connsiteY10-22" fmla="*/ 2933205 h 2933205"/>
              <a:gd name="connsiteX0-23" fmla="*/ 795647 w 2149434"/>
              <a:gd name="connsiteY0-24" fmla="*/ 3150488 h 3150488"/>
              <a:gd name="connsiteX1-25" fmla="*/ 0 w 2149434"/>
              <a:gd name="connsiteY1-26" fmla="*/ 1749200 h 3150488"/>
              <a:gd name="connsiteX2-27" fmla="*/ 463138 w 2149434"/>
              <a:gd name="connsiteY2-28" fmla="*/ 1951080 h 3150488"/>
              <a:gd name="connsiteX3-29" fmla="*/ 776482 w 2149434"/>
              <a:gd name="connsiteY3-30" fmla="*/ 0 h 3150488"/>
              <a:gd name="connsiteX4-31" fmla="*/ 2066307 w 2149434"/>
              <a:gd name="connsiteY4-32" fmla="*/ 1036680 h 3150488"/>
              <a:gd name="connsiteX5-33" fmla="*/ 2149434 w 2149434"/>
              <a:gd name="connsiteY5-34" fmla="*/ 811049 h 3150488"/>
              <a:gd name="connsiteX6-35" fmla="*/ 1816925 w 2149434"/>
              <a:gd name="connsiteY6-36" fmla="*/ 3150488 h 3150488"/>
              <a:gd name="connsiteX7-37" fmla="*/ 1187533 w 2149434"/>
              <a:gd name="connsiteY7-38" fmla="*/ 1143558 h 3150488"/>
              <a:gd name="connsiteX8-39" fmla="*/ 1080655 w 2149434"/>
              <a:gd name="connsiteY8-40" fmla="*/ 2046083 h 3150488"/>
              <a:gd name="connsiteX9-41" fmla="*/ 914400 w 2149434"/>
              <a:gd name="connsiteY9-42" fmla="*/ 1666073 h 3150488"/>
              <a:gd name="connsiteX10-43" fmla="*/ 795647 w 2149434"/>
              <a:gd name="connsiteY10-44" fmla="*/ 3150488 h 3150488"/>
              <a:gd name="connsiteX0-45" fmla="*/ 795647 w 2149434"/>
              <a:gd name="connsiteY0-46" fmla="*/ 3150488 h 3150488"/>
              <a:gd name="connsiteX1-47" fmla="*/ 0 w 2149434"/>
              <a:gd name="connsiteY1-48" fmla="*/ 1749200 h 3150488"/>
              <a:gd name="connsiteX2-49" fmla="*/ 463138 w 2149434"/>
              <a:gd name="connsiteY2-50" fmla="*/ 1951080 h 3150488"/>
              <a:gd name="connsiteX3-51" fmla="*/ 776482 w 2149434"/>
              <a:gd name="connsiteY3-52" fmla="*/ 0 h 3150488"/>
              <a:gd name="connsiteX4-53" fmla="*/ 2066307 w 2149434"/>
              <a:gd name="connsiteY4-54" fmla="*/ 1036680 h 3150488"/>
              <a:gd name="connsiteX5-55" fmla="*/ 2149434 w 2149434"/>
              <a:gd name="connsiteY5-56" fmla="*/ 811049 h 3150488"/>
              <a:gd name="connsiteX6-57" fmla="*/ 1816925 w 2149434"/>
              <a:gd name="connsiteY6-58" fmla="*/ 3150488 h 3150488"/>
              <a:gd name="connsiteX7-59" fmla="*/ 1187533 w 2149434"/>
              <a:gd name="connsiteY7-60" fmla="*/ 1143558 h 3150488"/>
              <a:gd name="connsiteX8-61" fmla="*/ 1080655 w 2149434"/>
              <a:gd name="connsiteY8-62" fmla="*/ 2046083 h 3150488"/>
              <a:gd name="connsiteX9-63" fmla="*/ 914400 w 2149434"/>
              <a:gd name="connsiteY9-64" fmla="*/ 1666073 h 3150488"/>
              <a:gd name="connsiteX10-65" fmla="*/ 795647 w 2149434"/>
              <a:gd name="connsiteY10-66" fmla="*/ 3150488 h 3150488"/>
              <a:gd name="connsiteX0-67" fmla="*/ 795647 w 2149434"/>
              <a:gd name="connsiteY0-68" fmla="*/ 3150488 h 3150488"/>
              <a:gd name="connsiteX1-69" fmla="*/ 0 w 2149434"/>
              <a:gd name="connsiteY1-70" fmla="*/ 1749200 h 3150488"/>
              <a:gd name="connsiteX2-71" fmla="*/ 463138 w 2149434"/>
              <a:gd name="connsiteY2-72" fmla="*/ 1951080 h 3150488"/>
              <a:gd name="connsiteX3-73" fmla="*/ 776482 w 2149434"/>
              <a:gd name="connsiteY3-74" fmla="*/ 0 h 3150488"/>
              <a:gd name="connsiteX4-75" fmla="*/ 1975772 w 2149434"/>
              <a:gd name="connsiteY4-76" fmla="*/ 991413 h 3150488"/>
              <a:gd name="connsiteX5-77" fmla="*/ 2149434 w 2149434"/>
              <a:gd name="connsiteY5-78" fmla="*/ 811049 h 3150488"/>
              <a:gd name="connsiteX6-79" fmla="*/ 1816925 w 2149434"/>
              <a:gd name="connsiteY6-80" fmla="*/ 3150488 h 3150488"/>
              <a:gd name="connsiteX7-81" fmla="*/ 1187533 w 2149434"/>
              <a:gd name="connsiteY7-82" fmla="*/ 1143558 h 3150488"/>
              <a:gd name="connsiteX8-83" fmla="*/ 1080655 w 2149434"/>
              <a:gd name="connsiteY8-84" fmla="*/ 2046083 h 3150488"/>
              <a:gd name="connsiteX9-85" fmla="*/ 914400 w 2149434"/>
              <a:gd name="connsiteY9-86" fmla="*/ 1666073 h 3150488"/>
              <a:gd name="connsiteX10-87" fmla="*/ 795647 w 2149434"/>
              <a:gd name="connsiteY10-88" fmla="*/ 3150488 h 3150488"/>
              <a:gd name="connsiteX0-89" fmla="*/ 795647 w 2149434"/>
              <a:gd name="connsiteY0-90" fmla="*/ 3150488 h 3150488"/>
              <a:gd name="connsiteX1-91" fmla="*/ 0 w 2149434"/>
              <a:gd name="connsiteY1-92" fmla="*/ 1749200 h 3150488"/>
              <a:gd name="connsiteX2-93" fmla="*/ 463138 w 2149434"/>
              <a:gd name="connsiteY2-94" fmla="*/ 1951080 h 3150488"/>
              <a:gd name="connsiteX3-95" fmla="*/ 776482 w 2149434"/>
              <a:gd name="connsiteY3-96" fmla="*/ 0 h 3150488"/>
              <a:gd name="connsiteX4-97" fmla="*/ 1975772 w 2149434"/>
              <a:gd name="connsiteY4-98" fmla="*/ 991413 h 3150488"/>
              <a:gd name="connsiteX5-99" fmla="*/ 2149434 w 2149434"/>
              <a:gd name="connsiteY5-100" fmla="*/ 811049 h 3150488"/>
              <a:gd name="connsiteX6-101" fmla="*/ 1816925 w 2149434"/>
              <a:gd name="connsiteY6-102" fmla="*/ 3150488 h 3150488"/>
              <a:gd name="connsiteX7-103" fmla="*/ 1187533 w 2149434"/>
              <a:gd name="connsiteY7-104" fmla="*/ 1143558 h 3150488"/>
              <a:gd name="connsiteX8-105" fmla="*/ 1080655 w 2149434"/>
              <a:gd name="connsiteY8-106" fmla="*/ 2046083 h 3150488"/>
              <a:gd name="connsiteX9-107" fmla="*/ 914400 w 2149434"/>
              <a:gd name="connsiteY9-108" fmla="*/ 1666073 h 3150488"/>
              <a:gd name="connsiteX10-109" fmla="*/ 795647 w 2149434"/>
              <a:gd name="connsiteY10-110" fmla="*/ 3150488 h 3150488"/>
              <a:gd name="connsiteX0-111" fmla="*/ 795647 w 2149434"/>
              <a:gd name="connsiteY0-112" fmla="*/ 3150488 h 3150488"/>
              <a:gd name="connsiteX1-113" fmla="*/ 0 w 2149434"/>
              <a:gd name="connsiteY1-114" fmla="*/ 1749200 h 3150488"/>
              <a:gd name="connsiteX2-115" fmla="*/ 463138 w 2149434"/>
              <a:gd name="connsiteY2-116" fmla="*/ 1951080 h 3150488"/>
              <a:gd name="connsiteX3-117" fmla="*/ 776482 w 2149434"/>
              <a:gd name="connsiteY3-118" fmla="*/ 0 h 3150488"/>
              <a:gd name="connsiteX4-119" fmla="*/ 1975772 w 2149434"/>
              <a:gd name="connsiteY4-120" fmla="*/ 991413 h 3150488"/>
              <a:gd name="connsiteX5-121" fmla="*/ 2149434 w 2149434"/>
              <a:gd name="connsiteY5-122" fmla="*/ 811049 h 3150488"/>
              <a:gd name="connsiteX6-123" fmla="*/ 1816925 w 2149434"/>
              <a:gd name="connsiteY6-124" fmla="*/ 3150488 h 3150488"/>
              <a:gd name="connsiteX7-125" fmla="*/ 1187533 w 2149434"/>
              <a:gd name="connsiteY7-126" fmla="*/ 1143558 h 3150488"/>
              <a:gd name="connsiteX8-127" fmla="*/ 1080655 w 2149434"/>
              <a:gd name="connsiteY8-128" fmla="*/ 2046083 h 3150488"/>
              <a:gd name="connsiteX9-129" fmla="*/ 914400 w 2149434"/>
              <a:gd name="connsiteY9-130" fmla="*/ 1666073 h 3150488"/>
              <a:gd name="connsiteX10-131" fmla="*/ 795647 w 2149434"/>
              <a:gd name="connsiteY10-132" fmla="*/ 3150488 h 3150488"/>
              <a:gd name="connsiteX0-133" fmla="*/ 795647 w 2095113"/>
              <a:gd name="connsiteY0-134" fmla="*/ 3150488 h 3150488"/>
              <a:gd name="connsiteX1-135" fmla="*/ 0 w 2095113"/>
              <a:gd name="connsiteY1-136" fmla="*/ 1749200 h 3150488"/>
              <a:gd name="connsiteX2-137" fmla="*/ 463138 w 2095113"/>
              <a:gd name="connsiteY2-138" fmla="*/ 1951080 h 3150488"/>
              <a:gd name="connsiteX3-139" fmla="*/ 776482 w 2095113"/>
              <a:gd name="connsiteY3-140" fmla="*/ 0 h 3150488"/>
              <a:gd name="connsiteX4-141" fmla="*/ 1975772 w 2095113"/>
              <a:gd name="connsiteY4-142" fmla="*/ 991413 h 3150488"/>
              <a:gd name="connsiteX5-143" fmla="*/ 2095113 w 2095113"/>
              <a:gd name="connsiteY5-144" fmla="*/ 702407 h 3150488"/>
              <a:gd name="connsiteX6-145" fmla="*/ 1816925 w 2095113"/>
              <a:gd name="connsiteY6-146" fmla="*/ 3150488 h 3150488"/>
              <a:gd name="connsiteX7-147" fmla="*/ 1187533 w 2095113"/>
              <a:gd name="connsiteY7-148" fmla="*/ 1143558 h 3150488"/>
              <a:gd name="connsiteX8-149" fmla="*/ 1080655 w 2095113"/>
              <a:gd name="connsiteY8-150" fmla="*/ 2046083 h 3150488"/>
              <a:gd name="connsiteX9-151" fmla="*/ 914400 w 2095113"/>
              <a:gd name="connsiteY9-152" fmla="*/ 1666073 h 3150488"/>
              <a:gd name="connsiteX10-153" fmla="*/ 795647 w 2095113"/>
              <a:gd name="connsiteY10-154" fmla="*/ 3150488 h 3150488"/>
              <a:gd name="connsiteX0-155" fmla="*/ 795647 w 2760540"/>
              <a:gd name="connsiteY0-156" fmla="*/ 3150488 h 3150488"/>
              <a:gd name="connsiteX1-157" fmla="*/ 0 w 2760540"/>
              <a:gd name="connsiteY1-158" fmla="*/ 1749200 h 3150488"/>
              <a:gd name="connsiteX2-159" fmla="*/ 463138 w 2760540"/>
              <a:gd name="connsiteY2-160" fmla="*/ 1951080 h 3150488"/>
              <a:gd name="connsiteX3-161" fmla="*/ 776482 w 2760540"/>
              <a:gd name="connsiteY3-162" fmla="*/ 0 h 3150488"/>
              <a:gd name="connsiteX4-163" fmla="*/ 1975772 w 2760540"/>
              <a:gd name="connsiteY4-164" fmla="*/ 991413 h 3150488"/>
              <a:gd name="connsiteX5-165" fmla="*/ 2095113 w 2760540"/>
              <a:gd name="connsiteY5-166" fmla="*/ 702407 h 3150488"/>
              <a:gd name="connsiteX6-167" fmla="*/ 1816925 w 2760540"/>
              <a:gd name="connsiteY6-168" fmla="*/ 3150488 h 3150488"/>
              <a:gd name="connsiteX7-169" fmla="*/ 1187533 w 2760540"/>
              <a:gd name="connsiteY7-170" fmla="*/ 1143558 h 3150488"/>
              <a:gd name="connsiteX8-171" fmla="*/ 1080655 w 2760540"/>
              <a:gd name="connsiteY8-172" fmla="*/ 2046083 h 3150488"/>
              <a:gd name="connsiteX9-173" fmla="*/ 914400 w 2760540"/>
              <a:gd name="connsiteY9-174" fmla="*/ 1666073 h 3150488"/>
              <a:gd name="connsiteX10-175" fmla="*/ 795647 w 2760540"/>
              <a:gd name="connsiteY10-176" fmla="*/ 3150488 h 3150488"/>
              <a:gd name="connsiteX0-177" fmla="*/ 795647 w 2904019"/>
              <a:gd name="connsiteY0-178" fmla="*/ 3150488 h 3150488"/>
              <a:gd name="connsiteX1-179" fmla="*/ 0 w 2904019"/>
              <a:gd name="connsiteY1-180" fmla="*/ 1749200 h 3150488"/>
              <a:gd name="connsiteX2-181" fmla="*/ 463138 w 2904019"/>
              <a:gd name="connsiteY2-182" fmla="*/ 1951080 h 3150488"/>
              <a:gd name="connsiteX3-183" fmla="*/ 776482 w 2904019"/>
              <a:gd name="connsiteY3-184" fmla="*/ 0 h 3150488"/>
              <a:gd name="connsiteX4-185" fmla="*/ 1975772 w 2904019"/>
              <a:gd name="connsiteY4-186" fmla="*/ 991413 h 3150488"/>
              <a:gd name="connsiteX5-187" fmla="*/ 2095113 w 2904019"/>
              <a:gd name="connsiteY5-188" fmla="*/ 702407 h 3150488"/>
              <a:gd name="connsiteX6-189" fmla="*/ 1816925 w 2904019"/>
              <a:gd name="connsiteY6-190" fmla="*/ 3150488 h 3150488"/>
              <a:gd name="connsiteX7-191" fmla="*/ 1187533 w 2904019"/>
              <a:gd name="connsiteY7-192" fmla="*/ 1143558 h 3150488"/>
              <a:gd name="connsiteX8-193" fmla="*/ 1080655 w 2904019"/>
              <a:gd name="connsiteY8-194" fmla="*/ 2046083 h 3150488"/>
              <a:gd name="connsiteX9-195" fmla="*/ 914400 w 2904019"/>
              <a:gd name="connsiteY9-196" fmla="*/ 1666073 h 3150488"/>
              <a:gd name="connsiteX10-197" fmla="*/ 795647 w 2904019"/>
              <a:gd name="connsiteY10-198" fmla="*/ 3150488 h 3150488"/>
              <a:gd name="connsiteX0-199" fmla="*/ 795647 w 2905418"/>
              <a:gd name="connsiteY0-200" fmla="*/ 3150488 h 3186701"/>
              <a:gd name="connsiteX1-201" fmla="*/ 0 w 2905418"/>
              <a:gd name="connsiteY1-202" fmla="*/ 1749200 h 3186701"/>
              <a:gd name="connsiteX2-203" fmla="*/ 463138 w 2905418"/>
              <a:gd name="connsiteY2-204" fmla="*/ 1951080 h 3186701"/>
              <a:gd name="connsiteX3-205" fmla="*/ 776482 w 2905418"/>
              <a:gd name="connsiteY3-206" fmla="*/ 0 h 3186701"/>
              <a:gd name="connsiteX4-207" fmla="*/ 1975772 w 2905418"/>
              <a:gd name="connsiteY4-208" fmla="*/ 991413 h 3186701"/>
              <a:gd name="connsiteX5-209" fmla="*/ 2095113 w 2905418"/>
              <a:gd name="connsiteY5-210" fmla="*/ 702407 h 3186701"/>
              <a:gd name="connsiteX6-211" fmla="*/ 1821452 w 2905418"/>
              <a:gd name="connsiteY6-212" fmla="*/ 3186701 h 3186701"/>
              <a:gd name="connsiteX7-213" fmla="*/ 1187533 w 2905418"/>
              <a:gd name="connsiteY7-214" fmla="*/ 1143558 h 3186701"/>
              <a:gd name="connsiteX8-215" fmla="*/ 1080655 w 2905418"/>
              <a:gd name="connsiteY8-216" fmla="*/ 2046083 h 3186701"/>
              <a:gd name="connsiteX9-217" fmla="*/ 914400 w 2905418"/>
              <a:gd name="connsiteY9-218" fmla="*/ 1666073 h 3186701"/>
              <a:gd name="connsiteX10-219" fmla="*/ 795647 w 2905418"/>
              <a:gd name="connsiteY10-220" fmla="*/ 3150488 h 3186701"/>
              <a:gd name="connsiteX0-221" fmla="*/ 795647 w 2937337"/>
              <a:gd name="connsiteY0-222" fmla="*/ 3150488 h 3186701"/>
              <a:gd name="connsiteX1-223" fmla="*/ 0 w 2937337"/>
              <a:gd name="connsiteY1-224" fmla="*/ 1749200 h 3186701"/>
              <a:gd name="connsiteX2-225" fmla="*/ 463138 w 2937337"/>
              <a:gd name="connsiteY2-226" fmla="*/ 1951080 h 3186701"/>
              <a:gd name="connsiteX3-227" fmla="*/ 776482 w 2937337"/>
              <a:gd name="connsiteY3-228" fmla="*/ 0 h 3186701"/>
              <a:gd name="connsiteX4-229" fmla="*/ 1975772 w 2937337"/>
              <a:gd name="connsiteY4-230" fmla="*/ 991413 h 3186701"/>
              <a:gd name="connsiteX5-231" fmla="*/ 2095113 w 2937337"/>
              <a:gd name="connsiteY5-232" fmla="*/ 702407 h 3186701"/>
              <a:gd name="connsiteX6-233" fmla="*/ 1821452 w 2937337"/>
              <a:gd name="connsiteY6-234" fmla="*/ 3186701 h 3186701"/>
              <a:gd name="connsiteX7-235" fmla="*/ 1187533 w 2937337"/>
              <a:gd name="connsiteY7-236" fmla="*/ 1143558 h 3186701"/>
              <a:gd name="connsiteX8-237" fmla="*/ 1080655 w 2937337"/>
              <a:gd name="connsiteY8-238" fmla="*/ 2046083 h 3186701"/>
              <a:gd name="connsiteX9-239" fmla="*/ 914400 w 2937337"/>
              <a:gd name="connsiteY9-240" fmla="*/ 1666073 h 3186701"/>
              <a:gd name="connsiteX10-241" fmla="*/ 795647 w 2937337"/>
              <a:gd name="connsiteY10-242" fmla="*/ 3150488 h 3186701"/>
              <a:gd name="connsiteX0-243" fmla="*/ 795647 w 2937337"/>
              <a:gd name="connsiteY0-244" fmla="*/ 3150488 h 3186701"/>
              <a:gd name="connsiteX1-245" fmla="*/ 0 w 2937337"/>
              <a:gd name="connsiteY1-246" fmla="*/ 1749200 h 3186701"/>
              <a:gd name="connsiteX2-247" fmla="*/ 463138 w 2937337"/>
              <a:gd name="connsiteY2-248" fmla="*/ 1951080 h 3186701"/>
              <a:gd name="connsiteX3-249" fmla="*/ 776482 w 2937337"/>
              <a:gd name="connsiteY3-250" fmla="*/ 0 h 3186701"/>
              <a:gd name="connsiteX4-251" fmla="*/ 2120628 w 2937337"/>
              <a:gd name="connsiteY4-252" fmla="*/ 1308284 h 3186701"/>
              <a:gd name="connsiteX5-253" fmla="*/ 2095113 w 2937337"/>
              <a:gd name="connsiteY5-254" fmla="*/ 702407 h 3186701"/>
              <a:gd name="connsiteX6-255" fmla="*/ 1821452 w 2937337"/>
              <a:gd name="connsiteY6-256" fmla="*/ 3186701 h 3186701"/>
              <a:gd name="connsiteX7-257" fmla="*/ 1187533 w 2937337"/>
              <a:gd name="connsiteY7-258" fmla="*/ 1143558 h 3186701"/>
              <a:gd name="connsiteX8-259" fmla="*/ 1080655 w 2937337"/>
              <a:gd name="connsiteY8-260" fmla="*/ 2046083 h 3186701"/>
              <a:gd name="connsiteX9-261" fmla="*/ 914400 w 2937337"/>
              <a:gd name="connsiteY9-262" fmla="*/ 1666073 h 3186701"/>
              <a:gd name="connsiteX10-263" fmla="*/ 795647 w 2937337"/>
              <a:gd name="connsiteY10-264" fmla="*/ 3150488 h 3186701"/>
              <a:gd name="connsiteX0-265" fmla="*/ 795647 w 2937337"/>
              <a:gd name="connsiteY0-266" fmla="*/ 3150488 h 3186701"/>
              <a:gd name="connsiteX1-267" fmla="*/ 0 w 2937337"/>
              <a:gd name="connsiteY1-268" fmla="*/ 1749200 h 3186701"/>
              <a:gd name="connsiteX2-269" fmla="*/ 463138 w 2937337"/>
              <a:gd name="connsiteY2-270" fmla="*/ 1951080 h 3186701"/>
              <a:gd name="connsiteX3-271" fmla="*/ 776482 w 2937337"/>
              <a:gd name="connsiteY3-272" fmla="*/ 0 h 3186701"/>
              <a:gd name="connsiteX4-273" fmla="*/ 2120628 w 2937337"/>
              <a:gd name="connsiteY4-274" fmla="*/ 1308284 h 3186701"/>
              <a:gd name="connsiteX5-275" fmla="*/ 2095113 w 2937337"/>
              <a:gd name="connsiteY5-276" fmla="*/ 702407 h 3186701"/>
              <a:gd name="connsiteX6-277" fmla="*/ 1821452 w 2937337"/>
              <a:gd name="connsiteY6-278" fmla="*/ 3186701 h 3186701"/>
              <a:gd name="connsiteX7-279" fmla="*/ 1187533 w 2937337"/>
              <a:gd name="connsiteY7-280" fmla="*/ 1143558 h 3186701"/>
              <a:gd name="connsiteX8-281" fmla="*/ 1080655 w 2937337"/>
              <a:gd name="connsiteY8-282" fmla="*/ 2046083 h 3186701"/>
              <a:gd name="connsiteX9-283" fmla="*/ 914400 w 2937337"/>
              <a:gd name="connsiteY9-284" fmla="*/ 1666073 h 3186701"/>
              <a:gd name="connsiteX10-285" fmla="*/ 795647 w 2937337"/>
              <a:gd name="connsiteY10-286" fmla="*/ 3150488 h 3186701"/>
              <a:gd name="connsiteX0-287" fmla="*/ 795647 w 2937337"/>
              <a:gd name="connsiteY0-288" fmla="*/ 3150488 h 3186701"/>
              <a:gd name="connsiteX1-289" fmla="*/ 0 w 2937337"/>
              <a:gd name="connsiteY1-290" fmla="*/ 1749200 h 3186701"/>
              <a:gd name="connsiteX2-291" fmla="*/ 463138 w 2937337"/>
              <a:gd name="connsiteY2-292" fmla="*/ 1951080 h 3186701"/>
              <a:gd name="connsiteX3-293" fmla="*/ 776482 w 2937337"/>
              <a:gd name="connsiteY3-294" fmla="*/ 0 h 3186701"/>
              <a:gd name="connsiteX4-295" fmla="*/ 2120628 w 2937337"/>
              <a:gd name="connsiteY4-296" fmla="*/ 1308284 h 3186701"/>
              <a:gd name="connsiteX5-297" fmla="*/ 2095113 w 2937337"/>
              <a:gd name="connsiteY5-298" fmla="*/ 702407 h 3186701"/>
              <a:gd name="connsiteX6-299" fmla="*/ 1821452 w 2937337"/>
              <a:gd name="connsiteY6-300" fmla="*/ 3186701 h 3186701"/>
              <a:gd name="connsiteX7-301" fmla="*/ 1187533 w 2937337"/>
              <a:gd name="connsiteY7-302" fmla="*/ 1143558 h 3186701"/>
              <a:gd name="connsiteX8-303" fmla="*/ 1080655 w 2937337"/>
              <a:gd name="connsiteY8-304" fmla="*/ 2046083 h 3186701"/>
              <a:gd name="connsiteX9-305" fmla="*/ 914400 w 2937337"/>
              <a:gd name="connsiteY9-306" fmla="*/ 1666073 h 3186701"/>
              <a:gd name="connsiteX10-307" fmla="*/ 795647 w 2937337"/>
              <a:gd name="connsiteY10-308" fmla="*/ 3150488 h 3186701"/>
              <a:gd name="connsiteX0-309" fmla="*/ 795647 w 2937337"/>
              <a:gd name="connsiteY0-310" fmla="*/ 3150488 h 3186701"/>
              <a:gd name="connsiteX1-311" fmla="*/ 0 w 2937337"/>
              <a:gd name="connsiteY1-312" fmla="*/ 1749200 h 3186701"/>
              <a:gd name="connsiteX2-313" fmla="*/ 463138 w 2937337"/>
              <a:gd name="connsiteY2-314" fmla="*/ 1951080 h 3186701"/>
              <a:gd name="connsiteX3-315" fmla="*/ 776482 w 2937337"/>
              <a:gd name="connsiteY3-316" fmla="*/ 0 h 3186701"/>
              <a:gd name="connsiteX4-317" fmla="*/ 2120628 w 2937337"/>
              <a:gd name="connsiteY4-318" fmla="*/ 1308284 h 3186701"/>
              <a:gd name="connsiteX5-319" fmla="*/ 2095113 w 2937337"/>
              <a:gd name="connsiteY5-320" fmla="*/ 702407 h 3186701"/>
              <a:gd name="connsiteX6-321" fmla="*/ 1821452 w 2937337"/>
              <a:gd name="connsiteY6-322" fmla="*/ 3186701 h 3186701"/>
              <a:gd name="connsiteX7-323" fmla="*/ 1187533 w 2937337"/>
              <a:gd name="connsiteY7-324" fmla="*/ 1143558 h 3186701"/>
              <a:gd name="connsiteX8-325" fmla="*/ 1080655 w 2937337"/>
              <a:gd name="connsiteY8-326" fmla="*/ 2046083 h 3186701"/>
              <a:gd name="connsiteX9-327" fmla="*/ 914400 w 2937337"/>
              <a:gd name="connsiteY9-328" fmla="*/ 1666073 h 3186701"/>
              <a:gd name="connsiteX10-329" fmla="*/ 795647 w 2937337"/>
              <a:gd name="connsiteY10-330" fmla="*/ 3150488 h 3186701"/>
              <a:gd name="connsiteX0-331" fmla="*/ 795647 w 2937337"/>
              <a:gd name="connsiteY0-332" fmla="*/ 3150488 h 3186701"/>
              <a:gd name="connsiteX1-333" fmla="*/ 0 w 2937337"/>
              <a:gd name="connsiteY1-334" fmla="*/ 1749200 h 3186701"/>
              <a:gd name="connsiteX2-335" fmla="*/ 463138 w 2937337"/>
              <a:gd name="connsiteY2-336" fmla="*/ 1951080 h 3186701"/>
              <a:gd name="connsiteX3-337" fmla="*/ 776482 w 2937337"/>
              <a:gd name="connsiteY3-338" fmla="*/ 0 h 3186701"/>
              <a:gd name="connsiteX4-339" fmla="*/ 2120628 w 2937337"/>
              <a:gd name="connsiteY4-340" fmla="*/ 1308284 h 3186701"/>
              <a:gd name="connsiteX5-341" fmla="*/ 2095113 w 2937337"/>
              <a:gd name="connsiteY5-342" fmla="*/ 702407 h 3186701"/>
              <a:gd name="connsiteX6-343" fmla="*/ 1821452 w 2937337"/>
              <a:gd name="connsiteY6-344" fmla="*/ 3186701 h 3186701"/>
              <a:gd name="connsiteX7-345" fmla="*/ 1187533 w 2937337"/>
              <a:gd name="connsiteY7-346" fmla="*/ 1143558 h 3186701"/>
              <a:gd name="connsiteX8-347" fmla="*/ 1080655 w 2937337"/>
              <a:gd name="connsiteY8-348" fmla="*/ 2046083 h 3186701"/>
              <a:gd name="connsiteX9-349" fmla="*/ 914400 w 2937337"/>
              <a:gd name="connsiteY9-350" fmla="*/ 1666073 h 3186701"/>
              <a:gd name="connsiteX10-351" fmla="*/ 795647 w 2937337"/>
              <a:gd name="connsiteY10-352" fmla="*/ 3150488 h 3186701"/>
              <a:gd name="connsiteX0-353" fmla="*/ 795647 w 2937337"/>
              <a:gd name="connsiteY0-354" fmla="*/ 3150488 h 3186701"/>
              <a:gd name="connsiteX1-355" fmla="*/ 0 w 2937337"/>
              <a:gd name="connsiteY1-356" fmla="*/ 1749200 h 3186701"/>
              <a:gd name="connsiteX2-357" fmla="*/ 463138 w 2937337"/>
              <a:gd name="connsiteY2-358" fmla="*/ 1951080 h 3186701"/>
              <a:gd name="connsiteX3-359" fmla="*/ 776482 w 2937337"/>
              <a:gd name="connsiteY3-360" fmla="*/ 0 h 3186701"/>
              <a:gd name="connsiteX4-361" fmla="*/ 2120628 w 2937337"/>
              <a:gd name="connsiteY4-362" fmla="*/ 1308284 h 3186701"/>
              <a:gd name="connsiteX5-363" fmla="*/ 2095113 w 2937337"/>
              <a:gd name="connsiteY5-364" fmla="*/ 702407 h 3186701"/>
              <a:gd name="connsiteX6-365" fmla="*/ 1821452 w 2937337"/>
              <a:gd name="connsiteY6-366" fmla="*/ 3186701 h 3186701"/>
              <a:gd name="connsiteX7-367" fmla="*/ 1187533 w 2937337"/>
              <a:gd name="connsiteY7-368" fmla="*/ 1143558 h 3186701"/>
              <a:gd name="connsiteX8-369" fmla="*/ 1080655 w 2937337"/>
              <a:gd name="connsiteY8-370" fmla="*/ 2046083 h 3186701"/>
              <a:gd name="connsiteX9-371" fmla="*/ 914400 w 2937337"/>
              <a:gd name="connsiteY9-372" fmla="*/ 1666073 h 3186701"/>
              <a:gd name="connsiteX10-373" fmla="*/ 795647 w 2937337"/>
              <a:gd name="connsiteY10-374" fmla="*/ 3150488 h 3186701"/>
              <a:gd name="connsiteX0-375" fmla="*/ 795647 w 2937337"/>
              <a:gd name="connsiteY0-376" fmla="*/ 3150488 h 3186701"/>
              <a:gd name="connsiteX1-377" fmla="*/ 0 w 2937337"/>
              <a:gd name="connsiteY1-378" fmla="*/ 1749200 h 3186701"/>
              <a:gd name="connsiteX2-379" fmla="*/ 463138 w 2937337"/>
              <a:gd name="connsiteY2-380" fmla="*/ 1951080 h 3186701"/>
              <a:gd name="connsiteX3-381" fmla="*/ 776482 w 2937337"/>
              <a:gd name="connsiteY3-382" fmla="*/ 0 h 3186701"/>
              <a:gd name="connsiteX4-383" fmla="*/ 2034620 w 2937337"/>
              <a:gd name="connsiteY4-384" fmla="*/ 1294704 h 3186701"/>
              <a:gd name="connsiteX5-385" fmla="*/ 2095113 w 2937337"/>
              <a:gd name="connsiteY5-386" fmla="*/ 702407 h 3186701"/>
              <a:gd name="connsiteX6-387" fmla="*/ 1821452 w 2937337"/>
              <a:gd name="connsiteY6-388" fmla="*/ 3186701 h 3186701"/>
              <a:gd name="connsiteX7-389" fmla="*/ 1187533 w 2937337"/>
              <a:gd name="connsiteY7-390" fmla="*/ 1143558 h 3186701"/>
              <a:gd name="connsiteX8-391" fmla="*/ 1080655 w 2937337"/>
              <a:gd name="connsiteY8-392" fmla="*/ 2046083 h 3186701"/>
              <a:gd name="connsiteX9-393" fmla="*/ 914400 w 2937337"/>
              <a:gd name="connsiteY9-394" fmla="*/ 1666073 h 3186701"/>
              <a:gd name="connsiteX10-395" fmla="*/ 795647 w 2937337"/>
              <a:gd name="connsiteY10-396" fmla="*/ 3150488 h 3186701"/>
              <a:gd name="connsiteX0-397" fmla="*/ 795647 w 2937337"/>
              <a:gd name="connsiteY0-398" fmla="*/ 3150488 h 3186701"/>
              <a:gd name="connsiteX1-399" fmla="*/ 0 w 2937337"/>
              <a:gd name="connsiteY1-400" fmla="*/ 1749200 h 3186701"/>
              <a:gd name="connsiteX2-401" fmla="*/ 463138 w 2937337"/>
              <a:gd name="connsiteY2-402" fmla="*/ 1951080 h 3186701"/>
              <a:gd name="connsiteX3-403" fmla="*/ 776482 w 2937337"/>
              <a:gd name="connsiteY3-404" fmla="*/ 0 h 3186701"/>
              <a:gd name="connsiteX4-405" fmla="*/ 2034620 w 2937337"/>
              <a:gd name="connsiteY4-406" fmla="*/ 1294704 h 3186701"/>
              <a:gd name="connsiteX5-407" fmla="*/ 2095113 w 2937337"/>
              <a:gd name="connsiteY5-408" fmla="*/ 702407 h 3186701"/>
              <a:gd name="connsiteX6-409" fmla="*/ 1821452 w 2937337"/>
              <a:gd name="connsiteY6-410" fmla="*/ 3186701 h 3186701"/>
              <a:gd name="connsiteX7-411" fmla="*/ 1187533 w 2937337"/>
              <a:gd name="connsiteY7-412" fmla="*/ 1143558 h 3186701"/>
              <a:gd name="connsiteX8-413" fmla="*/ 1080655 w 2937337"/>
              <a:gd name="connsiteY8-414" fmla="*/ 2046083 h 3186701"/>
              <a:gd name="connsiteX9-415" fmla="*/ 914400 w 2937337"/>
              <a:gd name="connsiteY9-416" fmla="*/ 1666073 h 3186701"/>
              <a:gd name="connsiteX10-417" fmla="*/ 795647 w 2937337"/>
              <a:gd name="connsiteY10-418" fmla="*/ 3150488 h 3186701"/>
              <a:gd name="connsiteX0-419" fmla="*/ 795647 w 2937337"/>
              <a:gd name="connsiteY0-420" fmla="*/ 3150488 h 3186701"/>
              <a:gd name="connsiteX1-421" fmla="*/ 0 w 2937337"/>
              <a:gd name="connsiteY1-422" fmla="*/ 1749200 h 3186701"/>
              <a:gd name="connsiteX2-423" fmla="*/ 463138 w 2937337"/>
              <a:gd name="connsiteY2-424" fmla="*/ 1951080 h 3186701"/>
              <a:gd name="connsiteX3-425" fmla="*/ 776482 w 2937337"/>
              <a:gd name="connsiteY3-426" fmla="*/ 0 h 3186701"/>
              <a:gd name="connsiteX4-427" fmla="*/ 2034620 w 2937337"/>
              <a:gd name="connsiteY4-428" fmla="*/ 1294704 h 3186701"/>
              <a:gd name="connsiteX5-429" fmla="*/ 2095113 w 2937337"/>
              <a:gd name="connsiteY5-430" fmla="*/ 702407 h 3186701"/>
              <a:gd name="connsiteX6-431" fmla="*/ 1821452 w 2937337"/>
              <a:gd name="connsiteY6-432" fmla="*/ 3186701 h 3186701"/>
              <a:gd name="connsiteX7-433" fmla="*/ 1187533 w 2937337"/>
              <a:gd name="connsiteY7-434" fmla="*/ 1143558 h 3186701"/>
              <a:gd name="connsiteX8-435" fmla="*/ 1080655 w 2937337"/>
              <a:gd name="connsiteY8-436" fmla="*/ 2046083 h 3186701"/>
              <a:gd name="connsiteX9-437" fmla="*/ 914400 w 2937337"/>
              <a:gd name="connsiteY9-438" fmla="*/ 1666073 h 3186701"/>
              <a:gd name="connsiteX10-439" fmla="*/ 795647 w 2937337"/>
              <a:gd name="connsiteY10-440" fmla="*/ 3150488 h 3186701"/>
              <a:gd name="connsiteX0-441" fmla="*/ 795647 w 2893849"/>
              <a:gd name="connsiteY0-442" fmla="*/ 3150488 h 3186701"/>
              <a:gd name="connsiteX1-443" fmla="*/ 0 w 2893849"/>
              <a:gd name="connsiteY1-444" fmla="*/ 1749200 h 3186701"/>
              <a:gd name="connsiteX2-445" fmla="*/ 463138 w 2893849"/>
              <a:gd name="connsiteY2-446" fmla="*/ 1951080 h 3186701"/>
              <a:gd name="connsiteX3-447" fmla="*/ 776482 w 2893849"/>
              <a:gd name="connsiteY3-448" fmla="*/ 0 h 3186701"/>
              <a:gd name="connsiteX4-449" fmla="*/ 2034620 w 2893849"/>
              <a:gd name="connsiteY4-450" fmla="*/ 1294704 h 3186701"/>
              <a:gd name="connsiteX5-451" fmla="*/ 2031739 w 2893849"/>
              <a:gd name="connsiteY5-452" fmla="*/ 711461 h 3186701"/>
              <a:gd name="connsiteX6-453" fmla="*/ 1821452 w 2893849"/>
              <a:gd name="connsiteY6-454" fmla="*/ 3186701 h 3186701"/>
              <a:gd name="connsiteX7-455" fmla="*/ 1187533 w 2893849"/>
              <a:gd name="connsiteY7-456" fmla="*/ 1143558 h 3186701"/>
              <a:gd name="connsiteX8-457" fmla="*/ 1080655 w 2893849"/>
              <a:gd name="connsiteY8-458" fmla="*/ 2046083 h 3186701"/>
              <a:gd name="connsiteX9-459" fmla="*/ 914400 w 2893849"/>
              <a:gd name="connsiteY9-460" fmla="*/ 1666073 h 3186701"/>
              <a:gd name="connsiteX10-461" fmla="*/ 795647 w 2893849"/>
              <a:gd name="connsiteY10-462" fmla="*/ 3150488 h 3186701"/>
              <a:gd name="connsiteX0-463" fmla="*/ 795647 w 2931612"/>
              <a:gd name="connsiteY0-464" fmla="*/ 3150488 h 3186701"/>
              <a:gd name="connsiteX1-465" fmla="*/ 0 w 2931612"/>
              <a:gd name="connsiteY1-466" fmla="*/ 1749200 h 3186701"/>
              <a:gd name="connsiteX2-467" fmla="*/ 463138 w 2931612"/>
              <a:gd name="connsiteY2-468" fmla="*/ 1951080 h 3186701"/>
              <a:gd name="connsiteX3-469" fmla="*/ 776482 w 2931612"/>
              <a:gd name="connsiteY3-470" fmla="*/ 0 h 3186701"/>
              <a:gd name="connsiteX4-471" fmla="*/ 2034620 w 2931612"/>
              <a:gd name="connsiteY4-472" fmla="*/ 1294704 h 3186701"/>
              <a:gd name="connsiteX5-473" fmla="*/ 2031739 w 2931612"/>
              <a:gd name="connsiteY5-474" fmla="*/ 711461 h 3186701"/>
              <a:gd name="connsiteX6-475" fmla="*/ 1821452 w 2931612"/>
              <a:gd name="connsiteY6-476" fmla="*/ 3186701 h 3186701"/>
              <a:gd name="connsiteX7-477" fmla="*/ 1187533 w 2931612"/>
              <a:gd name="connsiteY7-478" fmla="*/ 1143558 h 3186701"/>
              <a:gd name="connsiteX8-479" fmla="*/ 1080655 w 2931612"/>
              <a:gd name="connsiteY8-480" fmla="*/ 2046083 h 3186701"/>
              <a:gd name="connsiteX9-481" fmla="*/ 914400 w 2931612"/>
              <a:gd name="connsiteY9-482" fmla="*/ 1666073 h 3186701"/>
              <a:gd name="connsiteX10-483" fmla="*/ 795647 w 2931612"/>
              <a:gd name="connsiteY10-484" fmla="*/ 3150488 h 3186701"/>
              <a:gd name="connsiteX0-485" fmla="*/ 795647 w 2931612"/>
              <a:gd name="connsiteY0-486" fmla="*/ 3150488 h 3186701"/>
              <a:gd name="connsiteX1-487" fmla="*/ 0 w 2931612"/>
              <a:gd name="connsiteY1-488" fmla="*/ 1749200 h 3186701"/>
              <a:gd name="connsiteX2-489" fmla="*/ 463138 w 2931612"/>
              <a:gd name="connsiteY2-490" fmla="*/ 1951080 h 3186701"/>
              <a:gd name="connsiteX3-491" fmla="*/ 776482 w 2931612"/>
              <a:gd name="connsiteY3-492" fmla="*/ 0 h 3186701"/>
              <a:gd name="connsiteX4-493" fmla="*/ 2034620 w 2931612"/>
              <a:gd name="connsiteY4-494" fmla="*/ 1294704 h 3186701"/>
              <a:gd name="connsiteX5-495" fmla="*/ 2031739 w 2931612"/>
              <a:gd name="connsiteY5-496" fmla="*/ 711461 h 3186701"/>
              <a:gd name="connsiteX6-497" fmla="*/ 1821452 w 2931612"/>
              <a:gd name="connsiteY6-498" fmla="*/ 3186701 h 3186701"/>
              <a:gd name="connsiteX7-499" fmla="*/ 1187533 w 2931612"/>
              <a:gd name="connsiteY7-500" fmla="*/ 1143558 h 3186701"/>
              <a:gd name="connsiteX8-501" fmla="*/ 1080655 w 2931612"/>
              <a:gd name="connsiteY8-502" fmla="*/ 2046083 h 3186701"/>
              <a:gd name="connsiteX9-503" fmla="*/ 914400 w 2931612"/>
              <a:gd name="connsiteY9-504" fmla="*/ 1666073 h 3186701"/>
              <a:gd name="connsiteX10-505" fmla="*/ 795647 w 2931612"/>
              <a:gd name="connsiteY10-506" fmla="*/ 3150488 h 3186701"/>
              <a:gd name="connsiteX0-507" fmla="*/ 795647 w 2931612"/>
              <a:gd name="connsiteY0-508" fmla="*/ 3150488 h 3186701"/>
              <a:gd name="connsiteX1-509" fmla="*/ 0 w 2931612"/>
              <a:gd name="connsiteY1-510" fmla="*/ 1749200 h 3186701"/>
              <a:gd name="connsiteX2-511" fmla="*/ 463138 w 2931612"/>
              <a:gd name="connsiteY2-512" fmla="*/ 1951080 h 3186701"/>
              <a:gd name="connsiteX3-513" fmla="*/ 776482 w 2931612"/>
              <a:gd name="connsiteY3-514" fmla="*/ 0 h 3186701"/>
              <a:gd name="connsiteX4-515" fmla="*/ 2034620 w 2931612"/>
              <a:gd name="connsiteY4-516" fmla="*/ 1294704 h 3186701"/>
              <a:gd name="connsiteX5-517" fmla="*/ 2031739 w 2931612"/>
              <a:gd name="connsiteY5-518" fmla="*/ 711461 h 3186701"/>
              <a:gd name="connsiteX6-519" fmla="*/ 1821452 w 2931612"/>
              <a:gd name="connsiteY6-520" fmla="*/ 3186701 h 3186701"/>
              <a:gd name="connsiteX7-521" fmla="*/ 1187533 w 2931612"/>
              <a:gd name="connsiteY7-522" fmla="*/ 1143558 h 3186701"/>
              <a:gd name="connsiteX8-523" fmla="*/ 1080655 w 2931612"/>
              <a:gd name="connsiteY8-524" fmla="*/ 2046083 h 3186701"/>
              <a:gd name="connsiteX9-525" fmla="*/ 914400 w 2931612"/>
              <a:gd name="connsiteY9-526" fmla="*/ 1666073 h 3186701"/>
              <a:gd name="connsiteX10-527" fmla="*/ 795647 w 2931612"/>
              <a:gd name="connsiteY10-528" fmla="*/ 3150488 h 3186701"/>
              <a:gd name="connsiteX0-529" fmla="*/ 795647 w 2931612"/>
              <a:gd name="connsiteY0-530" fmla="*/ 3150488 h 3186701"/>
              <a:gd name="connsiteX1-531" fmla="*/ 0 w 2931612"/>
              <a:gd name="connsiteY1-532" fmla="*/ 1749200 h 3186701"/>
              <a:gd name="connsiteX2-533" fmla="*/ 463138 w 2931612"/>
              <a:gd name="connsiteY2-534" fmla="*/ 1951080 h 3186701"/>
              <a:gd name="connsiteX3-535" fmla="*/ 776482 w 2931612"/>
              <a:gd name="connsiteY3-536" fmla="*/ 0 h 3186701"/>
              <a:gd name="connsiteX4-537" fmla="*/ 2034620 w 2931612"/>
              <a:gd name="connsiteY4-538" fmla="*/ 1294704 h 3186701"/>
              <a:gd name="connsiteX5-539" fmla="*/ 2031739 w 2931612"/>
              <a:gd name="connsiteY5-540" fmla="*/ 711461 h 3186701"/>
              <a:gd name="connsiteX6-541" fmla="*/ 1821452 w 2931612"/>
              <a:gd name="connsiteY6-542" fmla="*/ 3186701 h 3186701"/>
              <a:gd name="connsiteX7-543" fmla="*/ 1187533 w 2931612"/>
              <a:gd name="connsiteY7-544" fmla="*/ 1143558 h 3186701"/>
              <a:gd name="connsiteX8-545" fmla="*/ 1080655 w 2931612"/>
              <a:gd name="connsiteY8-546" fmla="*/ 2046083 h 3186701"/>
              <a:gd name="connsiteX9-547" fmla="*/ 914400 w 2931612"/>
              <a:gd name="connsiteY9-548" fmla="*/ 1666073 h 3186701"/>
              <a:gd name="connsiteX10-549" fmla="*/ 795647 w 2931612"/>
              <a:gd name="connsiteY10-550" fmla="*/ 3150488 h 3186701"/>
              <a:gd name="connsiteX0-551" fmla="*/ 795647 w 2931612"/>
              <a:gd name="connsiteY0-552" fmla="*/ 3150488 h 3186701"/>
              <a:gd name="connsiteX1-553" fmla="*/ 0 w 2931612"/>
              <a:gd name="connsiteY1-554" fmla="*/ 1749200 h 3186701"/>
              <a:gd name="connsiteX2-555" fmla="*/ 463138 w 2931612"/>
              <a:gd name="connsiteY2-556" fmla="*/ 1951080 h 3186701"/>
              <a:gd name="connsiteX3-557" fmla="*/ 776482 w 2931612"/>
              <a:gd name="connsiteY3-558" fmla="*/ 0 h 3186701"/>
              <a:gd name="connsiteX4-559" fmla="*/ 2034620 w 2931612"/>
              <a:gd name="connsiteY4-560" fmla="*/ 1294704 h 3186701"/>
              <a:gd name="connsiteX5-561" fmla="*/ 2031739 w 2931612"/>
              <a:gd name="connsiteY5-562" fmla="*/ 711461 h 3186701"/>
              <a:gd name="connsiteX6-563" fmla="*/ 1821452 w 2931612"/>
              <a:gd name="connsiteY6-564" fmla="*/ 3186701 h 3186701"/>
              <a:gd name="connsiteX7-565" fmla="*/ 1187533 w 2931612"/>
              <a:gd name="connsiteY7-566" fmla="*/ 1143558 h 3186701"/>
              <a:gd name="connsiteX8-567" fmla="*/ 1080655 w 2931612"/>
              <a:gd name="connsiteY8-568" fmla="*/ 2046083 h 3186701"/>
              <a:gd name="connsiteX9-569" fmla="*/ 914400 w 2931612"/>
              <a:gd name="connsiteY9-570" fmla="*/ 1666073 h 3186701"/>
              <a:gd name="connsiteX10-571" fmla="*/ 795647 w 2931612"/>
              <a:gd name="connsiteY10-572" fmla="*/ 3150488 h 3186701"/>
              <a:gd name="connsiteX0-573" fmla="*/ 813754 w 2949719"/>
              <a:gd name="connsiteY0-574" fmla="*/ 3150488 h 3186701"/>
              <a:gd name="connsiteX1-575" fmla="*/ 0 w 2949719"/>
              <a:gd name="connsiteY1-576" fmla="*/ 1726566 h 3186701"/>
              <a:gd name="connsiteX2-577" fmla="*/ 481245 w 2949719"/>
              <a:gd name="connsiteY2-578" fmla="*/ 1951080 h 3186701"/>
              <a:gd name="connsiteX3-579" fmla="*/ 794589 w 2949719"/>
              <a:gd name="connsiteY3-580" fmla="*/ 0 h 3186701"/>
              <a:gd name="connsiteX4-581" fmla="*/ 2052727 w 2949719"/>
              <a:gd name="connsiteY4-582" fmla="*/ 1294704 h 3186701"/>
              <a:gd name="connsiteX5-583" fmla="*/ 2049846 w 2949719"/>
              <a:gd name="connsiteY5-584" fmla="*/ 711461 h 3186701"/>
              <a:gd name="connsiteX6-585" fmla="*/ 1839559 w 2949719"/>
              <a:gd name="connsiteY6-586" fmla="*/ 3186701 h 3186701"/>
              <a:gd name="connsiteX7-587" fmla="*/ 1205640 w 2949719"/>
              <a:gd name="connsiteY7-588" fmla="*/ 1143558 h 3186701"/>
              <a:gd name="connsiteX8-589" fmla="*/ 1098762 w 2949719"/>
              <a:gd name="connsiteY8-590" fmla="*/ 2046083 h 3186701"/>
              <a:gd name="connsiteX9-591" fmla="*/ 932507 w 2949719"/>
              <a:gd name="connsiteY9-592" fmla="*/ 1666073 h 3186701"/>
              <a:gd name="connsiteX10-593" fmla="*/ 813754 w 2949719"/>
              <a:gd name="connsiteY10-594" fmla="*/ 3150488 h 3186701"/>
              <a:gd name="connsiteX0-595" fmla="*/ 813754 w 2949719"/>
              <a:gd name="connsiteY0-596" fmla="*/ 3150488 h 3186701"/>
              <a:gd name="connsiteX1-597" fmla="*/ 0 w 2949719"/>
              <a:gd name="connsiteY1-598" fmla="*/ 1726566 h 3186701"/>
              <a:gd name="connsiteX2-599" fmla="*/ 481245 w 2949719"/>
              <a:gd name="connsiteY2-600" fmla="*/ 1951080 h 3186701"/>
              <a:gd name="connsiteX3-601" fmla="*/ 794589 w 2949719"/>
              <a:gd name="connsiteY3-602" fmla="*/ 0 h 3186701"/>
              <a:gd name="connsiteX4-603" fmla="*/ 2052727 w 2949719"/>
              <a:gd name="connsiteY4-604" fmla="*/ 1294704 h 3186701"/>
              <a:gd name="connsiteX5-605" fmla="*/ 2049846 w 2949719"/>
              <a:gd name="connsiteY5-606" fmla="*/ 711461 h 3186701"/>
              <a:gd name="connsiteX6-607" fmla="*/ 1839559 w 2949719"/>
              <a:gd name="connsiteY6-608" fmla="*/ 3186701 h 3186701"/>
              <a:gd name="connsiteX7-609" fmla="*/ 1205640 w 2949719"/>
              <a:gd name="connsiteY7-610" fmla="*/ 1143558 h 3186701"/>
              <a:gd name="connsiteX8-611" fmla="*/ 1098762 w 2949719"/>
              <a:gd name="connsiteY8-612" fmla="*/ 2046083 h 3186701"/>
              <a:gd name="connsiteX9-613" fmla="*/ 932507 w 2949719"/>
              <a:gd name="connsiteY9-614" fmla="*/ 1666073 h 3186701"/>
              <a:gd name="connsiteX10-615" fmla="*/ 813754 w 2949719"/>
              <a:gd name="connsiteY10-616" fmla="*/ 3150488 h 3186701"/>
              <a:gd name="connsiteX0-617" fmla="*/ 813754 w 2949719"/>
              <a:gd name="connsiteY0-618" fmla="*/ 3150488 h 3186701"/>
              <a:gd name="connsiteX1-619" fmla="*/ 0 w 2949719"/>
              <a:gd name="connsiteY1-620" fmla="*/ 1726566 h 3186701"/>
              <a:gd name="connsiteX2-621" fmla="*/ 481245 w 2949719"/>
              <a:gd name="connsiteY2-622" fmla="*/ 1951080 h 3186701"/>
              <a:gd name="connsiteX3-623" fmla="*/ 794589 w 2949719"/>
              <a:gd name="connsiteY3-624" fmla="*/ 0 h 3186701"/>
              <a:gd name="connsiteX4-625" fmla="*/ 2052727 w 2949719"/>
              <a:gd name="connsiteY4-626" fmla="*/ 1294704 h 3186701"/>
              <a:gd name="connsiteX5-627" fmla="*/ 2049846 w 2949719"/>
              <a:gd name="connsiteY5-628" fmla="*/ 711461 h 3186701"/>
              <a:gd name="connsiteX6-629" fmla="*/ 1839559 w 2949719"/>
              <a:gd name="connsiteY6-630" fmla="*/ 3186701 h 3186701"/>
              <a:gd name="connsiteX7-631" fmla="*/ 1205640 w 2949719"/>
              <a:gd name="connsiteY7-632" fmla="*/ 1143558 h 3186701"/>
              <a:gd name="connsiteX8-633" fmla="*/ 1098762 w 2949719"/>
              <a:gd name="connsiteY8-634" fmla="*/ 2046083 h 3186701"/>
              <a:gd name="connsiteX9-635" fmla="*/ 932507 w 2949719"/>
              <a:gd name="connsiteY9-636" fmla="*/ 1666073 h 3186701"/>
              <a:gd name="connsiteX10-637" fmla="*/ 813754 w 2949719"/>
              <a:gd name="connsiteY10-638" fmla="*/ 3150488 h 3186701"/>
              <a:gd name="connsiteX0-639" fmla="*/ 813754 w 2949719"/>
              <a:gd name="connsiteY0-640" fmla="*/ 3150488 h 3186701"/>
              <a:gd name="connsiteX1-641" fmla="*/ 0 w 2949719"/>
              <a:gd name="connsiteY1-642" fmla="*/ 1726566 h 3186701"/>
              <a:gd name="connsiteX2-643" fmla="*/ 481245 w 2949719"/>
              <a:gd name="connsiteY2-644" fmla="*/ 1951080 h 3186701"/>
              <a:gd name="connsiteX3-645" fmla="*/ 794589 w 2949719"/>
              <a:gd name="connsiteY3-646" fmla="*/ 0 h 3186701"/>
              <a:gd name="connsiteX4-647" fmla="*/ 2052727 w 2949719"/>
              <a:gd name="connsiteY4-648" fmla="*/ 1294704 h 3186701"/>
              <a:gd name="connsiteX5-649" fmla="*/ 2049846 w 2949719"/>
              <a:gd name="connsiteY5-650" fmla="*/ 711461 h 3186701"/>
              <a:gd name="connsiteX6-651" fmla="*/ 1839559 w 2949719"/>
              <a:gd name="connsiteY6-652" fmla="*/ 3186701 h 3186701"/>
              <a:gd name="connsiteX7-653" fmla="*/ 1205640 w 2949719"/>
              <a:gd name="connsiteY7-654" fmla="*/ 1143558 h 3186701"/>
              <a:gd name="connsiteX8-655" fmla="*/ 1098762 w 2949719"/>
              <a:gd name="connsiteY8-656" fmla="*/ 2046083 h 3186701"/>
              <a:gd name="connsiteX9-657" fmla="*/ 932507 w 2949719"/>
              <a:gd name="connsiteY9-658" fmla="*/ 1666073 h 3186701"/>
              <a:gd name="connsiteX10-659" fmla="*/ 813754 w 2949719"/>
              <a:gd name="connsiteY10-660" fmla="*/ 3150488 h 3186701"/>
              <a:gd name="connsiteX0-661" fmla="*/ 1117045 w 2949719"/>
              <a:gd name="connsiteY0-662" fmla="*/ 3168594 h 3186701"/>
              <a:gd name="connsiteX1-663" fmla="*/ 0 w 2949719"/>
              <a:gd name="connsiteY1-664" fmla="*/ 1726566 h 3186701"/>
              <a:gd name="connsiteX2-665" fmla="*/ 481245 w 2949719"/>
              <a:gd name="connsiteY2-666" fmla="*/ 1951080 h 3186701"/>
              <a:gd name="connsiteX3-667" fmla="*/ 794589 w 2949719"/>
              <a:gd name="connsiteY3-668" fmla="*/ 0 h 3186701"/>
              <a:gd name="connsiteX4-669" fmla="*/ 2052727 w 2949719"/>
              <a:gd name="connsiteY4-670" fmla="*/ 1294704 h 3186701"/>
              <a:gd name="connsiteX5-671" fmla="*/ 2049846 w 2949719"/>
              <a:gd name="connsiteY5-672" fmla="*/ 711461 h 3186701"/>
              <a:gd name="connsiteX6-673" fmla="*/ 1839559 w 2949719"/>
              <a:gd name="connsiteY6-674" fmla="*/ 3186701 h 3186701"/>
              <a:gd name="connsiteX7-675" fmla="*/ 1205640 w 2949719"/>
              <a:gd name="connsiteY7-676" fmla="*/ 1143558 h 3186701"/>
              <a:gd name="connsiteX8-677" fmla="*/ 1098762 w 2949719"/>
              <a:gd name="connsiteY8-678" fmla="*/ 2046083 h 3186701"/>
              <a:gd name="connsiteX9-679" fmla="*/ 932507 w 2949719"/>
              <a:gd name="connsiteY9-680" fmla="*/ 1666073 h 3186701"/>
              <a:gd name="connsiteX10-681" fmla="*/ 1117045 w 2949719"/>
              <a:gd name="connsiteY10-682" fmla="*/ 3168594 h 3186701"/>
              <a:gd name="connsiteX0-683" fmla="*/ 1117045 w 2949719"/>
              <a:gd name="connsiteY0-684" fmla="*/ 3168594 h 3186701"/>
              <a:gd name="connsiteX1-685" fmla="*/ 0 w 2949719"/>
              <a:gd name="connsiteY1-686" fmla="*/ 1726566 h 3186701"/>
              <a:gd name="connsiteX2-687" fmla="*/ 481245 w 2949719"/>
              <a:gd name="connsiteY2-688" fmla="*/ 1951080 h 3186701"/>
              <a:gd name="connsiteX3-689" fmla="*/ 794589 w 2949719"/>
              <a:gd name="connsiteY3-690" fmla="*/ 0 h 3186701"/>
              <a:gd name="connsiteX4-691" fmla="*/ 2052727 w 2949719"/>
              <a:gd name="connsiteY4-692" fmla="*/ 1294704 h 3186701"/>
              <a:gd name="connsiteX5-693" fmla="*/ 2049846 w 2949719"/>
              <a:gd name="connsiteY5-694" fmla="*/ 711461 h 3186701"/>
              <a:gd name="connsiteX6-695" fmla="*/ 1839559 w 2949719"/>
              <a:gd name="connsiteY6-696" fmla="*/ 3186701 h 3186701"/>
              <a:gd name="connsiteX7-697" fmla="*/ 1205640 w 2949719"/>
              <a:gd name="connsiteY7-698" fmla="*/ 1143558 h 3186701"/>
              <a:gd name="connsiteX8-699" fmla="*/ 1098762 w 2949719"/>
              <a:gd name="connsiteY8-700" fmla="*/ 2046083 h 3186701"/>
              <a:gd name="connsiteX9-701" fmla="*/ 932507 w 2949719"/>
              <a:gd name="connsiteY9-702" fmla="*/ 1666073 h 3186701"/>
              <a:gd name="connsiteX10-703" fmla="*/ 1117045 w 2949719"/>
              <a:gd name="connsiteY10-704" fmla="*/ 3168594 h 3186701"/>
              <a:gd name="connsiteX0-705" fmla="*/ 1117045 w 2949719"/>
              <a:gd name="connsiteY0-706" fmla="*/ 3168594 h 3186701"/>
              <a:gd name="connsiteX1-707" fmla="*/ 0 w 2949719"/>
              <a:gd name="connsiteY1-708" fmla="*/ 1726566 h 3186701"/>
              <a:gd name="connsiteX2-709" fmla="*/ 481245 w 2949719"/>
              <a:gd name="connsiteY2-710" fmla="*/ 1951080 h 3186701"/>
              <a:gd name="connsiteX3-711" fmla="*/ 794589 w 2949719"/>
              <a:gd name="connsiteY3-712" fmla="*/ 0 h 3186701"/>
              <a:gd name="connsiteX4-713" fmla="*/ 2052727 w 2949719"/>
              <a:gd name="connsiteY4-714" fmla="*/ 1294704 h 3186701"/>
              <a:gd name="connsiteX5-715" fmla="*/ 2049846 w 2949719"/>
              <a:gd name="connsiteY5-716" fmla="*/ 711461 h 3186701"/>
              <a:gd name="connsiteX6-717" fmla="*/ 1839559 w 2949719"/>
              <a:gd name="connsiteY6-718" fmla="*/ 3186701 h 3186701"/>
              <a:gd name="connsiteX7-719" fmla="*/ 1205640 w 2949719"/>
              <a:gd name="connsiteY7-720" fmla="*/ 1143558 h 3186701"/>
              <a:gd name="connsiteX8-721" fmla="*/ 1098762 w 2949719"/>
              <a:gd name="connsiteY8-722" fmla="*/ 2046083 h 3186701"/>
              <a:gd name="connsiteX9-723" fmla="*/ 932507 w 2949719"/>
              <a:gd name="connsiteY9-724" fmla="*/ 1666073 h 3186701"/>
              <a:gd name="connsiteX10-725" fmla="*/ 1117045 w 2949719"/>
              <a:gd name="connsiteY10-726" fmla="*/ 3168594 h 3186701"/>
              <a:gd name="connsiteX0-727" fmla="*/ 1117045 w 2949719"/>
              <a:gd name="connsiteY0-728" fmla="*/ 3168594 h 3186701"/>
              <a:gd name="connsiteX1-729" fmla="*/ 0 w 2949719"/>
              <a:gd name="connsiteY1-730" fmla="*/ 1726566 h 3186701"/>
              <a:gd name="connsiteX2-731" fmla="*/ 481245 w 2949719"/>
              <a:gd name="connsiteY2-732" fmla="*/ 1951080 h 3186701"/>
              <a:gd name="connsiteX3-733" fmla="*/ 794589 w 2949719"/>
              <a:gd name="connsiteY3-734" fmla="*/ 0 h 3186701"/>
              <a:gd name="connsiteX4-735" fmla="*/ 2052727 w 2949719"/>
              <a:gd name="connsiteY4-736" fmla="*/ 1294704 h 3186701"/>
              <a:gd name="connsiteX5-737" fmla="*/ 2049846 w 2949719"/>
              <a:gd name="connsiteY5-738" fmla="*/ 711461 h 3186701"/>
              <a:gd name="connsiteX6-739" fmla="*/ 1839559 w 2949719"/>
              <a:gd name="connsiteY6-740" fmla="*/ 3186701 h 3186701"/>
              <a:gd name="connsiteX7-741" fmla="*/ 1205640 w 2949719"/>
              <a:gd name="connsiteY7-742" fmla="*/ 1143558 h 3186701"/>
              <a:gd name="connsiteX8-743" fmla="*/ 1098762 w 2949719"/>
              <a:gd name="connsiteY8-744" fmla="*/ 2046083 h 3186701"/>
              <a:gd name="connsiteX9-745" fmla="*/ 932507 w 2949719"/>
              <a:gd name="connsiteY9-746" fmla="*/ 1666073 h 3186701"/>
              <a:gd name="connsiteX10-747" fmla="*/ 1117045 w 2949719"/>
              <a:gd name="connsiteY10-748" fmla="*/ 3168594 h 3186701"/>
              <a:gd name="connsiteX0-749" fmla="*/ 1117045 w 2949719"/>
              <a:gd name="connsiteY0-750" fmla="*/ 3168594 h 3186701"/>
              <a:gd name="connsiteX1-751" fmla="*/ 0 w 2949719"/>
              <a:gd name="connsiteY1-752" fmla="*/ 1726566 h 3186701"/>
              <a:gd name="connsiteX2-753" fmla="*/ 417871 w 2949719"/>
              <a:gd name="connsiteY2-754" fmla="*/ 2009927 h 3186701"/>
              <a:gd name="connsiteX3-755" fmla="*/ 794589 w 2949719"/>
              <a:gd name="connsiteY3-756" fmla="*/ 0 h 3186701"/>
              <a:gd name="connsiteX4-757" fmla="*/ 2052727 w 2949719"/>
              <a:gd name="connsiteY4-758" fmla="*/ 1294704 h 3186701"/>
              <a:gd name="connsiteX5-759" fmla="*/ 2049846 w 2949719"/>
              <a:gd name="connsiteY5-760" fmla="*/ 711461 h 3186701"/>
              <a:gd name="connsiteX6-761" fmla="*/ 1839559 w 2949719"/>
              <a:gd name="connsiteY6-762" fmla="*/ 3186701 h 3186701"/>
              <a:gd name="connsiteX7-763" fmla="*/ 1205640 w 2949719"/>
              <a:gd name="connsiteY7-764" fmla="*/ 1143558 h 3186701"/>
              <a:gd name="connsiteX8-765" fmla="*/ 1098762 w 2949719"/>
              <a:gd name="connsiteY8-766" fmla="*/ 2046083 h 3186701"/>
              <a:gd name="connsiteX9-767" fmla="*/ 932507 w 2949719"/>
              <a:gd name="connsiteY9-768" fmla="*/ 1666073 h 3186701"/>
              <a:gd name="connsiteX10-769" fmla="*/ 1117045 w 2949719"/>
              <a:gd name="connsiteY10-770" fmla="*/ 3168594 h 3186701"/>
              <a:gd name="connsiteX0-771" fmla="*/ 1117045 w 2949719"/>
              <a:gd name="connsiteY0-772" fmla="*/ 3168594 h 3186701"/>
              <a:gd name="connsiteX1-773" fmla="*/ 0 w 2949719"/>
              <a:gd name="connsiteY1-774" fmla="*/ 1726566 h 3186701"/>
              <a:gd name="connsiteX2-775" fmla="*/ 417871 w 2949719"/>
              <a:gd name="connsiteY2-776" fmla="*/ 2009927 h 3186701"/>
              <a:gd name="connsiteX3-777" fmla="*/ 794589 w 2949719"/>
              <a:gd name="connsiteY3-778" fmla="*/ 0 h 3186701"/>
              <a:gd name="connsiteX4-779" fmla="*/ 2052727 w 2949719"/>
              <a:gd name="connsiteY4-780" fmla="*/ 1294704 h 3186701"/>
              <a:gd name="connsiteX5-781" fmla="*/ 2049846 w 2949719"/>
              <a:gd name="connsiteY5-782" fmla="*/ 711461 h 3186701"/>
              <a:gd name="connsiteX6-783" fmla="*/ 1839559 w 2949719"/>
              <a:gd name="connsiteY6-784" fmla="*/ 3186701 h 3186701"/>
              <a:gd name="connsiteX7-785" fmla="*/ 1205640 w 2949719"/>
              <a:gd name="connsiteY7-786" fmla="*/ 1143558 h 3186701"/>
              <a:gd name="connsiteX8-787" fmla="*/ 1098762 w 2949719"/>
              <a:gd name="connsiteY8-788" fmla="*/ 2046083 h 3186701"/>
              <a:gd name="connsiteX9-789" fmla="*/ 932507 w 2949719"/>
              <a:gd name="connsiteY9-790" fmla="*/ 1666073 h 3186701"/>
              <a:gd name="connsiteX10-791" fmla="*/ 1117045 w 2949719"/>
              <a:gd name="connsiteY10-792" fmla="*/ 3168594 h 3186701"/>
              <a:gd name="connsiteX0-793" fmla="*/ 1117045 w 2949719"/>
              <a:gd name="connsiteY0-794" fmla="*/ 3168594 h 3186701"/>
              <a:gd name="connsiteX1-795" fmla="*/ 0 w 2949719"/>
              <a:gd name="connsiteY1-796" fmla="*/ 1726566 h 3186701"/>
              <a:gd name="connsiteX2-797" fmla="*/ 417871 w 2949719"/>
              <a:gd name="connsiteY2-798" fmla="*/ 2009927 h 3186701"/>
              <a:gd name="connsiteX3-799" fmla="*/ 794589 w 2949719"/>
              <a:gd name="connsiteY3-800" fmla="*/ 0 h 3186701"/>
              <a:gd name="connsiteX4-801" fmla="*/ 2052727 w 2949719"/>
              <a:gd name="connsiteY4-802" fmla="*/ 1294704 h 3186701"/>
              <a:gd name="connsiteX5-803" fmla="*/ 2049846 w 2949719"/>
              <a:gd name="connsiteY5-804" fmla="*/ 711461 h 3186701"/>
              <a:gd name="connsiteX6-805" fmla="*/ 1839559 w 2949719"/>
              <a:gd name="connsiteY6-806" fmla="*/ 3186701 h 3186701"/>
              <a:gd name="connsiteX7-807" fmla="*/ 1205640 w 2949719"/>
              <a:gd name="connsiteY7-808" fmla="*/ 1143558 h 3186701"/>
              <a:gd name="connsiteX8-809" fmla="*/ 1098762 w 2949719"/>
              <a:gd name="connsiteY8-810" fmla="*/ 2046083 h 3186701"/>
              <a:gd name="connsiteX9-811" fmla="*/ 932507 w 2949719"/>
              <a:gd name="connsiteY9-812" fmla="*/ 1666073 h 3186701"/>
              <a:gd name="connsiteX10-813" fmla="*/ 1117045 w 2949719"/>
              <a:gd name="connsiteY10-814" fmla="*/ 3168594 h 3186701"/>
              <a:gd name="connsiteX0-815" fmla="*/ 1117045 w 2949719"/>
              <a:gd name="connsiteY0-816" fmla="*/ 3168594 h 3186701"/>
              <a:gd name="connsiteX1-817" fmla="*/ 0 w 2949719"/>
              <a:gd name="connsiteY1-818" fmla="*/ 1726566 h 3186701"/>
              <a:gd name="connsiteX2-819" fmla="*/ 417871 w 2949719"/>
              <a:gd name="connsiteY2-820" fmla="*/ 2009927 h 3186701"/>
              <a:gd name="connsiteX3-821" fmla="*/ 794589 w 2949719"/>
              <a:gd name="connsiteY3-822" fmla="*/ 0 h 3186701"/>
              <a:gd name="connsiteX4-823" fmla="*/ 2052727 w 2949719"/>
              <a:gd name="connsiteY4-824" fmla="*/ 1294704 h 3186701"/>
              <a:gd name="connsiteX5-825" fmla="*/ 2049846 w 2949719"/>
              <a:gd name="connsiteY5-826" fmla="*/ 711461 h 3186701"/>
              <a:gd name="connsiteX6-827" fmla="*/ 1839559 w 2949719"/>
              <a:gd name="connsiteY6-828" fmla="*/ 3186701 h 3186701"/>
              <a:gd name="connsiteX7-829" fmla="*/ 1205640 w 2949719"/>
              <a:gd name="connsiteY7-830" fmla="*/ 1143558 h 3186701"/>
              <a:gd name="connsiteX8-831" fmla="*/ 1098762 w 2949719"/>
              <a:gd name="connsiteY8-832" fmla="*/ 2046083 h 3186701"/>
              <a:gd name="connsiteX9-833" fmla="*/ 932507 w 2949719"/>
              <a:gd name="connsiteY9-834" fmla="*/ 1666073 h 3186701"/>
              <a:gd name="connsiteX10-835" fmla="*/ 1117045 w 2949719"/>
              <a:gd name="connsiteY10-836" fmla="*/ 3168594 h 3186701"/>
              <a:gd name="connsiteX0-837" fmla="*/ 1117045 w 2949719"/>
              <a:gd name="connsiteY0-838" fmla="*/ 3168594 h 3186701"/>
              <a:gd name="connsiteX1-839" fmla="*/ 0 w 2949719"/>
              <a:gd name="connsiteY1-840" fmla="*/ 1726566 h 3186701"/>
              <a:gd name="connsiteX2-841" fmla="*/ 417871 w 2949719"/>
              <a:gd name="connsiteY2-842" fmla="*/ 2009927 h 3186701"/>
              <a:gd name="connsiteX3-843" fmla="*/ 794589 w 2949719"/>
              <a:gd name="connsiteY3-844" fmla="*/ 0 h 3186701"/>
              <a:gd name="connsiteX4-845" fmla="*/ 2052727 w 2949719"/>
              <a:gd name="connsiteY4-846" fmla="*/ 1294704 h 3186701"/>
              <a:gd name="connsiteX5-847" fmla="*/ 2049846 w 2949719"/>
              <a:gd name="connsiteY5-848" fmla="*/ 711461 h 3186701"/>
              <a:gd name="connsiteX6-849" fmla="*/ 1839559 w 2949719"/>
              <a:gd name="connsiteY6-850" fmla="*/ 3186701 h 3186701"/>
              <a:gd name="connsiteX7-851" fmla="*/ 1205640 w 2949719"/>
              <a:gd name="connsiteY7-852" fmla="*/ 1143558 h 3186701"/>
              <a:gd name="connsiteX8-853" fmla="*/ 1098762 w 2949719"/>
              <a:gd name="connsiteY8-854" fmla="*/ 2046083 h 3186701"/>
              <a:gd name="connsiteX9-855" fmla="*/ 932507 w 2949719"/>
              <a:gd name="connsiteY9-856" fmla="*/ 1666073 h 3186701"/>
              <a:gd name="connsiteX10-857" fmla="*/ 1117045 w 2949719"/>
              <a:gd name="connsiteY10-858" fmla="*/ 3168594 h 3186701"/>
              <a:gd name="connsiteX0-859" fmla="*/ 1103465 w 2936139"/>
              <a:gd name="connsiteY0-860" fmla="*/ 3168594 h 3186701"/>
              <a:gd name="connsiteX1-861" fmla="*/ 0 w 2936139"/>
              <a:gd name="connsiteY1-862" fmla="*/ 1726566 h 3186701"/>
              <a:gd name="connsiteX2-863" fmla="*/ 404291 w 2936139"/>
              <a:gd name="connsiteY2-864" fmla="*/ 2009927 h 3186701"/>
              <a:gd name="connsiteX3-865" fmla="*/ 781009 w 2936139"/>
              <a:gd name="connsiteY3-866" fmla="*/ 0 h 3186701"/>
              <a:gd name="connsiteX4-867" fmla="*/ 2039147 w 2936139"/>
              <a:gd name="connsiteY4-868" fmla="*/ 1294704 h 3186701"/>
              <a:gd name="connsiteX5-869" fmla="*/ 2036266 w 2936139"/>
              <a:gd name="connsiteY5-870" fmla="*/ 711461 h 3186701"/>
              <a:gd name="connsiteX6-871" fmla="*/ 1825979 w 2936139"/>
              <a:gd name="connsiteY6-872" fmla="*/ 3186701 h 3186701"/>
              <a:gd name="connsiteX7-873" fmla="*/ 1192060 w 2936139"/>
              <a:gd name="connsiteY7-874" fmla="*/ 1143558 h 3186701"/>
              <a:gd name="connsiteX8-875" fmla="*/ 1085182 w 2936139"/>
              <a:gd name="connsiteY8-876" fmla="*/ 2046083 h 3186701"/>
              <a:gd name="connsiteX9-877" fmla="*/ 918927 w 2936139"/>
              <a:gd name="connsiteY9-878" fmla="*/ 1666073 h 3186701"/>
              <a:gd name="connsiteX10-879" fmla="*/ 1103465 w 2936139"/>
              <a:gd name="connsiteY10-880" fmla="*/ 3168594 h 3186701"/>
              <a:gd name="connsiteX0-881" fmla="*/ 1148733 w 2981407"/>
              <a:gd name="connsiteY0-882" fmla="*/ 3168594 h 3186701"/>
              <a:gd name="connsiteX1-883" fmla="*/ 0 w 2981407"/>
              <a:gd name="connsiteY1-884" fmla="*/ 1749200 h 3186701"/>
              <a:gd name="connsiteX2-885" fmla="*/ 449559 w 2981407"/>
              <a:gd name="connsiteY2-886" fmla="*/ 2009927 h 3186701"/>
              <a:gd name="connsiteX3-887" fmla="*/ 826277 w 2981407"/>
              <a:gd name="connsiteY3-888" fmla="*/ 0 h 3186701"/>
              <a:gd name="connsiteX4-889" fmla="*/ 2084415 w 2981407"/>
              <a:gd name="connsiteY4-890" fmla="*/ 1294704 h 3186701"/>
              <a:gd name="connsiteX5-891" fmla="*/ 2081534 w 2981407"/>
              <a:gd name="connsiteY5-892" fmla="*/ 711461 h 3186701"/>
              <a:gd name="connsiteX6-893" fmla="*/ 1871247 w 2981407"/>
              <a:gd name="connsiteY6-894" fmla="*/ 3186701 h 3186701"/>
              <a:gd name="connsiteX7-895" fmla="*/ 1237328 w 2981407"/>
              <a:gd name="connsiteY7-896" fmla="*/ 1143558 h 3186701"/>
              <a:gd name="connsiteX8-897" fmla="*/ 1130450 w 2981407"/>
              <a:gd name="connsiteY8-898" fmla="*/ 2046083 h 3186701"/>
              <a:gd name="connsiteX9-899" fmla="*/ 964195 w 2981407"/>
              <a:gd name="connsiteY9-900" fmla="*/ 1666073 h 3186701"/>
              <a:gd name="connsiteX10-901" fmla="*/ 1148733 w 2981407"/>
              <a:gd name="connsiteY10-902" fmla="*/ 3168594 h 3186701"/>
              <a:gd name="connsiteX0-903" fmla="*/ 1148733 w 2981407"/>
              <a:gd name="connsiteY0-904" fmla="*/ 3168594 h 3186701"/>
              <a:gd name="connsiteX1-905" fmla="*/ 0 w 2981407"/>
              <a:gd name="connsiteY1-906" fmla="*/ 1749200 h 3186701"/>
              <a:gd name="connsiteX2-907" fmla="*/ 449559 w 2981407"/>
              <a:gd name="connsiteY2-908" fmla="*/ 2009927 h 3186701"/>
              <a:gd name="connsiteX3-909" fmla="*/ 826277 w 2981407"/>
              <a:gd name="connsiteY3-910" fmla="*/ 0 h 3186701"/>
              <a:gd name="connsiteX4-911" fmla="*/ 2084415 w 2981407"/>
              <a:gd name="connsiteY4-912" fmla="*/ 1294704 h 3186701"/>
              <a:gd name="connsiteX5-913" fmla="*/ 2081534 w 2981407"/>
              <a:gd name="connsiteY5-914" fmla="*/ 711461 h 3186701"/>
              <a:gd name="connsiteX6-915" fmla="*/ 1871247 w 2981407"/>
              <a:gd name="connsiteY6-916" fmla="*/ 3186701 h 3186701"/>
              <a:gd name="connsiteX7-917" fmla="*/ 1237328 w 2981407"/>
              <a:gd name="connsiteY7-918" fmla="*/ 1143558 h 3186701"/>
              <a:gd name="connsiteX8-919" fmla="*/ 1130450 w 2981407"/>
              <a:gd name="connsiteY8-920" fmla="*/ 2046083 h 3186701"/>
              <a:gd name="connsiteX9-921" fmla="*/ 964195 w 2981407"/>
              <a:gd name="connsiteY9-922" fmla="*/ 1666073 h 3186701"/>
              <a:gd name="connsiteX10-923" fmla="*/ 1148733 w 2981407"/>
              <a:gd name="connsiteY10-924" fmla="*/ 3168594 h 3186701"/>
              <a:gd name="connsiteX0-925" fmla="*/ 1148733 w 2981407"/>
              <a:gd name="connsiteY0-926" fmla="*/ 3168594 h 3186701"/>
              <a:gd name="connsiteX1-927" fmla="*/ 0 w 2981407"/>
              <a:gd name="connsiteY1-928" fmla="*/ 1749200 h 3186701"/>
              <a:gd name="connsiteX2-929" fmla="*/ 449559 w 2981407"/>
              <a:gd name="connsiteY2-930" fmla="*/ 2009927 h 3186701"/>
              <a:gd name="connsiteX3-931" fmla="*/ 826277 w 2981407"/>
              <a:gd name="connsiteY3-932" fmla="*/ 0 h 3186701"/>
              <a:gd name="connsiteX4-933" fmla="*/ 2084415 w 2981407"/>
              <a:gd name="connsiteY4-934" fmla="*/ 1294704 h 3186701"/>
              <a:gd name="connsiteX5-935" fmla="*/ 2081534 w 2981407"/>
              <a:gd name="connsiteY5-936" fmla="*/ 711461 h 3186701"/>
              <a:gd name="connsiteX6-937" fmla="*/ 1871247 w 2981407"/>
              <a:gd name="connsiteY6-938" fmla="*/ 3186701 h 3186701"/>
              <a:gd name="connsiteX7-939" fmla="*/ 1237328 w 2981407"/>
              <a:gd name="connsiteY7-940" fmla="*/ 1143558 h 3186701"/>
              <a:gd name="connsiteX8-941" fmla="*/ 1130450 w 2981407"/>
              <a:gd name="connsiteY8-942" fmla="*/ 2046083 h 3186701"/>
              <a:gd name="connsiteX9-943" fmla="*/ 964195 w 2981407"/>
              <a:gd name="connsiteY9-944" fmla="*/ 1666073 h 3186701"/>
              <a:gd name="connsiteX10-945" fmla="*/ 1148733 w 2981407"/>
              <a:gd name="connsiteY10-946" fmla="*/ 3168594 h 3186701"/>
              <a:gd name="connsiteX0-947" fmla="*/ 1148733 w 2981407"/>
              <a:gd name="connsiteY0-948" fmla="*/ 3168594 h 3186701"/>
              <a:gd name="connsiteX1-949" fmla="*/ 0 w 2981407"/>
              <a:gd name="connsiteY1-950" fmla="*/ 1749200 h 3186701"/>
              <a:gd name="connsiteX2-951" fmla="*/ 449559 w 2981407"/>
              <a:gd name="connsiteY2-952" fmla="*/ 2009927 h 3186701"/>
              <a:gd name="connsiteX3-953" fmla="*/ 826277 w 2981407"/>
              <a:gd name="connsiteY3-954" fmla="*/ 0 h 3186701"/>
              <a:gd name="connsiteX4-955" fmla="*/ 2084415 w 2981407"/>
              <a:gd name="connsiteY4-956" fmla="*/ 1294704 h 3186701"/>
              <a:gd name="connsiteX5-957" fmla="*/ 2081534 w 2981407"/>
              <a:gd name="connsiteY5-958" fmla="*/ 711461 h 3186701"/>
              <a:gd name="connsiteX6-959" fmla="*/ 1871247 w 2981407"/>
              <a:gd name="connsiteY6-960" fmla="*/ 3186701 h 3186701"/>
              <a:gd name="connsiteX7-961" fmla="*/ 1237328 w 2981407"/>
              <a:gd name="connsiteY7-962" fmla="*/ 1143558 h 3186701"/>
              <a:gd name="connsiteX8-963" fmla="*/ 1130450 w 2981407"/>
              <a:gd name="connsiteY8-964" fmla="*/ 2046083 h 3186701"/>
              <a:gd name="connsiteX9-965" fmla="*/ 918927 w 2981407"/>
              <a:gd name="connsiteY9-966" fmla="*/ 1697760 h 3186701"/>
              <a:gd name="connsiteX10-967" fmla="*/ 1148733 w 2981407"/>
              <a:gd name="connsiteY10-968" fmla="*/ 3168594 h 3186701"/>
              <a:gd name="connsiteX0-969" fmla="*/ 1148733 w 2981407"/>
              <a:gd name="connsiteY0-970" fmla="*/ 3168594 h 3186701"/>
              <a:gd name="connsiteX1-971" fmla="*/ 0 w 2981407"/>
              <a:gd name="connsiteY1-972" fmla="*/ 1749200 h 3186701"/>
              <a:gd name="connsiteX2-973" fmla="*/ 449559 w 2981407"/>
              <a:gd name="connsiteY2-974" fmla="*/ 2009927 h 3186701"/>
              <a:gd name="connsiteX3-975" fmla="*/ 826277 w 2981407"/>
              <a:gd name="connsiteY3-976" fmla="*/ 0 h 3186701"/>
              <a:gd name="connsiteX4-977" fmla="*/ 2084415 w 2981407"/>
              <a:gd name="connsiteY4-978" fmla="*/ 1294704 h 3186701"/>
              <a:gd name="connsiteX5-979" fmla="*/ 2081534 w 2981407"/>
              <a:gd name="connsiteY5-980" fmla="*/ 711461 h 3186701"/>
              <a:gd name="connsiteX6-981" fmla="*/ 1871247 w 2981407"/>
              <a:gd name="connsiteY6-982" fmla="*/ 3186701 h 3186701"/>
              <a:gd name="connsiteX7-983" fmla="*/ 1237328 w 2981407"/>
              <a:gd name="connsiteY7-984" fmla="*/ 1143558 h 3186701"/>
              <a:gd name="connsiteX8-985" fmla="*/ 1130450 w 2981407"/>
              <a:gd name="connsiteY8-986" fmla="*/ 2046083 h 3186701"/>
              <a:gd name="connsiteX9-987" fmla="*/ 918927 w 2981407"/>
              <a:gd name="connsiteY9-988" fmla="*/ 1697760 h 3186701"/>
              <a:gd name="connsiteX10-989" fmla="*/ 1148733 w 2981407"/>
              <a:gd name="connsiteY10-990" fmla="*/ 3168594 h 3186701"/>
              <a:gd name="connsiteX0-991" fmla="*/ 1148733 w 2981407"/>
              <a:gd name="connsiteY0-992" fmla="*/ 3168594 h 3186701"/>
              <a:gd name="connsiteX1-993" fmla="*/ 0 w 2981407"/>
              <a:gd name="connsiteY1-994" fmla="*/ 1749200 h 3186701"/>
              <a:gd name="connsiteX2-995" fmla="*/ 449559 w 2981407"/>
              <a:gd name="connsiteY2-996" fmla="*/ 2009927 h 3186701"/>
              <a:gd name="connsiteX3-997" fmla="*/ 826277 w 2981407"/>
              <a:gd name="connsiteY3-998" fmla="*/ 0 h 3186701"/>
              <a:gd name="connsiteX4-999" fmla="*/ 2084415 w 2981407"/>
              <a:gd name="connsiteY4-1000" fmla="*/ 1294704 h 3186701"/>
              <a:gd name="connsiteX5-1001" fmla="*/ 2081534 w 2981407"/>
              <a:gd name="connsiteY5-1002" fmla="*/ 711461 h 3186701"/>
              <a:gd name="connsiteX6-1003" fmla="*/ 1871247 w 2981407"/>
              <a:gd name="connsiteY6-1004" fmla="*/ 3186701 h 3186701"/>
              <a:gd name="connsiteX7-1005" fmla="*/ 1237328 w 2981407"/>
              <a:gd name="connsiteY7-1006" fmla="*/ 1143558 h 3186701"/>
              <a:gd name="connsiteX8-1007" fmla="*/ 1130450 w 2981407"/>
              <a:gd name="connsiteY8-1008" fmla="*/ 2046083 h 3186701"/>
              <a:gd name="connsiteX9-1009" fmla="*/ 918927 w 2981407"/>
              <a:gd name="connsiteY9-1010" fmla="*/ 1697760 h 3186701"/>
              <a:gd name="connsiteX10-1011" fmla="*/ 1148733 w 2981407"/>
              <a:gd name="connsiteY10-1012" fmla="*/ 3168594 h 3186701"/>
              <a:gd name="connsiteX0-1013" fmla="*/ 1148733 w 2981407"/>
              <a:gd name="connsiteY0-1014" fmla="*/ 3168594 h 3186701"/>
              <a:gd name="connsiteX1-1015" fmla="*/ 0 w 2981407"/>
              <a:gd name="connsiteY1-1016" fmla="*/ 1749200 h 3186701"/>
              <a:gd name="connsiteX2-1017" fmla="*/ 449559 w 2981407"/>
              <a:gd name="connsiteY2-1018" fmla="*/ 2009927 h 3186701"/>
              <a:gd name="connsiteX3-1019" fmla="*/ 826277 w 2981407"/>
              <a:gd name="connsiteY3-1020" fmla="*/ 0 h 3186701"/>
              <a:gd name="connsiteX4-1021" fmla="*/ 2084415 w 2981407"/>
              <a:gd name="connsiteY4-1022" fmla="*/ 1294704 h 3186701"/>
              <a:gd name="connsiteX5-1023" fmla="*/ 2081534 w 2981407"/>
              <a:gd name="connsiteY5-1024" fmla="*/ 711461 h 3186701"/>
              <a:gd name="connsiteX6-1025" fmla="*/ 1871247 w 2981407"/>
              <a:gd name="connsiteY6-1026" fmla="*/ 3186701 h 3186701"/>
              <a:gd name="connsiteX7-1027" fmla="*/ 1237328 w 2981407"/>
              <a:gd name="connsiteY7-1028" fmla="*/ 1143558 h 3186701"/>
              <a:gd name="connsiteX8-1029" fmla="*/ 1130450 w 2981407"/>
              <a:gd name="connsiteY8-1030" fmla="*/ 2046083 h 3186701"/>
              <a:gd name="connsiteX9-1031" fmla="*/ 918927 w 2981407"/>
              <a:gd name="connsiteY9-1032" fmla="*/ 1697760 h 3186701"/>
              <a:gd name="connsiteX10-1033" fmla="*/ 1148733 w 2981407"/>
              <a:gd name="connsiteY10-1034" fmla="*/ 3168594 h 3186701"/>
              <a:gd name="connsiteX0-1035" fmla="*/ 1148733 w 2981407"/>
              <a:gd name="connsiteY0-1036" fmla="*/ 3168594 h 3186701"/>
              <a:gd name="connsiteX1-1037" fmla="*/ 0 w 2981407"/>
              <a:gd name="connsiteY1-1038" fmla="*/ 1749200 h 3186701"/>
              <a:gd name="connsiteX2-1039" fmla="*/ 449559 w 2981407"/>
              <a:gd name="connsiteY2-1040" fmla="*/ 2009927 h 3186701"/>
              <a:gd name="connsiteX3-1041" fmla="*/ 826277 w 2981407"/>
              <a:gd name="connsiteY3-1042" fmla="*/ 0 h 3186701"/>
              <a:gd name="connsiteX4-1043" fmla="*/ 2084415 w 2981407"/>
              <a:gd name="connsiteY4-1044" fmla="*/ 1294704 h 3186701"/>
              <a:gd name="connsiteX5-1045" fmla="*/ 2081534 w 2981407"/>
              <a:gd name="connsiteY5-1046" fmla="*/ 711461 h 3186701"/>
              <a:gd name="connsiteX6-1047" fmla="*/ 1871247 w 2981407"/>
              <a:gd name="connsiteY6-1048" fmla="*/ 3186701 h 3186701"/>
              <a:gd name="connsiteX7-1049" fmla="*/ 1237328 w 2981407"/>
              <a:gd name="connsiteY7-1050" fmla="*/ 1143558 h 3186701"/>
              <a:gd name="connsiteX8-1051" fmla="*/ 1130450 w 2981407"/>
              <a:gd name="connsiteY8-1052" fmla="*/ 2046083 h 3186701"/>
              <a:gd name="connsiteX9-1053" fmla="*/ 918927 w 2981407"/>
              <a:gd name="connsiteY9-1054" fmla="*/ 1697760 h 3186701"/>
              <a:gd name="connsiteX10-1055" fmla="*/ 1148733 w 2981407"/>
              <a:gd name="connsiteY10-1056" fmla="*/ 3168594 h 3186701"/>
              <a:gd name="connsiteX0-1057" fmla="*/ 1148733 w 2981407"/>
              <a:gd name="connsiteY0-1058" fmla="*/ 3168594 h 3186701"/>
              <a:gd name="connsiteX1-1059" fmla="*/ 0 w 2981407"/>
              <a:gd name="connsiteY1-1060" fmla="*/ 1749200 h 3186701"/>
              <a:gd name="connsiteX2-1061" fmla="*/ 449559 w 2981407"/>
              <a:gd name="connsiteY2-1062" fmla="*/ 2009927 h 3186701"/>
              <a:gd name="connsiteX3-1063" fmla="*/ 826277 w 2981407"/>
              <a:gd name="connsiteY3-1064" fmla="*/ 0 h 3186701"/>
              <a:gd name="connsiteX4-1065" fmla="*/ 2084415 w 2981407"/>
              <a:gd name="connsiteY4-1066" fmla="*/ 1294704 h 3186701"/>
              <a:gd name="connsiteX5-1067" fmla="*/ 2081534 w 2981407"/>
              <a:gd name="connsiteY5-1068" fmla="*/ 711461 h 3186701"/>
              <a:gd name="connsiteX6-1069" fmla="*/ 1871247 w 2981407"/>
              <a:gd name="connsiteY6-1070" fmla="*/ 3186701 h 3186701"/>
              <a:gd name="connsiteX7-1071" fmla="*/ 1237328 w 2981407"/>
              <a:gd name="connsiteY7-1072" fmla="*/ 1143558 h 3186701"/>
              <a:gd name="connsiteX8-1073" fmla="*/ 1130450 w 2981407"/>
              <a:gd name="connsiteY8-1074" fmla="*/ 2046083 h 3186701"/>
              <a:gd name="connsiteX9-1075" fmla="*/ 918927 w 2981407"/>
              <a:gd name="connsiteY9-1076" fmla="*/ 1697760 h 3186701"/>
              <a:gd name="connsiteX10-1077" fmla="*/ 1148733 w 2981407"/>
              <a:gd name="connsiteY10-1078" fmla="*/ 3168594 h 3186701"/>
              <a:gd name="connsiteX0-1079" fmla="*/ 1148733 w 2981407"/>
              <a:gd name="connsiteY0-1080" fmla="*/ 3168594 h 3186701"/>
              <a:gd name="connsiteX1-1081" fmla="*/ 0 w 2981407"/>
              <a:gd name="connsiteY1-1082" fmla="*/ 1749200 h 3186701"/>
              <a:gd name="connsiteX2-1083" fmla="*/ 449559 w 2981407"/>
              <a:gd name="connsiteY2-1084" fmla="*/ 2009927 h 3186701"/>
              <a:gd name="connsiteX3-1085" fmla="*/ 826277 w 2981407"/>
              <a:gd name="connsiteY3-1086" fmla="*/ 0 h 3186701"/>
              <a:gd name="connsiteX4-1087" fmla="*/ 2084415 w 2981407"/>
              <a:gd name="connsiteY4-1088" fmla="*/ 1294704 h 3186701"/>
              <a:gd name="connsiteX5-1089" fmla="*/ 2081534 w 2981407"/>
              <a:gd name="connsiteY5-1090" fmla="*/ 711461 h 3186701"/>
              <a:gd name="connsiteX6-1091" fmla="*/ 1871247 w 2981407"/>
              <a:gd name="connsiteY6-1092" fmla="*/ 3186701 h 3186701"/>
              <a:gd name="connsiteX7-1093" fmla="*/ 1237328 w 2981407"/>
              <a:gd name="connsiteY7-1094" fmla="*/ 1143558 h 3186701"/>
              <a:gd name="connsiteX8-1095" fmla="*/ 1130450 w 2981407"/>
              <a:gd name="connsiteY8-1096" fmla="*/ 2046083 h 3186701"/>
              <a:gd name="connsiteX9-1097" fmla="*/ 918927 w 2981407"/>
              <a:gd name="connsiteY9-1098" fmla="*/ 1697760 h 3186701"/>
              <a:gd name="connsiteX10-1099" fmla="*/ 1148733 w 2981407"/>
              <a:gd name="connsiteY10-1100" fmla="*/ 3168594 h 3186701"/>
              <a:gd name="connsiteX0-1101" fmla="*/ 1148733 w 2897156"/>
              <a:gd name="connsiteY0-1102" fmla="*/ 3168594 h 3173121"/>
              <a:gd name="connsiteX1-1103" fmla="*/ 0 w 2897156"/>
              <a:gd name="connsiteY1-1104" fmla="*/ 1749200 h 3173121"/>
              <a:gd name="connsiteX2-1105" fmla="*/ 449559 w 2897156"/>
              <a:gd name="connsiteY2-1106" fmla="*/ 2009927 h 3173121"/>
              <a:gd name="connsiteX3-1107" fmla="*/ 826277 w 2897156"/>
              <a:gd name="connsiteY3-1108" fmla="*/ 0 h 3173121"/>
              <a:gd name="connsiteX4-1109" fmla="*/ 2084415 w 2897156"/>
              <a:gd name="connsiteY4-1110" fmla="*/ 1294704 h 3173121"/>
              <a:gd name="connsiteX5-1111" fmla="*/ 2081534 w 2897156"/>
              <a:gd name="connsiteY5-1112" fmla="*/ 711461 h 3173121"/>
              <a:gd name="connsiteX6-1113" fmla="*/ 1581537 w 2897156"/>
              <a:gd name="connsiteY6-1114" fmla="*/ 3173121 h 3173121"/>
              <a:gd name="connsiteX7-1115" fmla="*/ 1237328 w 2897156"/>
              <a:gd name="connsiteY7-1116" fmla="*/ 1143558 h 3173121"/>
              <a:gd name="connsiteX8-1117" fmla="*/ 1130450 w 2897156"/>
              <a:gd name="connsiteY8-1118" fmla="*/ 2046083 h 3173121"/>
              <a:gd name="connsiteX9-1119" fmla="*/ 918927 w 2897156"/>
              <a:gd name="connsiteY9-1120" fmla="*/ 1697760 h 3173121"/>
              <a:gd name="connsiteX10-1121" fmla="*/ 1148733 w 2897156"/>
              <a:gd name="connsiteY10-1122" fmla="*/ 3168594 h 3173121"/>
              <a:gd name="connsiteX0-1123" fmla="*/ 1148733 w 2969045"/>
              <a:gd name="connsiteY0-1124" fmla="*/ 3168594 h 3173121"/>
              <a:gd name="connsiteX1-1125" fmla="*/ 0 w 2969045"/>
              <a:gd name="connsiteY1-1126" fmla="*/ 1749200 h 3173121"/>
              <a:gd name="connsiteX2-1127" fmla="*/ 449559 w 2969045"/>
              <a:gd name="connsiteY2-1128" fmla="*/ 2009927 h 3173121"/>
              <a:gd name="connsiteX3-1129" fmla="*/ 826277 w 2969045"/>
              <a:gd name="connsiteY3-1130" fmla="*/ 0 h 3173121"/>
              <a:gd name="connsiteX4-1131" fmla="*/ 2084415 w 2969045"/>
              <a:gd name="connsiteY4-1132" fmla="*/ 1294704 h 3173121"/>
              <a:gd name="connsiteX5-1133" fmla="*/ 2081534 w 2969045"/>
              <a:gd name="connsiteY5-1134" fmla="*/ 711461 h 3173121"/>
              <a:gd name="connsiteX6-1135" fmla="*/ 1581537 w 2969045"/>
              <a:gd name="connsiteY6-1136" fmla="*/ 3173121 h 3173121"/>
              <a:gd name="connsiteX7-1137" fmla="*/ 1237328 w 2969045"/>
              <a:gd name="connsiteY7-1138" fmla="*/ 1143558 h 3173121"/>
              <a:gd name="connsiteX8-1139" fmla="*/ 1130450 w 2969045"/>
              <a:gd name="connsiteY8-1140" fmla="*/ 2046083 h 3173121"/>
              <a:gd name="connsiteX9-1141" fmla="*/ 918927 w 2969045"/>
              <a:gd name="connsiteY9-1142" fmla="*/ 1697760 h 3173121"/>
              <a:gd name="connsiteX10-1143" fmla="*/ 1148733 w 2969045"/>
              <a:gd name="connsiteY10-1144" fmla="*/ 3168594 h 3173121"/>
              <a:gd name="connsiteX0-1145" fmla="*/ 1148733 w 2969045"/>
              <a:gd name="connsiteY0-1146" fmla="*/ 3168594 h 3173121"/>
              <a:gd name="connsiteX1-1147" fmla="*/ 0 w 2969045"/>
              <a:gd name="connsiteY1-1148" fmla="*/ 1749200 h 3173121"/>
              <a:gd name="connsiteX2-1149" fmla="*/ 449559 w 2969045"/>
              <a:gd name="connsiteY2-1150" fmla="*/ 2009927 h 3173121"/>
              <a:gd name="connsiteX3-1151" fmla="*/ 826277 w 2969045"/>
              <a:gd name="connsiteY3-1152" fmla="*/ 0 h 3173121"/>
              <a:gd name="connsiteX4-1153" fmla="*/ 2084415 w 2969045"/>
              <a:gd name="connsiteY4-1154" fmla="*/ 1294704 h 3173121"/>
              <a:gd name="connsiteX5-1155" fmla="*/ 2081534 w 2969045"/>
              <a:gd name="connsiteY5-1156" fmla="*/ 711461 h 3173121"/>
              <a:gd name="connsiteX6-1157" fmla="*/ 1581537 w 2969045"/>
              <a:gd name="connsiteY6-1158" fmla="*/ 3173121 h 3173121"/>
              <a:gd name="connsiteX7-1159" fmla="*/ 1237328 w 2969045"/>
              <a:gd name="connsiteY7-1160" fmla="*/ 1143558 h 3173121"/>
              <a:gd name="connsiteX8-1161" fmla="*/ 1130450 w 2969045"/>
              <a:gd name="connsiteY8-1162" fmla="*/ 2046083 h 3173121"/>
              <a:gd name="connsiteX9-1163" fmla="*/ 918927 w 2969045"/>
              <a:gd name="connsiteY9-1164" fmla="*/ 1697760 h 3173121"/>
              <a:gd name="connsiteX10-1165" fmla="*/ 1148733 w 2969045"/>
              <a:gd name="connsiteY10-1166" fmla="*/ 3168594 h 3173121"/>
              <a:gd name="connsiteX0-1167" fmla="*/ 1148733 w 2969045"/>
              <a:gd name="connsiteY0-1168" fmla="*/ 3168594 h 3173121"/>
              <a:gd name="connsiteX1-1169" fmla="*/ 0 w 2969045"/>
              <a:gd name="connsiteY1-1170" fmla="*/ 1749200 h 3173121"/>
              <a:gd name="connsiteX2-1171" fmla="*/ 449559 w 2969045"/>
              <a:gd name="connsiteY2-1172" fmla="*/ 2009927 h 3173121"/>
              <a:gd name="connsiteX3-1173" fmla="*/ 826277 w 2969045"/>
              <a:gd name="connsiteY3-1174" fmla="*/ 0 h 3173121"/>
              <a:gd name="connsiteX4-1175" fmla="*/ 2084415 w 2969045"/>
              <a:gd name="connsiteY4-1176" fmla="*/ 1294704 h 3173121"/>
              <a:gd name="connsiteX5-1177" fmla="*/ 2081534 w 2969045"/>
              <a:gd name="connsiteY5-1178" fmla="*/ 711461 h 3173121"/>
              <a:gd name="connsiteX6-1179" fmla="*/ 1581537 w 2969045"/>
              <a:gd name="connsiteY6-1180" fmla="*/ 3173121 h 3173121"/>
              <a:gd name="connsiteX7-1181" fmla="*/ 1237328 w 2969045"/>
              <a:gd name="connsiteY7-1182" fmla="*/ 1143558 h 3173121"/>
              <a:gd name="connsiteX8-1183" fmla="*/ 1288886 w 2969045"/>
              <a:gd name="connsiteY8-1184" fmla="*/ 2367481 h 3173121"/>
              <a:gd name="connsiteX9-1185" fmla="*/ 918927 w 2969045"/>
              <a:gd name="connsiteY9-1186" fmla="*/ 1697760 h 3173121"/>
              <a:gd name="connsiteX10-1187" fmla="*/ 1148733 w 2969045"/>
              <a:gd name="connsiteY10-1188" fmla="*/ 3168594 h 3173121"/>
              <a:gd name="connsiteX0-1189" fmla="*/ 1148733 w 2969045"/>
              <a:gd name="connsiteY0-1190" fmla="*/ 3168594 h 3173121"/>
              <a:gd name="connsiteX1-1191" fmla="*/ 0 w 2969045"/>
              <a:gd name="connsiteY1-1192" fmla="*/ 1749200 h 3173121"/>
              <a:gd name="connsiteX2-1193" fmla="*/ 449559 w 2969045"/>
              <a:gd name="connsiteY2-1194" fmla="*/ 2009927 h 3173121"/>
              <a:gd name="connsiteX3-1195" fmla="*/ 826277 w 2969045"/>
              <a:gd name="connsiteY3-1196" fmla="*/ 0 h 3173121"/>
              <a:gd name="connsiteX4-1197" fmla="*/ 2084415 w 2969045"/>
              <a:gd name="connsiteY4-1198" fmla="*/ 1294704 h 3173121"/>
              <a:gd name="connsiteX5-1199" fmla="*/ 2081534 w 2969045"/>
              <a:gd name="connsiteY5-1200" fmla="*/ 711461 h 3173121"/>
              <a:gd name="connsiteX6-1201" fmla="*/ 1581537 w 2969045"/>
              <a:gd name="connsiteY6-1202" fmla="*/ 3173121 h 3173121"/>
              <a:gd name="connsiteX7-1203" fmla="*/ 1237328 w 2969045"/>
              <a:gd name="connsiteY7-1204" fmla="*/ 1143558 h 3173121"/>
              <a:gd name="connsiteX8-1205" fmla="*/ 1162138 w 2969045"/>
              <a:gd name="connsiteY8-1206" fmla="*/ 2408222 h 3173121"/>
              <a:gd name="connsiteX9-1207" fmla="*/ 918927 w 2969045"/>
              <a:gd name="connsiteY9-1208" fmla="*/ 1697760 h 3173121"/>
              <a:gd name="connsiteX10-1209" fmla="*/ 1148733 w 2969045"/>
              <a:gd name="connsiteY10-1210" fmla="*/ 3168594 h 3173121"/>
              <a:gd name="connsiteX0-1211" fmla="*/ 1148733 w 2969045"/>
              <a:gd name="connsiteY0-1212" fmla="*/ 3168594 h 3173121"/>
              <a:gd name="connsiteX1-1213" fmla="*/ 0 w 2969045"/>
              <a:gd name="connsiteY1-1214" fmla="*/ 1749200 h 3173121"/>
              <a:gd name="connsiteX2-1215" fmla="*/ 449559 w 2969045"/>
              <a:gd name="connsiteY2-1216" fmla="*/ 2009927 h 3173121"/>
              <a:gd name="connsiteX3-1217" fmla="*/ 826277 w 2969045"/>
              <a:gd name="connsiteY3-1218" fmla="*/ 0 h 3173121"/>
              <a:gd name="connsiteX4-1219" fmla="*/ 2084415 w 2969045"/>
              <a:gd name="connsiteY4-1220" fmla="*/ 1294704 h 3173121"/>
              <a:gd name="connsiteX5-1221" fmla="*/ 2081534 w 2969045"/>
              <a:gd name="connsiteY5-1222" fmla="*/ 711461 h 3173121"/>
              <a:gd name="connsiteX6-1223" fmla="*/ 1581537 w 2969045"/>
              <a:gd name="connsiteY6-1224" fmla="*/ 3173121 h 3173121"/>
              <a:gd name="connsiteX7-1225" fmla="*/ 1237328 w 2969045"/>
              <a:gd name="connsiteY7-1226" fmla="*/ 1143558 h 3173121"/>
              <a:gd name="connsiteX8-1227" fmla="*/ 1162138 w 2969045"/>
              <a:gd name="connsiteY8-1228" fmla="*/ 2408222 h 3173121"/>
              <a:gd name="connsiteX9-1229" fmla="*/ 918927 w 2969045"/>
              <a:gd name="connsiteY9-1230" fmla="*/ 1697760 h 3173121"/>
              <a:gd name="connsiteX10-1231" fmla="*/ 1148733 w 2969045"/>
              <a:gd name="connsiteY10-1232" fmla="*/ 3168594 h 3173121"/>
              <a:gd name="connsiteX0-1233" fmla="*/ 1148733 w 2969045"/>
              <a:gd name="connsiteY0-1234" fmla="*/ 3168594 h 3173121"/>
              <a:gd name="connsiteX1-1235" fmla="*/ 0 w 2969045"/>
              <a:gd name="connsiteY1-1236" fmla="*/ 1749200 h 3173121"/>
              <a:gd name="connsiteX2-1237" fmla="*/ 449559 w 2969045"/>
              <a:gd name="connsiteY2-1238" fmla="*/ 2009927 h 3173121"/>
              <a:gd name="connsiteX3-1239" fmla="*/ 826277 w 2969045"/>
              <a:gd name="connsiteY3-1240" fmla="*/ 0 h 3173121"/>
              <a:gd name="connsiteX4-1241" fmla="*/ 2084415 w 2969045"/>
              <a:gd name="connsiteY4-1242" fmla="*/ 1294704 h 3173121"/>
              <a:gd name="connsiteX5-1243" fmla="*/ 2081534 w 2969045"/>
              <a:gd name="connsiteY5-1244" fmla="*/ 711461 h 3173121"/>
              <a:gd name="connsiteX6-1245" fmla="*/ 1581537 w 2969045"/>
              <a:gd name="connsiteY6-1246" fmla="*/ 3173121 h 3173121"/>
              <a:gd name="connsiteX7-1247" fmla="*/ 1237328 w 2969045"/>
              <a:gd name="connsiteY7-1248" fmla="*/ 1143558 h 3173121"/>
              <a:gd name="connsiteX8-1249" fmla="*/ 1162138 w 2969045"/>
              <a:gd name="connsiteY8-1250" fmla="*/ 2408222 h 3173121"/>
              <a:gd name="connsiteX9-1251" fmla="*/ 918927 w 2969045"/>
              <a:gd name="connsiteY9-1252" fmla="*/ 1697760 h 3173121"/>
              <a:gd name="connsiteX10-1253" fmla="*/ 1148733 w 2969045"/>
              <a:gd name="connsiteY10-1254" fmla="*/ 3168594 h 3173121"/>
              <a:gd name="connsiteX0-1255" fmla="*/ 1148733 w 2969045"/>
              <a:gd name="connsiteY0-1256" fmla="*/ 3168594 h 3173121"/>
              <a:gd name="connsiteX1-1257" fmla="*/ 0 w 2969045"/>
              <a:gd name="connsiteY1-1258" fmla="*/ 1749200 h 3173121"/>
              <a:gd name="connsiteX2-1259" fmla="*/ 449559 w 2969045"/>
              <a:gd name="connsiteY2-1260" fmla="*/ 2009927 h 3173121"/>
              <a:gd name="connsiteX3-1261" fmla="*/ 826277 w 2969045"/>
              <a:gd name="connsiteY3-1262" fmla="*/ 0 h 3173121"/>
              <a:gd name="connsiteX4-1263" fmla="*/ 2084415 w 2969045"/>
              <a:gd name="connsiteY4-1264" fmla="*/ 1294704 h 3173121"/>
              <a:gd name="connsiteX5-1265" fmla="*/ 2081534 w 2969045"/>
              <a:gd name="connsiteY5-1266" fmla="*/ 711461 h 3173121"/>
              <a:gd name="connsiteX6-1267" fmla="*/ 1581537 w 2969045"/>
              <a:gd name="connsiteY6-1268" fmla="*/ 3173121 h 3173121"/>
              <a:gd name="connsiteX7-1269" fmla="*/ 1237328 w 2969045"/>
              <a:gd name="connsiteY7-1270" fmla="*/ 1143558 h 3173121"/>
              <a:gd name="connsiteX8-1271" fmla="*/ 1162138 w 2969045"/>
              <a:gd name="connsiteY8-1272" fmla="*/ 2408222 h 3173121"/>
              <a:gd name="connsiteX9-1273" fmla="*/ 918927 w 2969045"/>
              <a:gd name="connsiteY9-1274" fmla="*/ 1697760 h 3173121"/>
              <a:gd name="connsiteX10-1275" fmla="*/ 1148733 w 2969045"/>
              <a:gd name="connsiteY10-1276" fmla="*/ 3168594 h 3173121"/>
              <a:gd name="connsiteX0-1277" fmla="*/ 1148733 w 2969045"/>
              <a:gd name="connsiteY0-1278" fmla="*/ 3168594 h 3173121"/>
              <a:gd name="connsiteX1-1279" fmla="*/ 0 w 2969045"/>
              <a:gd name="connsiteY1-1280" fmla="*/ 1749200 h 3173121"/>
              <a:gd name="connsiteX2-1281" fmla="*/ 449559 w 2969045"/>
              <a:gd name="connsiteY2-1282" fmla="*/ 2009927 h 3173121"/>
              <a:gd name="connsiteX3-1283" fmla="*/ 826277 w 2969045"/>
              <a:gd name="connsiteY3-1284" fmla="*/ 0 h 3173121"/>
              <a:gd name="connsiteX4-1285" fmla="*/ 2084415 w 2969045"/>
              <a:gd name="connsiteY4-1286" fmla="*/ 1294704 h 3173121"/>
              <a:gd name="connsiteX5-1287" fmla="*/ 2081534 w 2969045"/>
              <a:gd name="connsiteY5-1288" fmla="*/ 711461 h 3173121"/>
              <a:gd name="connsiteX6-1289" fmla="*/ 1581537 w 2969045"/>
              <a:gd name="connsiteY6-1290" fmla="*/ 3173121 h 3173121"/>
              <a:gd name="connsiteX7-1291" fmla="*/ 1237328 w 2969045"/>
              <a:gd name="connsiteY7-1292" fmla="*/ 1143558 h 3173121"/>
              <a:gd name="connsiteX8-1293" fmla="*/ 1162138 w 2969045"/>
              <a:gd name="connsiteY8-1294" fmla="*/ 2408222 h 3173121"/>
              <a:gd name="connsiteX9-1295" fmla="*/ 918927 w 2969045"/>
              <a:gd name="connsiteY9-1296" fmla="*/ 1697760 h 3173121"/>
              <a:gd name="connsiteX10-1297" fmla="*/ 1148733 w 2969045"/>
              <a:gd name="connsiteY10-1298" fmla="*/ 3168594 h 3173121"/>
              <a:gd name="connsiteX0-1299" fmla="*/ 1148733 w 2969045"/>
              <a:gd name="connsiteY0-1300" fmla="*/ 3168594 h 3173121"/>
              <a:gd name="connsiteX1-1301" fmla="*/ 0 w 2969045"/>
              <a:gd name="connsiteY1-1302" fmla="*/ 1749200 h 3173121"/>
              <a:gd name="connsiteX2-1303" fmla="*/ 449559 w 2969045"/>
              <a:gd name="connsiteY2-1304" fmla="*/ 2009927 h 3173121"/>
              <a:gd name="connsiteX3-1305" fmla="*/ 826277 w 2969045"/>
              <a:gd name="connsiteY3-1306" fmla="*/ 0 h 3173121"/>
              <a:gd name="connsiteX4-1307" fmla="*/ 2084415 w 2969045"/>
              <a:gd name="connsiteY4-1308" fmla="*/ 1294704 h 3173121"/>
              <a:gd name="connsiteX5-1309" fmla="*/ 2081534 w 2969045"/>
              <a:gd name="connsiteY5-1310" fmla="*/ 711461 h 3173121"/>
              <a:gd name="connsiteX6-1311" fmla="*/ 1581537 w 2969045"/>
              <a:gd name="connsiteY6-1312" fmla="*/ 3173121 h 3173121"/>
              <a:gd name="connsiteX7-1313" fmla="*/ 1237328 w 2969045"/>
              <a:gd name="connsiteY7-1314" fmla="*/ 1143558 h 3173121"/>
              <a:gd name="connsiteX8-1315" fmla="*/ 1162138 w 2969045"/>
              <a:gd name="connsiteY8-1316" fmla="*/ 2408222 h 3173121"/>
              <a:gd name="connsiteX9-1317" fmla="*/ 918927 w 2969045"/>
              <a:gd name="connsiteY9-1318" fmla="*/ 1697760 h 3173121"/>
              <a:gd name="connsiteX10-1319" fmla="*/ 1148733 w 2969045"/>
              <a:gd name="connsiteY10-1320" fmla="*/ 3168594 h 3173121"/>
              <a:gd name="connsiteX0-1321" fmla="*/ 1148733 w 2969045"/>
              <a:gd name="connsiteY0-1322" fmla="*/ 3168594 h 3173121"/>
              <a:gd name="connsiteX1-1323" fmla="*/ 0 w 2969045"/>
              <a:gd name="connsiteY1-1324" fmla="*/ 1749200 h 3173121"/>
              <a:gd name="connsiteX2-1325" fmla="*/ 449559 w 2969045"/>
              <a:gd name="connsiteY2-1326" fmla="*/ 2009927 h 3173121"/>
              <a:gd name="connsiteX3-1327" fmla="*/ 826277 w 2969045"/>
              <a:gd name="connsiteY3-1328" fmla="*/ 0 h 3173121"/>
              <a:gd name="connsiteX4-1329" fmla="*/ 2084415 w 2969045"/>
              <a:gd name="connsiteY4-1330" fmla="*/ 1294704 h 3173121"/>
              <a:gd name="connsiteX5-1331" fmla="*/ 2081534 w 2969045"/>
              <a:gd name="connsiteY5-1332" fmla="*/ 711461 h 3173121"/>
              <a:gd name="connsiteX6-1333" fmla="*/ 1581537 w 2969045"/>
              <a:gd name="connsiteY6-1334" fmla="*/ 3173121 h 3173121"/>
              <a:gd name="connsiteX7-1335" fmla="*/ 1237328 w 2969045"/>
              <a:gd name="connsiteY7-1336" fmla="*/ 1143558 h 3173121"/>
              <a:gd name="connsiteX8-1337" fmla="*/ 1162138 w 2969045"/>
              <a:gd name="connsiteY8-1338" fmla="*/ 2408222 h 3173121"/>
              <a:gd name="connsiteX9-1339" fmla="*/ 918927 w 2969045"/>
              <a:gd name="connsiteY9-1340" fmla="*/ 1697760 h 3173121"/>
              <a:gd name="connsiteX10-1341" fmla="*/ 1148733 w 2969045"/>
              <a:gd name="connsiteY10-1342" fmla="*/ 3168594 h 3173121"/>
              <a:gd name="connsiteX0-1343" fmla="*/ 1148733 w 2969045"/>
              <a:gd name="connsiteY0-1344" fmla="*/ 3168594 h 3173121"/>
              <a:gd name="connsiteX1-1345" fmla="*/ 0 w 2969045"/>
              <a:gd name="connsiteY1-1346" fmla="*/ 1749200 h 3173121"/>
              <a:gd name="connsiteX2-1347" fmla="*/ 449559 w 2969045"/>
              <a:gd name="connsiteY2-1348" fmla="*/ 2009927 h 3173121"/>
              <a:gd name="connsiteX3-1349" fmla="*/ 826277 w 2969045"/>
              <a:gd name="connsiteY3-1350" fmla="*/ 0 h 3173121"/>
              <a:gd name="connsiteX4-1351" fmla="*/ 2084415 w 2969045"/>
              <a:gd name="connsiteY4-1352" fmla="*/ 1294704 h 3173121"/>
              <a:gd name="connsiteX5-1353" fmla="*/ 2081534 w 2969045"/>
              <a:gd name="connsiteY5-1354" fmla="*/ 711461 h 3173121"/>
              <a:gd name="connsiteX6-1355" fmla="*/ 1581537 w 2969045"/>
              <a:gd name="connsiteY6-1356" fmla="*/ 3173121 h 3173121"/>
              <a:gd name="connsiteX7-1357" fmla="*/ 1237328 w 2969045"/>
              <a:gd name="connsiteY7-1358" fmla="*/ 1143558 h 3173121"/>
              <a:gd name="connsiteX8-1359" fmla="*/ 1162138 w 2969045"/>
              <a:gd name="connsiteY8-1360" fmla="*/ 2408222 h 3173121"/>
              <a:gd name="connsiteX9-1361" fmla="*/ 918927 w 2969045"/>
              <a:gd name="connsiteY9-1362" fmla="*/ 1697760 h 3173121"/>
              <a:gd name="connsiteX10-1363" fmla="*/ 1148733 w 2969045"/>
              <a:gd name="connsiteY10-1364" fmla="*/ 3168594 h 31731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/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/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/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/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/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-1" fmla="*/ 371475 w 1600200"/>
              <a:gd name="connsiteY0-2" fmla="*/ 0 h 1917951"/>
              <a:gd name="connsiteX1-3" fmla="*/ 628650 w 1600200"/>
              <a:gd name="connsiteY1-4" fmla="*/ 584451 h 1917951"/>
              <a:gd name="connsiteX2-5" fmla="*/ 400050 w 1600200"/>
              <a:gd name="connsiteY2-6" fmla="*/ 622551 h 1917951"/>
              <a:gd name="connsiteX3-7" fmla="*/ 1019175 w 1600200"/>
              <a:gd name="connsiteY3-8" fmla="*/ 1498851 h 1917951"/>
              <a:gd name="connsiteX4-9" fmla="*/ 1219200 w 1600200"/>
              <a:gd name="connsiteY4-10" fmla="*/ 1298826 h 1917951"/>
              <a:gd name="connsiteX5-11" fmla="*/ 1600200 w 1600200"/>
              <a:gd name="connsiteY5-12" fmla="*/ 1727451 h 1917951"/>
              <a:gd name="connsiteX6-13" fmla="*/ 1038225 w 1600200"/>
              <a:gd name="connsiteY6-14" fmla="*/ 1917951 h 1917951"/>
              <a:gd name="connsiteX7-15" fmla="*/ 0 w 1600200"/>
              <a:gd name="connsiteY7-16" fmla="*/ 374901 h 1917951"/>
              <a:gd name="connsiteX8-17" fmla="*/ 371475 w 1600200"/>
              <a:gd name="connsiteY8-18" fmla="*/ 0 h 1917951"/>
              <a:gd name="connsiteX0-19" fmla="*/ 371475 w 1600200"/>
              <a:gd name="connsiteY0-20" fmla="*/ 1277 h 1919228"/>
              <a:gd name="connsiteX1-21" fmla="*/ 628650 w 1600200"/>
              <a:gd name="connsiteY1-22" fmla="*/ 585728 h 1919228"/>
              <a:gd name="connsiteX2-23" fmla="*/ 400050 w 1600200"/>
              <a:gd name="connsiteY2-24" fmla="*/ 623828 h 1919228"/>
              <a:gd name="connsiteX3-25" fmla="*/ 1019175 w 1600200"/>
              <a:gd name="connsiteY3-26" fmla="*/ 1500128 h 1919228"/>
              <a:gd name="connsiteX4-27" fmla="*/ 1219200 w 1600200"/>
              <a:gd name="connsiteY4-28" fmla="*/ 1300103 h 1919228"/>
              <a:gd name="connsiteX5-29" fmla="*/ 1600200 w 1600200"/>
              <a:gd name="connsiteY5-30" fmla="*/ 1728728 h 1919228"/>
              <a:gd name="connsiteX6-31" fmla="*/ 1038225 w 1600200"/>
              <a:gd name="connsiteY6-32" fmla="*/ 1919228 h 1919228"/>
              <a:gd name="connsiteX7-33" fmla="*/ 0 w 1600200"/>
              <a:gd name="connsiteY7-34" fmla="*/ 376178 h 1919228"/>
              <a:gd name="connsiteX8-35" fmla="*/ 371475 w 1600200"/>
              <a:gd name="connsiteY8-36" fmla="*/ 1277 h 1919228"/>
              <a:gd name="connsiteX0-37" fmla="*/ 371475 w 1600200"/>
              <a:gd name="connsiteY0-38" fmla="*/ 1277 h 1919228"/>
              <a:gd name="connsiteX1-39" fmla="*/ 628650 w 1600200"/>
              <a:gd name="connsiteY1-40" fmla="*/ 585728 h 1919228"/>
              <a:gd name="connsiteX2-41" fmla="*/ 400050 w 1600200"/>
              <a:gd name="connsiteY2-42" fmla="*/ 623828 h 1919228"/>
              <a:gd name="connsiteX3-43" fmla="*/ 1019175 w 1600200"/>
              <a:gd name="connsiteY3-44" fmla="*/ 1500128 h 1919228"/>
              <a:gd name="connsiteX4-45" fmla="*/ 1219200 w 1600200"/>
              <a:gd name="connsiteY4-46" fmla="*/ 1300103 h 1919228"/>
              <a:gd name="connsiteX5-47" fmla="*/ 1600200 w 1600200"/>
              <a:gd name="connsiteY5-48" fmla="*/ 1728728 h 1919228"/>
              <a:gd name="connsiteX6-49" fmla="*/ 1038225 w 1600200"/>
              <a:gd name="connsiteY6-50" fmla="*/ 1919228 h 1919228"/>
              <a:gd name="connsiteX7-51" fmla="*/ 0 w 1600200"/>
              <a:gd name="connsiteY7-52" fmla="*/ 376178 h 1919228"/>
              <a:gd name="connsiteX8-53" fmla="*/ 371475 w 1600200"/>
              <a:gd name="connsiteY8-54" fmla="*/ 1277 h 1919228"/>
              <a:gd name="connsiteX0-55" fmla="*/ 371475 w 1600200"/>
              <a:gd name="connsiteY0-56" fmla="*/ 1544 h 1919495"/>
              <a:gd name="connsiteX1-57" fmla="*/ 628650 w 1600200"/>
              <a:gd name="connsiteY1-58" fmla="*/ 585995 h 1919495"/>
              <a:gd name="connsiteX2-59" fmla="*/ 400050 w 1600200"/>
              <a:gd name="connsiteY2-60" fmla="*/ 624095 h 1919495"/>
              <a:gd name="connsiteX3-61" fmla="*/ 1019175 w 1600200"/>
              <a:gd name="connsiteY3-62" fmla="*/ 1500395 h 1919495"/>
              <a:gd name="connsiteX4-63" fmla="*/ 1219200 w 1600200"/>
              <a:gd name="connsiteY4-64" fmla="*/ 1300370 h 1919495"/>
              <a:gd name="connsiteX5-65" fmla="*/ 1600200 w 1600200"/>
              <a:gd name="connsiteY5-66" fmla="*/ 1728995 h 1919495"/>
              <a:gd name="connsiteX6-67" fmla="*/ 1038225 w 1600200"/>
              <a:gd name="connsiteY6-68" fmla="*/ 1919495 h 1919495"/>
              <a:gd name="connsiteX7-69" fmla="*/ 0 w 1600200"/>
              <a:gd name="connsiteY7-70" fmla="*/ 376445 h 1919495"/>
              <a:gd name="connsiteX8-71" fmla="*/ 371475 w 1600200"/>
              <a:gd name="connsiteY8-72" fmla="*/ 1544 h 1919495"/>
              <a:gd name="connsiteX0-73" fmla="*/ 371475 w 1600200"/>
              <a:gd name="connsiteY0-74" fmla="*/ 1487 h 1919438"/>
              <a:gd name="connsiteX1-75" fmla="*/ 568075 w 1600200"/>
              <a:gd name="connsiteY1-76" fmla="*/ 603245 h 1919438"/>
              <a:gd name="connsiteX2-77" fmla="*/ 400050 w 1600200"/>
              <a:gd name="connsiteY2-78" fmla="*/ 624038 h 1919438"/>
              <a:gd name="connsiteX3-79" fmla="*/ 1019175 w 1600200"/>
              <a:gd name="connsiteY3-80" fmla="*/ 1500338 h 1919438"/>
              <a:gd name="connsiteX4-81" fmla="*/ 1219200 w 1600200"/>
              <a:gd name="connsiteY4-82" fmla="*/ 1300313 h 1919438"/>
              <a:gd name="connsiteX5-83" fmla="*/ 1600200 w 1600200"/>
              <a:gd name="connsiteY5-84" fmla="*/ 1728938 h 1919438"/>
              <a:gd name="connsiteX6-85" fmla="*/ 1038225 w 1600200"/>
              <a:gd name="connsiteY6-86" fmla="*/ 1919438 h 1919438"/>
              <a:gd name="connsiteX7-87" fmla="*/ 0 w 1600200"/>
              <a:gd name="connsiteY7-88" fmla="*/ 376388 h 1919438"/>
              <a:gd name="connsiteX8-89" fmla="*/ 371475 w 1600200"/>
              <a:gd name="connsiteY8-90" fmla="*/ 1487 h 1919438"/>
              <a:gd name="connsiteX0-91" fmla="*/ 371475 w 1600200"/>
              <a:gd name="connsiteY0-92" fmla="*/ 1032 h 1918983"/>
              <a:gd name="connsiteX1-93" fmla="*/ 568075 w 1600200"/>
              <a:gd name="connsiteY1-94" fmla="*/ 602790 h 1918983"/>
              <a:gd name="connsiteX2-95" fmla="*/ 400050 w 1600200"/>
              <a:gd name="connsiteY2-96" fmla="*/ 623583 h 1918983"/>
              <a:gd name="connsiteX3-97" fmla="*/ 1019175 w 1600200"/>
              <a:gd name="connsiteY3-98" fmla="*/ 1499883 h 1918983"/>
              <a:gd name="connsiteX4-99" fmla="*/ 1219200 w 1600200"/>
              <a:gd name="connsiteY4-100" fmla="*/ 1299858 h 1918983"/>
              <a:gd name="connsiteX5-101" fmla="*/ 1600200 w 1600200"/>
              <a:gd name="connsiteY5-102" fmla="*/ 1728483 h 1918983"/>
              <a:gd name="connsiteX6-103" fmla="*/ 1038225 w 1600200"/>
              <a:gd name="connsiteY6-104" fmla="*/ 1918983 h 1918983"/>
              <a:gd name="connsiteX7-105" fmla="*/ 0 w 1600200"/>
              <a:gd name="connsiteY7-106" fmla="*/ 375933 h 1918983"/>
              <a:gd name="connsiteX8-107" fmla="*/ 371475 w 1600200"/>
              <a:gd name="connsiteY8-108" fmla="*/ 1032 h 1918983"/>
              <a:gd name="connsiteX0-109" fmla="*/ 371475 w 1600200"/>
              <a:gd name="connsiteY0-110" fmla="*/ 1088 h 1919039"/>
              <a:gd name="connsiteX1-111" fmla="*/ 568075 w 1600200"/>
              <a:gd name="connsiteY1-112" fmla="*/ 602846 h 1919039"/>
              <a:gd name="connsiteX2-113" fmla="*/ 400050 w 1600200"/>
              <a:gd name="connsiteY2-114" fmla="*/ 623639 h 1919039"/>
              <a:gd name="connsiteX3-115" fmla="*/ 1019175 w 1600200"/>
              <a:gd name="connsiteY3-116" fmla="*/ 1499939 h 1919039"/>
              <a:gd name="connsiteX4-117" fmla="*/ 1219200 w 1600200"/>
              <a:gd name="connsiteY4-118" fmla="*/ 1299914 h 1919039"/>
              <a:gd name="connsiteX5-119" fmla="*/ 1600200 w 1600200"/>
              <a:gd name="connsiteY5-120" fmla="*/ 1728539 h 1919039"/>
              <a:gd name="connsiteX6-121" fmla="*/ 1038225 w 1600200"/>
              <a:gd name="connsiteY6-122" fmla="*/ 1919039 h 1919039"/>
              <a:gd name="connsiteX7-123" fmla="*/ 0 w 1600200"/>
              <a:gd name="connsiteY7-124" fmla="*/ 375989 h 1919039"/>
              <a:gd name="connsiteX8-125" fmla="*/ 371475 w 1600200"/>
              <a:gd name="connsiteY8-126" fmla="*/ 1088 h 1919039"/>
              <a:gd name="connsiteX0-127" fmla="*/ 371475 w 1600200"/>
              <a:gd name="connsiteY0-128" fmla="*/ 1088 h 1919039"/>
              <a:gd name="connsiteX1-129" fmla="*/ 568075 w 1600200"/>
              <a:gd name="connsiteY1-130" fmla="*/ 602846 h 1919039"/>
              <a:gd name="connsiteX2-131" fmla="*/ 400050 w 1600200"/>
              <a:gd name="connsiteY2-132" fmla="*/ 623639 h 1919039"/>
              <a:gd name="connsiteX3-133" fmla="*/ 1019175 w 1600200"/>
              <a:gd name="connsiteY3-134" fmla="*/ 1499939 h 1919039"/>
              <a:gd name="connsiteX4-135" fmla="*/ 1219200 w 1600200"/>
              <a:gd name="connsiteY4-136" fmla="*/ 1299914 h 1919039"/>
              <a:gd name="connsiteX5-137" fmla="*/ 1600200 w 1600200"/>
              <a:gd name="connsiteY5-138" fmla="*/ 1728539 h 1919039"/>
              <a:gd name="connsiteX6-139" fmla="*/ 1038225 w 1600200"/>
              <a:gd name="connsiteY6-140" fmla="*/ 1919039 h 1919039"/>
              <a:gd name="connsiteX7-141" fmla="*/ 0 w 1600200"/>
              <a:gd name="connsiteY7-142" fmla="*/ 375989 h 1919039"/>
              <a:gd name="connsiteX8-143" fmla="*/ 371475 w 1600200"/>
              <a:gd name="connsiteY8-144" fmla="*/ 1088 h 1919039"/>
              <a:gd name="connsiteX0-145" fmla="*/ 371475 w 1600200"/>
              <a:gd name="connsiteY0-146" fmla="*/ 1118 h 1919069"/>
              <a:gd name="connsiteX1-147" fmla="*/ 568075 w 1600200"/>
              <a:gd name="connsiteY1-148" fmla="*/ 602876 h 1919069"/>
              <a:gd name="connsiteX2-149" fmla="*/ 400050 w 1600200"/>
              <a:gd name="connsiteY2-150" fmla="*/ 623669 h 1919069"/>
              <a:gd name="connsiteX3-151" fmla="*/ 1019175 w 1600200"/>
              <a:gd name="connsiteY3-152" fmla="*/ 1499969 h 1919069"/>
              <a:gd name="connsiteX4-153" fmla="*/ 1219200 w 1600200"/>
              <a:gd name="connsiteY4-154" fmla="*/ 1299944 h 1919069"/>
              <a:gd name="connsiteX5-155" fmla="*/ 1600200 w 1600200"/>
              <a:gd name="connsiteY5-156" fmla="*/ 1728569 h 1919069"/>
              <a:gd name="connsiteX6-157" fmla="*/ 1038225 w 1600200"/>
              <a:gd name="connsiteY6-158" fmla="*/ 1919069 h 1919069"/>
              <a:gd name="connsiteX7-159" fmla="*/ 0 w 1600200"/>
              <a:gd name="connsiteY7-160" fmla="*/ 376019 h 1919069"/>
              <a:gd name="connsiteX8-161" fmla="*/ 371475 w 1600200"/>
              <a:gd name="connsiteY8-162" fmla="*/ 1118 h 1919069"/>
              <a:gd name="connsiteX0-163" fmla="*/ 371475 w 1600200"/>
              <a:gd name="connsiteY0-164" fmla="*/ 1118 h 1919069"/>
              <a:gd name="connsiteX1-165" fmla="*/ 568075 w 1600200"/>
              <a:gd name="connsiteY1-166" fmla="*/ 602876 h 1919069"/>
              <a:gd name="connsiteX2-167" fmla="*/ 408703 w 1600200"/>
              <a:gd name="connsiteY2-168" fmla="*/ 643860 h 1919069"/>
              <a:gd name="connsiteX3-169" fmla="*/ 1019175 w 1600200"/>
              <a:gd name="connsiteY3-170" fmla="*/ 1499969 h 1919069"/>
              <a:gd name="connsiteX4-171" fmla="*/ 1219200 w 1600200"/>
              <a:gd name="connsiteY4-172" fmla="*/ 1299944 h 1919069"/>
              <a:gd name="connsiteX5-173" fmla="*/ 1600200 w 1600200"/>
              <a:gd name="connsiteY5-174" fmla="*/ 1728569 h 1919069"/>
              <a:gd name="connsiteX6-175" fmla="*/ 1038225 w 1600200"/>
              <a:gd name="connsiteY6-176" fmla="*/ 1919069 h 1919069"/>
              <a:gd name="connsiteX7-177" fmla="*/ 0 w 1600200"/>
              <a:gd name="connsiteY7-178" fmla="*/ 376019 h 1919069"/>
              <a:gd name="connsiteX8-179" fmla="*/ 371475 w 1600200"/>
              <a:gd name="connsiteY8-180" fmla="*/ 1118 h 1919069"/>
              <a:gd name="connsiteX0-181" fmla="*/ 371475 w 1600200"/>
              <a:gd name="connsiteY0-182" fmla="*/ 1118 h 1919069"/>
              <a:gd name="connsiteX1-183" fmla="*/ 568075 w 1600200"/>
              <a:gd name="connsiteY1-184" fmla="*/ 602876 h 1919069"/>
              <a:gd name="connsiteX2-185" fmla="*/ 359666 w 1600200"/>
              <a:gd name="connsiteY2-186" fmla="*/ 643860 h 1919069"/>
              <a:gd name="connsiteX3-187" fmla="*/ 1019175 w 1600200"/>
              <a:gd name="connsiteY3-188" fmla="*/ 1499969 h 1919069"/>
              <a:gd name="connsiteX4-189" fmla="*/ 1219200 w 1600200"/>
              <a:gd name="connsiteY4-190" fmla="*/ 1299944 h 1919069"/>
              <a:gd name="connsiteX5-191" fmla="*/ 1600200 w 1600200"/>
              <a:gd name="connsiteY5-192" fmla="*/ 1728569 h 1919069"/>
              <a:gd name="connsiteX6-193" fmla="*/ 1038225 w 1600200"/>
              <a:gd name="connsiteY6-194" fmla="*/ 1919069 h 1919069"/>
              <a:gd name="connsiteX7-195" fmla="*/ 0 w 1600200"/>
              <a:gd name="connsiteY7-196" fmla="*/ 376019 h 1919069"/>
              <a:gd name="connsiteX8-197" fmla="*/ 371475 w 1600200"/>
              <a:gd name="connsiteY8-198" fmla="*/ 1118 h 1919069"/>
              <a:gd name="connsiteX0-199" fmla="*/ 371475 w 1600200"/>
              <a:gd name="connsiteY0-200" fmla="*/ 1118 h 1919069"/>
              <a:gd name="connsiteX1-201" fmla="*/ 568075 w 1600200"/>
              <a:gd name="connsiteY1-202" fmla="*/ 602876 h 1919069"/>
              <a:gd name="connsiteX2-203" fmla="*/ 374089 w 1600200"/>
              <a:gd name="connsiteY2-204" fmla="*/ 646744 h 1919069"/>
              <a:gd name="connsiteX3-205" fmla="*/ 1019175 w 1600200"/>
              <a:gd name="connsiteY3-206" fmla="*/ 1499969 h 1919069"/>
              <a:gd name="connsiteX4-207" fmla="*/ 1219200 w 1600200"/>
              <a:gd name="connsiteY4-208" fmla="*/ 1299944 h 1919069"/>
              <a:gd name="connsiteX5-209" fmla="*/ 1600200 w 1600200"/>
              <a:gd name="connsiteY5-210" fmla="*/ 1728569 h 1919069"/>
              <a:gd name="connsiteX6-211" fmla="*/ 1038225 w 1600200"/>
              <a:gd name="connsiteY6-212" fmla="*/ 1919069 h 1919069"/>
              <a:gd name="connsiteX7-213" fmla="*/ 0 w 1600200"/>
              <a:gd name="connsiteY7-214" fmla="*/ 376019 h 1919069"/>
              <a:gd name="connsiteX8-215" fmla="*/ 371475 w 1600200"/>
              <a:gd name="connsiteY8-216" fmla="*/ 1118 h 1919069"/>
              <a:gd name="connsiteX0-217" fmla="*/ 371475 w 1600200"/>
              <a:gd name="connsiteY0-218" fmla="*/ 1118 h 1919069"/>
              <a:gd name="connsiteX1-219" fmla="*/ 568075 w 1600200"/>
              <a:gd name="connsiteY1-220" fmla="*/ 602876 h 1919069"/>
              <a:gd name="connsiteX2-221" fmla="*/ 374089 w 1600200"/>
              <a:gd name="connsiteY2-222" fmla="*/ 646744 h 1919069"/>
              <a:gd name="connsiteX3-223" fmla="*/ 1019175 w 1600200"/>
              <a:gd name="connsiteY3-224" fmla="*/ 1499969 h 1919069"/>
              <a:gd name="connsiteX4-225" fmla="*/ 1219200 w 1600200"/>
              <a:gd name="connsiteY4-226" fmla="*/ 1299944 h 1919069"/>
              <a:gd name="connsiteX5-227" fmla="*/ 1600200 w 1600200"/>
              <a:gd name="connsiteY5-228" fmla="*/ 1728569 h 1919069"/>
              <a:gd name="connsiteX6-229" fmla="*/ 1038225 w 1600200"/>
              <a:gd name="connsiteY6-230" fmla="*/ 1919069 h 1919069"/>
              <a:gd name="connsiteX7-231" fmla="*/ 0 w 1600200"/>
              <a:gd name="connsiteY7-232" fmla="*/ 376019 h 1919069"/>
              <a:gd name="connsiteX8-233" fmla="*/ 371475 w 1600200"/>
              <a:gd name="connsiteY8-234" fmla="*/ 1118 h 1919069"/>
              <a:gd name="connsiteX0-235" fmla="*/ 371475 w 1600200"/>
              <a:gd name="connsiteY0-236" fmla="*/ 1118 h 1919069"/>
              <a:gd name="connsiteX1-237" fmla="*/ 568075 w 1600200"/>
              <a:gd name="connsiteY1-238" fmla="*/ 602876 h 1919069"/>
              <a:gd name="connsiteX2-239" fmla="*/ 374089 w 1600200"/>
              <a:gd name="connsiteY2-240" fmla="*/ 646744 h 1919069"/>
              <a:gd name="connsiteX3-241" fmla="*/ 1019175 w 1600200"/>
              <a:gd name="connsiteY3-242" fmla="*/ 1499969 h 1919069"/>
              <a:gd name="connsiteX4-243" fmla="*/ 1219200 w 1600200"/>
              <a:gd name="connsiteY4-244" fmla="*/ 1299944 h 1919069"/>
              <a:gd name="connsiteX5-245" fmla="*/ 1600200 w 1600200"/>
              <a:gd name="connsiteY5-246" fmla="*/ 1728569 h 1919069"/>
              <a:gd name="connsiteX6-247" fmla="*/ 1038225 w 1600200"/>
              <a:gd name="connsiteY6-248" fmla="*/ 1919069 h 1919069"/>
              <a:gd name="connsiteX7-249" fmla="*/ 0 w 1600200"/>
              <a:gd name="connsiteY7-250" fmla="*/ 376019 h 1919069"/>
              <a:gd name="connsiteX8-251" fmla="*/ 371475 w 1600200"/>
              <a:gd name="connsiteY8-252" fmla="*/ 1118 h 1919069"/>
              <a:gd name="connsiteX0-253" fmla="*/ 371475 w 1600200"/>
              <a:gd name="connsiteY0-254" fmla="*/ 1118 h 1919069"/>
              <a:gd name="connsiteX1-255" fmla="*/ 568075 w 1600200"/>
              <a:gd name="connsiteY1-256" fmla="*/ 602876 h 1919069"/>
              <a:gd name="connsiteX2-257" fmla="*/ 374089 w 1600200"/>
              <a:gd name="connsiteY2-258" fmla="*/ 646744 h 1919069"/>
              <a:gd name="connsiteX3-259" fmla="*/ 1019175 w 1600200"/>
              <a:gd name="connsiteY3-260" fmla="*/ 1499969 h 1919069"/>
              <a:gd name="connsiteX4-261" fmla="*/ 1219200 w 1600200"/>
              <a:gd name="connsiteY4-262" fmla="*/ 1299944 h 1919069"/>
              <a:gd name="connsiteX5-263" fmla="*/ 1600200 w 1600200"/>
              <a:gd name="connsiteY5-264" fmla="*/ 1728569 h 1919069"/>
              <a:gd name="connsiteX6-265" fmla="*/ 1038225 w 1600200"/>
              <a:gd name="connsiteY6-266" fmla="*/ 1919069 h 1919069"/>
              <a:gd name="connsiteX7-267" fmla="*/ 0 w 1600200"/>
              <a:gd name="connsiteY7-268" fmla="*/ 376019 h 1919069"/>
              <a:gd name="connsiteX8-269" fmla="*/ 371475 w 1600200"/>
              <a:gd name="connsiteY8-270" fmla="*/ 1118 h 1919069"/>
              <a:gd name="connsiteX0-271" fmla="*/ 371475 w 1600200"/>
              <a:gd name="connsiteY0-272" fmla="*/ 1118 h 1919069"/>
              <a:gd name="connsiteX1-273" fmla="*/ 568075 w 1600200"/>
              <a:gd name="connsiteY1-274" fmla="*/ 602876 h 1919069"/>
              <a:gd name="connsiteX2-275" fmla="*/ 374089 w 1600200"/>
              <a:gd name="connsiteY2-276" fmla="*/ 646744 h 1919069"/>
              <a:gd name="connsiteX3-277" fmla="*/ 1019175 w 1600200"/>
              <a:gd name="connsiteY3-278" fmla="*/ 1499969 h 1919069"/>
              <a:gd name="connsiteX4-279" fmla="*/ 1219200 w 1600200"/>
              <a:gd name="connsiteY4-280" fmla="*/ 1299944 h 1919069"/>
              <a:gd name="connsiteX5-281" fmla="*/ 1600200 w 1600200"/>
              <a:gd name="connsiteY5-282" fmla="*/ 1728569 h 1919069"/>
              <a:gd name="connsiteX6-283" fmla="*/ 1038225 w 1600200"/>
              <a:gd name="connsiteY6-284" fmla="*/ 1919069 h 1919069"/>
              <a:gd name="connsiteX7-285" fmla="*/ 0 w 1600200"/>
              <a:gd name="connsiteY7-286" fmla="*/ 376019 h 1919069"/>
              <a:gd name="connsiteX8-287" fmla="*/ 371475 w 1600200"/>
              <a:gd name="connsiteY8-288" fmla="*/ 1118 h 1919069"/>
              <a:gd name="connsiteX0-289" fmla="*/ 371475 w 1600200"/>
              <a:gd name="connsiteY0-290" fmla="*/ 1118 h 1919069"/>
              <a:gd name="connsiteX1-291" fmla="*/ 568075 w 1600200"/>
              <a:gd name="connsiteY1-292" fmla="*/ 602876 h 1919069"/>
              <a:gd name="connsiteX2-293" fmla="*/ 374089 w 1600200"/>
              <a:gd name="connsiteY2-294" fmla="*/ 646744 h 1919069"/>
              <a:gd name="connsiteX3-295" fmla="*/ 1019175 w 1600200"/>
              <a:gd name="connsiteY3-296" fmla="*/ 1499969 h 1919069"/>
              <a:gd name="connsiteX4-297" fmla="*/ 1219200 w 1600200"/>
              <a:gd name="connsiteY4-298" fmla="*/ 1299944 h 1919069"/>
              <a:gd name="connsiteX5-299" fmla="*/ 1600200 w 1600200"/>
              <a:gd name="connsiteY5-300" fmla="*/ 1728569 h 1919069"/>
              <a:gd name="connsiteX6-301" fmla="*/ 1038225 w 1600200"/>
              <a:gd name="connsiteY6-302" fmla="*/ 1919069 h 1919069"/>
              <a:gd name="connsiteX7-303" fmla="*/ 0 w 1600200"/>
              <a:gd name="connsiteY7-304" fmla="*/ 376019 h 1919069"/>
              <a:gd name="connsiteX8-305" fmla="*/ 371475 w 1600200"/>
              <a:gd name="connsiteY8-306" fmla="*/ 1118 h 1919069"/>
              <a:gd name="connsiteX0-307" fmla="*/ 371475 w 1600200"/>
              <a:gd name="connsiteY0-308" fmla="*/ 1118 h 1919069"/>
              <a:gd name="connsiteX1-309" fmla="*/ 568075 w 1600200"/>
              <a:gd name="connsiteY1-310" fmla="*/ 602876 h 1919069"/>
              <a:gd name="connsiteX2-311" fmla="*/ 374089 w 1600200"/>
              <a:gd name="connsiteY2-312" fmla="*/ 646744 h 1919069"/>
              <a:gd name="connsiteX3-313" fmla="*/ 1019175 w 1600200"/>
              <a:gd name="connsiteY3-314" fmla="*/ 1499969 h 1919069"/>
              <a:gd name="connsiteX4-315" fmla="*/ 1219200 w 1600200"/>
              <a:gd name="connsiteY4-316" fmla="*/ 1299944 h 1919069"/>
              <a:gd name="connsiteX5-317" fmla="*/ 1600200 w 1600200"/>
              <a:gd name="connsiteY5-318" fmla="*/ 1728569 h 1919069"/>
              <a:gd name="connsiteX6-319" fmla="*/ 1038225 w 1600200"/>
              <a:gd name="connsiteY6-320" fmla="*/ 1919069 h 1919069"/>
              <a:gd name="connsiteX7-321" fmla="*/ 0 w 1600200"/>
              <a:gd name="connsiteY7-322" fmla="*/ 376019 h 1919069"/>
              <a:gd name="connsiteX8-323" fmla="*/ 371475 w 1600200"/>
              <a:gd name="connsiteY8-324" fmla="*/ 1118 h 1919069"/>
              <a:gd name="connsiteX0-325" fmla="*/ 371475 w 1600200"/>
              <a:gd name="connsiteY0-326" fmla="*/ 1118 h 1919069"/>
              <a:gd name="connsiteX1-327" fmla="*/ 568075 w 1600200"/>
              <a:gd name="connsiteY1-328" fmla="*/ 602876 h 1919069"/>
              <a:gd name="connsiteX2-329" fmla="*/ 374089 w 1600200"/>
              <a:gd name="connsiteY2-330" fmla="*/ 646744 h 1919069"/>
              <a:gd name="connsiteX3-331" fmla="*/ 970138 w 1600200"/>
              <a:gd name="connsiteY3-332" fmla="*/ 1517276 h 1919069"/>
              <a:gd name="connsiteX4-333" fmla="*/ 1219200 w 1600200"/>
              <a:gd name="connsiteY4-334" fmla="*/ 1299944 h 1919069"/>
              <a:gd name="connsiteX5-335" fmla="*/ 1600200 w 1600200"/>
              <a:gd name="connsiteY5-336" fmla="*/ 1728569 h 1919069"/>
              <a:gd name="connsiteX6-337" fmla="*/ 1038225 w 1600200"/>
              <a:gd name="connsiteY6-338" fmla="*/ 1919069 h 1919069"/>
              <a:gd name="connsiteX7-339" fmla="*/ 0 w 1600200"/>
              <a:gd name="connsiteY7-340" fmla="*/ 376019 h 1919069"/>
              <a:gd name="connsiteX8-341" fmla="*/ 371475 w 1600200"/>
              <a:gd name="connsiteY8-342" fmla="*/ 1118 h 1919069"/>
              <a:gd name="connsiteX0-343" fmla="*/ 371475 w 1600200"/>
              <a:gd name="connsiteY0-344" fmla="*/ 1118 h 1919069"/>
              <a:gd name="connsiteX1-345" fmla="*/ 568075 w 1600200"/>
              <a:gd name="connsiteY1-346" fmla="*/ 602876 h 1919069"/>
              <a:gd name="connsiteX2-347" fmla="*/ 374089 w 1600200"/>
              <a:gd name="connsiteY2-348" fmla="*/ 646744 h 1919069"/>
              <a:gd name="connsiteX3-349" fmla="*/ 1010522 w 1600200"/>
              <a:gd name="connsiteY3-350" fmla="*/ 1534584 h 1919069"/>
              <a:gd name="connsiteX4-351" fmla="*/ 1219200 w 1600200"/>
              <a:gd name="connsiteY4-352" fmla="*/ 1299944 h 1919069"/>
              <a:gd name="connsiteX5-353" fmla="*/ 1600200 w 1600200"/>
              <a:gd name="connsiteY5-354" fmla="*/ 1728569 h 1919069"/>
              <a:gd name="connsiteX6-355" fmla="*/ 1038225 w 1600200"/>
              <a:gd name="connsiteY6-356" fmla="*/ 1919069 h 1919069"/>
              <a:gd name="connsiteX7-357" fmla="*/ 0 w 1600200"/>
              <a:gd name="connsiteY7-358" fmla="*/ 376019 h 1919069"/>
              <a:gd name="connsiteX8-359" fmla="*/ 371475 w 1600200"/>
              <a:gd name="connsiteY8-360" fmla="*/ 1118 h 1919069"/>
              <a:gd name="connsiteX0-361" fmla="*/ 371475 w 1600200"/>
              <a:gd name="connsiteY0-362" fmla="*/ 1118 h 1919069"/>
              <a:gd name="connsiteX1-363" fmla="*/ 568075 w 1600200"/>
              <a:gd name="connsiteY1-364" fmla="*/ 602876 h 1919069"/>
              <a:gd name="connsiteX2-365" fmla="*/ 374089 w 1600200"/>
              <a:gd name="connsiteY2-366" fmla="*/ 646744 h 1919069"/>
              <a:gd name="connsiteX3-367" fmla="*/ 996099 w 1600200"/>
              <a:gd name="connsiteY3-368" fmla="*/ 1546122 h 1919069"/>
              <a:gd name="connsiteX4-369" fmla="*/ 1219200 w 1600200"/>
              <a:gd name="connsiteY4-370" fmla="*/ 1299944 h 1919069"/>
              <a:gd name="connsiteX5-371" fmla="*/ 1600200 w 1600200"/>
              <a:gd name="connsiteY5-372" fmla="*/ 1728569 h 1919069"/>
              <a:gd name="connsiteX6-373" fmla="*/ 1038225 w 1600200"/>
              <a:gd name="connsiteY6-374" fmla="*/ 1919069 h 1919069"/>
              <a:gd name="connsiteX7-375" fmla="*/ 0 w 1600200"/>
              <a:gd name="connsiteY7-376" fmla="*/ 376019 h 1919069"/>
              <a:gd name="connsiteX8-377" fmla="*/ 371475 w 1600200"/>
              <a:gd name="connsiteY8-378" fmla="*/ 1118 h 1919069"/>
              <a:gd name="connsiteX0-379" fmla="*/ 371475 w 1600200"/>
              <a:gd name="connsiteY0-380" fmla="*/ 1118 h 1919069"/>
              <a:gd name="connsiteX1-381" fmla="*/ 568075 w 1600200"/>
              <a:gd name="connsiteY1-382" fmla="*/ 602876 h 1919069"/>
              <a:gd name="connsiteX2-383" fmla="*/ 374089 w 1600200"/>
              <a:gd name="connsiteY2-384" fmla="*/ 646744 h 1919069"/>
              <a:gd name="connsiteX3-385" fmla="*/ 987445 w 1600200"/>
              <a:gd name="connsiteY3-386" fmla="*/ 1528815 h 1919069"/>
              <a:gd name="connsiteX4-387" fmla="*/ 1219200 w 1600200"/>
              <a:gd name="connsiteY4-388" fmla="*/ 1299944 h 1919069"/>
              <a:gd name="connsiteX5-389" fmla="*/ 1600200 w 1600200"/>
              <a:gd name="connsiteY5-390" fmla="*/ 1728569 h 1919069"/>
              <a:gd name="connsiteX6-391" fmla="*/ 1038225 w 1600200"/>
              <a:gd name="connsiteY6-392" fmla="*/ 1919069 h 1919069"/>
              <a:gd name="connsiteX7-393" fmla="*/ 0 w 1600200"/>
              <a:gd name="connsiteY7-394" fmla="*/ 376019 h 1919069"/>
              <a:gd name="connsiteX8-395" fmla="*/ 371475 w 1600200"/>
              <a:gd name="connsiteY8-396" fmla="*/ 1118 h 1919069"/>
              <a:gd name="connsiteX0-397" fmla="*/ 371475 w 1600200"/>
              <a:gd name="connsiteY0-398" fmla="*/ 1118 h 1919069"/>
              <a:gd name="connsiteX1-399" fmla="*/ 568075 w 1600200"/>
              <a:gd name="connsiteY1-400" fmla="*/ 602876 h 1919069"/>
              <a:gd name="connsiteX2-401" fmla="*/ 374089 w 1600200"/>
              <a:gd name="connsiteY2-402" fmla="*/ 646744 h 1919069"/>
              <a:gd name="connsiteX3-403" fmla="*/ 987445 w 1600200"/>
              <a:gd name="connsiteY3-404" fmla="*/ 1528815 h 1919069"/>
              <a:gd name="connsiteX4-405" fmla="*/ 1219200 w 1600200"/>
              <a:gd name="connsiteY4-406" fmla="*/ 1299944 h 1919069"/>
              <a:gd name="connsiteX5-407" fmla="*/ 1600200 w 1600200"/>
              <a:gd name="connsiteY5-408" fmla="*/ 1728569 h 1919069"/>
              <a:gd name="connsiteX6-409" fmla="*/ 1038225 w 1600200"/>
              <a:gd name="connsiteY6-410" fmla="*/ 1919069 h 1919069"/>
              <a:gd name="connsiteX7-411" fmla="*/ 0 w 1600200"/>
              <a:gd name="connsiteY7-412" fmla="*/ 376019 h 1919069"/>
              <a:gd name="connsiteX8-413" fmla="*/ 371475 w 1600200"/>
              <a:gd name="connsiteY8-414" fmla="*/ 1118 h 1919069"/>
              <a:gd name="connsiteX0-415" fmla="*/ 371475 w 1600200"/>
              <a:gd name="connsiteY0-416" fmla="*/ 1118 h 1919069"/>
              <a:gd name="connsiteX1-417" fmla="*/ 568075 w 1600200"/>
              <a:gd name="connsiteY1-418" fmla="*/ 602876 h 1919069"/>
              <a:gd name="connsiteX2-419" fmla="*/ 374089 w 1600200"/>
              <a:gd name="connsiteY2-420" fmla="*/ 646744 h 1919069"/>
              <a:gd name="connsiteX3-421" fmla="*/ 987445 w 1600200"/>
              <a:gd name="connsiteY3-422" fmla="*/ 1528815 h 1919069"/>
              <a:gd name="connsiteX4-423" fmla="*/ 1219200 w 1600200"/>
              <a:gd name="connsiteY4-424" fmla="*/ 1299944 h 1919069"/>
              <a:gd name="connsiteX5-425" fmla="*/ 1600200 w 1600200"/>
              <a:gd name="connsiteY5-426" fmla="*/ 1728569 h 1919069"/>
              <a:gd name="connsiteX6-427" fmla="*/ 1038225 w 1600200"/>
              <a:gd name="connsiteY6-428" fmla="*/ 1919069 h 1919069"/>
              <a:gd name="connsiteX7-429" fmla="*/ 0 w 1600200"/>
              <a:gd name="connsiteY7-430" fmla="*/ 376019 h 1919069"/>
              <a:gd name="connsiteX8-431" fmla="*/ 371475 w 1600200"/>
              <a:gd name="connsiteY8-432" fmla="*/ 1118 h 1919069"/>
              <a:gd name="connsiteX0-433" fmla="*/ 371475 w 1600200"/>
              <a:gd name="connsiteY0-434" fmla="*/ 1118 h 1919069"/>
              <a:gd name="connsiteX1-435" fmla="*/ 568075 w 1600200"/>
              <a:gd name="connsiteY1-436" fmla="*/ 602876 h 1919069"/>
              <a:gd name="connsiteX2-437" fmla="*/ 374089 w 1600200"/>
              <a:gd name="connsiteY2-438" fmla="*/ 646744 h 1919069"/>
              <a:gd name="connsiteX3-439" fmla="*/ 987445 w 1600200"/>
              <a:gd name="connsiteY3-440" fmla="*/ 1528815 h 1919069"/>
              <a:gd name="connsiteX4-441" fmla="*/ 1219200 w 1600200"/>
              <a:gd name="connsiteY4-442" fmla="*/ 1299944 h 1919069"/>
              <a:gd name="connsiteX5-443" fmla="*/ 1600200 w 1600200"/>
              <a:gd name="connsiteY5-444" fmla="*/ 1728569 h 1919069"/>
              <a:gd name="connsiteX6-445" fmla="*/ 1038225 w 1600200"/>
              <a:gd name="connsiteY6-446" fmla="*/ 1919069 h 1919069"/>
              <a:gd name="connsiteX7-447" fmla="*/ 0 w 1600200"/>
              <a:gd name="connsiteY7-448" fmla="*/ 376019 h 1919069"/>
              <a:gd name="connsiteX8-449" fmla="*/ 371475 w 1600200"/>
              <a:gd name="connsiteY8-450" fmla="*/ 1118 h 1919069"/>
              <a:gd name="connsiteX0-451" fmla="*/ 371475 w 1600200"/>
              <a:gd name="connsiteY0-452" fmla="*/ 1118 h 1919069"/>
              <a:gd name="connsiteX1-453" fmla="*/ 568075 w 1600200"/>
              <a:gd name="connsiteY1-454" fmla="*/ 602876 h 1919069"/>
              <a:gd name="connsiteX2-455" fmla="*/ 374089 w 1600200"/>
              <a:gd name="connsiteY2-456" fmla="*/ 646744 h 1919069"/>
              <a:gd name="connsiteX3-457" fmla="*/ 987445 w 1600200"/>
              <a:gd name="connsiteY3-458" fmla="*/ 1528815 h 1919069"/>
              <a:gd name="connsiteX4-459" fmla="*/ 1173048 w 1600200"/>
              <a:gd name="connsiteY4-460" fmla="*/ 1311482 h 1919069"/>
              <a:gd name="connsiteX5-461" fmla="*/ 1600200 w 1600200"/>
              <a:gd name="connsiteY5-462" fmla="*/ 1728569 h 1919069"/>
              <a:gd name="connsiteX6-463" fmla="*/ 1038225 w 1600200"/>
              <a:gd name="connsiteY6-464" fmla="*/ 1919069 h 1919069"/>
              <a:gd name="connsiteX7-465" fmla="*/ 0 w 1600200"/>
              <a:gd name="connsiteY7-466" fmla="*/ 376019 h 1919069"/>
              <a:gd name="connsiteX8-467" fmla="*/ 371475 w 1600200"/>
              <a:gd name="connsiteY8-468" fmla="*/ 1118 h 1919069"/>
              <a:gd name="connsiteX0-469" fmla="*/ 371475 w 1600200"/>
              <a:gd name="connsiteY0-470" fmla="*/ 1118 h 1919069"/>
              <a:gd name="connsiteX1-471" fmla="*/ 568075 w 1600200"/>
              <a:gd name="connsiteY1-472" fmla="*/ 602876 h 1919069"/>
              <a:gd name="connsiteX2-473" fmla="*/ 374089 w 1600200"/>
              <a:gd name="connsiteY2-474" fmla="*/ 646744 h 1919069"/>
              <a:gd name="connsiteX3-475" fmla="*/ 987445 w 1600200"/>
              <a:gd name="connsiteY3-476" fmla="*/ 1528815 h 1919069"/>
              <a:gd name="connsiteX4-477" fmla="*/ 1173048 w 1600200"/>
              <a:gd name="connsiteY4-478" fmla="*/ 1311482 h 1919069"/>
              <a:gd name="connsiteX5-479" fmla="*/ 1600200 w 1600200"/>
              <a:gd name="connsiteY5-480" fmla="*/ 1728569 h 1919069"/>
              <a:gd name="connsiteX6-481" fmla="*/ 1038225 w 1600200"/>
              <a:gd name="connsiteY6-482" fmla="*/ 1919069 h 1919069"/>
              <a:gd name="connsiteX7-483" fmla="*/ 0 w 1600200"/>
              <a:gd name="connsiteY7-484" fmla="*/ 376019 h 1919069"/>
              <a:gd name="connsiteX8-485" fmla="*/ 371475 w 1600200"/>
              <a:gd name="connsiteY8-486" fmla="*/ 1118 h 1919069"/>
              <a:gd name="connsiteX0-487" fmla="*/ 371475 w 1600200"/>
              <a:gd name="connsiteY0-488" fmla="*/ 1118 h 1919069"/>
              <a:gd name="connsiteX1-489" fmla="*/ 568075 w 1600200"/>
              <a:gd name="connsiteY1-490" fmla="*/ 602876 h 1919069"/>
              <a:gd name="connsiteX2-491" fmla="*/ 374089 w 1600200"/>
              <a:gd name="connsiteY2-492" fmla="*/ 646744 h 1919069"/>
              <a:gd name="connsiteX3-493" fmla="*/ 987445 w 1600200"/>
              <a:gd name="connsiteY3-494" fmla="*/ 1528815 h 1919069"/>
              <a:gd name="connsiteX4-495" fmla="*/ 1173048 w 1600200"/>
              <a:gd name="connsiteY4-496" fmla="*/ 1311482 h 1919069"/>
              <a:gd name="connsiteX5-497" fmla="*/ 1600200 w 1600200"/>
              <a:gd name="connsiteY5-498" fmla="*/ 1728569 h 1919069"/>
              <a:gd name="connsiteX6-499" fmla="*/ 1038225 w 1600200"/>
              <a:gd name="connsiteY6-500" fmla="*/ 1919069 h 1919069"/>
              <a:gd name="connsiteX7-501" fmla="*/ 0 w 1600200"/>
              <a:gd name="connsiteY7-502" fmla="*/ 376019 h 1919069"/>
              <a:gd name="connsiteX8-503" fmla="*/ 371475 w 1600200"/>
              <a:gd name="connsiteY8-504" fmla="*/ 1118 h 1919069"/>
              <a:gd name="connsiteX0-505" fmla="*/ 371475 w 1600200"/>
              <a:gd name="connsiteY0-506" fmla="*/ 1118 h 1919069"/>
              <a:gd name="connsiteX1-507" fmla="*/ 568075 w 1600200"/>
              <a:gd name="connsiteY1-508" fmla="*/ 602876 h 1919069"/>
              <a:gd name="connsiteX2-509" fmla="*/ 374089 w 1600200"/>
              <a:gd name="connsiteY2-510" fmla="*/ 646744 h 1919069"/>
              <a:gd name="connsiteX3-511" fmla="*/ 987445 w 1600200"/>
              <a:gd name="connsiteY3-512" fmla="*/ 1528815 h 1919069"/>
              <a:gd name="connsiteX4-513" fmla="*/ 1173048 w 1600200"/>
              <a:gd name="connsiteY4-514" fmla="*/ 1311482 h 1919069"/>
              <a:gd name="connsiteX5-515" fmla="*/ 1600200 w 1600200"/>
              <a:gd name="connsiteY5-516" fmla="*/ 1728569 h 1919069"/>
              <a:gd name="connsiteX6-517" fmla="*/ 1038225 w 1600200"/>
              <a:gd name="connsiteY6-518" fmla="*/ 1919069 h 1919069"/>
              <a:gd name="connsiteX7-519" fmla="*/ 0 w 1600200"/>
              <a:gd name="connsiteY7-520" fmla="*/ 376019 h 1919069"/>
              <a:gd name="connsiteX8-521" fmla="*/ 371475 w 1600200"/>
              <a:gd name="connsiteY8-522" fmla="*/ 1118 h 1919069"/>
              <a:gd name="connsiteX0-523" fmla="*/ 371475 w 1588662"/>
              <a:gd name="connsiteY0-524" fmla="*/ 1118 h 1919069"/>
              <a:gd name="connsiteX1-525" fmla="*/ 568075 w 1588662"/>
              <a:gd name="connsiteY1-526" fmla="*/ 602876 h 1919069"/>
              <a:gd name="connsiteX2-527" fmla="*/ 374089 w 1588662"/>
              <a:gd name="connsiteY2-528" fmla="*/ 646744 h 1919069"/>
              <a:gd name="connsiteX3-529" fmla="*/ 987445 w 1588662"/>
              <a:gd name="connsiteY3-530" fmla="*/ 1528815 h 1919069"/>
              <a:gd name="connsiteX4-531" fmla="*/ 1173048 w 1588662"/>
              <a:gd name="connsiteY4-532" fmla="*/ 1311482 h 1919069"/>
              <a:gd name="connsiteX5-533" fmla="*/ 1588662 w 1588662"/>
              <a:gd name="connsiteY5-534" fmla="*/ 1699723 h 1919069"/>
              <a:gd name="connsiteX6-535" fmla="*/ 1038225 w 1588662"/>
              <a:gd name="connsiteY6-536" fmla="*/ 1919069 h 1919069"/>
              <a:gd name="connsiteX7-537" fmla="*/ 0 w 1588662"/>
              <a:gd name="connsiteY7-538" fmla="*/ 376019 h 1919069"/>
              <a:gd name="connsiteX8-539" fmla="*/ 371475 w 1588662"/>
              <a:gd name="connsiteY8-540" fmla="*/ 1118 h 1919069"/>
              <a:gd name="connsiteX0-541" fmla="*/ 371475 w 1600166"/>
              <a:gd name="connsiteY0-542" fmla="*/ 1118 h 1919069"/>
              <a:gd name="connsiteX1-543" fmla="*/ 568075 w 1600166"/>
              <a:gd name="connsiteY1-544" fmla="*/ 602876 h 1919069"/>
              <a:gd name="connsiteX2-545" fmla="*/ 374089 w 1600166"/>
              <a:gd name="connsiteY2-546" fmla="*/ 646744 h 1919069"/>
              <a:gd name="connsiteX3-547" fmla="*/ 987445 w 1600166"/>
              <a:gd name="connsiteY3-548" fmla="*/ 1528815 h 1919069"/>
              <a:gd name="connsiteX4-549" fmla="*/ 1173048 w 1600166"/>
              <a:gd name="connsiteY4-550" fmla="*/ 1311482 h 1919069"/>
              <a:gd name="connsiteX5-551" fmla="*/ 1588662 w 1600166"/>
              <a:gd name="connsiteY5-552" fmla="*/ 1699723 h 1919069"/>
              <a:gd name="connsiteX6-553" fmla="*/ 1038225 w 1600166"/>
              <a:gd name="connsiteY6-554" fmla="*/ 1919069 h 1919069"/>
              <a:gd name="connsiteX7-555" fmla="*/ 0 w 1600166"/>
              <a:gd name="connsiteY7-556" fmla="*/ 376019 h 1919069"/>
              <a:gd name="connsiteX8-557" fmla="*/ 371475 w 1600166"/>
              <a:gd name="connsiteY8-558" fmla="*/ 1118 h 1919069"/>
              <a:gd name="connsiteX0-559" fmla="*/ 371475 w 1600166"/>
              <a:gd name="connsiteY0-560" fmla="*/ 1118 h 1919069"/>
              <a:gd name="connsiteX1-561" fmla="*/ 568075 w 1600166"/>
              <a:gd name="connsiteY1-562" fmla="*/ 602876 h 1919069"/>
              <a:gd name="connsiteX2-563" fmla="*/ 374089 w 1600166"/>
              <a:gd name="connsiteY2-564" fmla="*/ 646744 h 1919069"/>
              <a:gd name="connsiteX3-565" fmla="*/ 987445 w 1600166"/>
              <a:gd name="connsiteY3-566" fmla="*/ 1528815 h 1919069"/>
              <a:gd name="connsiteX4-567" fmla="*/ 1173048 w 1600166"/>
              <a:gd name="connsiteY4-568" fmla="*/ 1311482 h 1919069"/>
              <a:gd name="connsiteX5-569" fmla="*/ 1588662 w 1600166"/>
              <a:gd name="connsiteY5-570" fmla="*/ 1699723 h 1919069"/>
              <a:gd name="connsiteX6-571" fmla="*/ 1038225 w 1600166"/>
              <a:gd name="connsiteY6-572" fmla="*/ 1919069 h 1919069"/>
              <a:gd name="connsiteX7-573" fmla="*/ 0 w 1600166"/>
              <a:gd name="connsiteY7-574" fmla="*/ 376019 h 1919069"/>
              <a:gd name="connsiteX8-575" fmla="*/ 371475 w 1600166"/>
              <a:gd name="connsiteY8-576" fmla="*/ 1118 h 1919069"/>
              <a:gd name="connsiteX0-577" fmla="*/ 371475 w 1596260"/>
              <a:gd name="connsiteY0-578" fmla="*/ 1118 h 1919069"/>
              <a:gd name="connsiteX1-579" fmla="*/ 568075 w 1596260"/>
              <a:gd name="connsiteY1-580" fmla="*/ 602876 h 1919069"/>
              <a:gd name="connsiteX2-581" fmla="*/ 374089 w 1596260"/>
              <a:gd name="connsiteY2-582" fmla="*/ 646744 h 1919069"/>
              <a:gd name="connsiteX3-583" fmla="*/ 987445 w 1596260"/>
              <a:gd name="connsiteY3-584" fmla="*/ 1528815 h 1919069"/>
              <a:gd name="connsiteX4-585" fmla="*/ 1173048 w 1596260"/>
              <a:gd name="connsiteY4-586" fmla="*/ 1311482 h 1919069"/>
              <a:gd name="connsiteX5-587" fmla="*/ 1588662 w 1596260"/>
              <a:gd name="connsiteY5-588" fmla="*/ 1699723 h 1919069"/>
              <a:gd name="connsiteX6-589" fmla="*/ 1038225 w 1596260"/>
              <a:gd name="connsiteY6-590" fmla="*/ 1919069 h 1919069"/>
              <a:gd name="connsiteX7-591" fmla="*/ 0 w 1596260"/>
              <a:gd name="connsiteY7-592" fmla="*/ 376019 h 1919069"/>
              <a:gd name="connsiteX8-593" fmla="*/ 371475 w 1596260"/>
              <a:gd name="connsiteY8-594" fmla="*/ 1118 h 1919069"/>
              <a:gd name="connsiteX0-595" fmla="*/ 371475 w 1596260"/>
              <a:gd name="connsiteY0-596" fmla="*/ 1118 h 1919069"/>
              <a:gd name="connsiteX1-597" fmla="*/ 568075 w 1596260"/>
              <a:gd name="connsiteY1-598" fmla="*/ 602876 h 1919069"/>
              <a:gd name="connsiteX2-599" fmla="*/ 374089 w 1596260"/>
              <a:gd name="connsiteY2-600" fmla="*/ 646744 h 1919069"/>
              <a:gd name="connsiteX3-601" fmla="*/ 987445 w 1596260"/>
              <a:gd name="connsiteY3-602" fmla="*/ 1528815 h 1919069"/>
              <a:gd name="connsiteX4-603" fmla="*/ 1173048 w 1596260"/>
              <a:gd name="connsiteY4-604" fmla="*/ 1311482 h 1919069"/>
              <a:gd name="connsiteX5-605" fmla="*/ 1588662 w 1596260"/>
              <a:gd name="connsiteY5-606" fmla="*/ 1699723 h 1919069"/>
              <a:gd name="connsiteX6-607" fmla="*/ 1038225 w 1596260"/>
              <a:gd name="connsiteY6-608" fmla="*/ 1919069 h 1919069"/>
              <a:gd name="connsiteX7-609" fmla="*/ 0 w 1596260"/>
              <a:gd name="connsiteY7-610" fmla="*/ 376019 h 1919069"/>
              <a:gd name="connsiteX8-611" fmla="*/ 371475 w 1596260"/>
              <a:gd name="connsiteY8-612" fmla="*/ 1118 h 1919069"/>
              <a:gd name="connsiteX0-613" fmla="*/ 371475 w 1596260"/>
              <a:gd name="connsiteY0-614" fmla="*/ 1118 h 1946976"/>
              <a:gd name="connsiteX1-615" fmla="*/ 568075 w 1596260"/>
              <a:gd name="connsiteY1-616" fmla="*/ 602876 h 1946976"/>
              <a:gd name="connsiteX2-617" fmla="*/ 374089 w 1596260"/>
              <a:gd name="connsiteY2-618" fmla="*/ 646744 h 1946976"/>
              <a:gd name="connsiteX3-619" fmla="*/ 987445 w 1596260"/>
              <a:gd name="connsiteY3-620" fmla="*/ 1528815 h 1946976"/>
              <a:gd name="connsiteX4-621" fmla="*/ 1173048 w 1596260"/>
              <a:gd name="connsiteY4-622" fmla="*/ 1311482 h 1946976"/>
              <a:gd name="connsiteX5-623" fmla="*/ 1588662 w 1596260"/>
              <a:gd name="connsiteY5-624" fmla="*/ 1699723 h 1946976"/>
              <a:gd name="connsiteX6-625" fmla="*/ 1038225 w 1596260"/>
              <a:gd name="connsiteY6-626" fmla="*/ 1919069 h 1946976"/>
              <a:gd name="connsiteX7-627" fmla="*/ 0 w 1596260"/>
              <a:gd name="connsiteY7-628" fmla="*/ 376019 h 1946976"/>
              <a:gd name="connsiteX8-629" fmla="*/ 371475 w 1596260"/>
              <a:gd name="connsiteY8-630" fmla="*/ 1118 h 1946976"/>
              <a:gd name="connsiteX0-631" fmla="*/ 357053 w 1581838"/>
              <a:gd name="connsiteY0-632" fmla="*/ 1118 h 1946976"/>
              <a:gd name="connsiteX1-633" fmla="*/ 553653 w 1581838"/>
              <a:gd name="connsiteY1-634" fmla="*/ 602876 h 1946976"/>
              <a:gd name="connsiteX2-635" fmla="*/ 359667 w 1581838"/>
              <a:gd name="connsiteY2-636" fmla="*/ 646744 h 1946976"/>
              <a:gd name="connsiteX3-637" fmla="*/ 973023 w 1581838"/>
              <a:gd name="connsiteY3-638" fmla="*/ 1528815 h 1946976"/>
              <a:gd name="connsiteX4-639" fmla="*/ 1158626 w 1581838"/>
              <a:gd name="connsiteY4-640" fmla="*/ 1311482 h 1946976"/>
              <a:gd name="connsiteX5-641" fmla="*/ 1574240 w 1581838"/>
              <a:gd name="connsiteY5-642" fmla="*/ 1699723 h 1946976"/>
              <a:gd name="connsiteX6-643" fmla="*/ 1023803 w 1581838"/>
              <a:gd name="connsiteY6-644" fmla="*/ 1919069 h 1946976"/>
              <a:gd name="connsiteX7-645" fmla="*/ 0 w 1581838"/>
              <a:gd name="connsiteY7-646" fmla="*/ 378903 h 1946976"/>
              <a:gd name="connsiteX8-647" fmla="*/ 357053 w 1581838"/>
              <a:gd name="connsiteY8-648" fmla="*/ 1118 h 1946976"/>
              <a:gd name="connsiteX0-649" fmla="*/ 357053 w 1581838"/>
              <a:gd name="connsiteY0-650" fmla="*/ 1118 h 1946976"/>
              <a:gd name="connsiteX1-651" fmla="*/ 553653 w 1581838"/>
              <a:gd name="connsiteY1-652" fmla="*/ 602876 h 1946976"/>
              <a:gd name="connsiteX2-653" fmla="*/ 359667 w 1581838"/>
              <a:gd name="connsiteY2-654" fmla="*/ 646744 h 1946976"/>
              <a:gd name="connsiteX3-655" fmla="*/ 973023 w 1581838"/>
              <a:gd name="connsiteY3-656" fmla="*/ 1528815 h 1946976"/>
              <a:gd name="connsiteX4-657" fmla="*/ 1158626 w 1581838"/>
              <a:gd name="connsiteY4-658" fmla="*/ 1311482 h 1946976"/>
              <a:gd name="connsiteX5-659" fmla="*/ 1574240 w 1581838"/>
              <a:gd name="connsiteY5-660" fmla="*/ 1699723 h 1946976"/>
              <a:gd name="connsiteX6-661" fmla="*/ 1023803 w 1581838"/>
              <a:gd name="connsiteY6-662" fmla="*/ 1919069 h 1946976"/>
              <a:gd name="connsiteX7-663" fmla="*/ 0 w 1581838"/>
              <a:gd name="connsiteY7-664" fmla="*/ 378903 h 1946976"/>
              <a:gd name="connsiteX8-665" fmla="*/ 357053 w 1581838"/>
              <a:gd name="connsiteY8-666" fmla="*/ 1118 h 1946976"/>
              <a:gd name="connsiteX0-667" fmla="*/ 357053 w 1581838"/>
              <a:gd name="connsiteY0-668" fmla="*/ 1118 h 1946976"/>
              <a:gd name="connsiteX1-669" fmla="*/ 553653 w 1581838"/>
              <a:gd name="connsiteY1-670" fmla="*/ 602876 h 1946976"/>
              <a:gd name="connsiteX2-671" fmla="*/ 359667 w 1581838"/>
              <a:gd name="connsiteY2-672" fmla="*/ 646744 h 1946976"/>
              <a:gd name="connsiteX3-673" fmla="*/ 973023 w 1581838"/>
              <a:gd name="connsiteY3-674" fmla="*/ 1528815 h 1946976"/>
              <a:gd name="connsiteX4-675" fmla="*/ 1158626 w 1581838"/>
              <a:gd name="connsiteY4-676" fmla="*/ 1311482 h 1946976"/>
              <a:gd name="connsiteX5-677" fmla="*/ 1574240 w 1581838"/>
              <a:gd name="connsiteY5-678" fmla="*/ 1699723 h 1946976"/>
              <a:gd name="connsiteX6-679" fmla="*/ 1023803 w 1581838"/>
              <a:gd name="connsiteY6-680" fmla="*/ 1919069 h 1946976"/>
              <a:gd name="connsiteX7-681" fmla="*/ 0 w 1581838"/>
              <a:gd name="connsiteY7-682" fmla="*/ 378903 h 1946976"/>
              <a:gd name="connsiteX8-683" fmla="*/ 357053 w 1581838"/>
              <a:gd name="connsiteY8-684" fmla="*/ 1118 h 1946976"/>
              <a:gd name="connsiteX0-685" fmla="*/ 333976 w 1558761"/>
              <a:gd name="connsiteY0-686" fmla="*/ 1118 h 1946976"/>
              <a:gd name="connsiteX1-687" fmla="*/ 530576 w 1558761"/>
              <a:gd name="connsiteY1-688" fmla="*/ 602876 h 1946976"/>
              <a:gd name="connsiteX2-689" fmla="*/ 336590 w 1558761"/>
              <a:gd name="connsiteY2-690" fmla="*/ 646744 h 1946976"/>
              <a:gd name="connsiteX3-691" fmla="*/ 949946 w 1558761"/>
              <a:gd name="connsiteY3-692" fmla="*/ 1528815 h 1946976"/>
              <a:gd name="connsiteX4-693" fmla="*/ 1135549 w 1558761"/>
              <a:gd name="connsiteY4-694" fmla="*/ 1311482 h 1946976"/>
              <a:gd name="connsiteX5-695" fmla="*/ 1551163 w 1558761"/>
              <a:gd name="connsiteY5-696" fmla="*/ 1699723 h 1946976"/>
              <a:gd name="connsiteX6-697" fmla="*/ 1000726 w 1558761"/>
              <a:gd name="connsiteY6-698" fmla="*/ 1919069 h 1946976"/>
              <a:gd name="connsiteX7-699" fmla="*/ 0 w 1558761"/>
              <a:gd name="connsiteY7-700" fmla="*/ 390441 h 1946976"/>
              <a:gd name="connsiteX8-701" fmla="*/ 333976 w 1558761"/>
              <a:gd name="connsiteY8-702" fmla="*/ 1118 h 1946976"/>
              <a:gd name="connsiteX0-703" fmla="*/ 335877 w 1560662"/>
              <a:gd name="connsiteY0-704" fmla="*/ 1118 h 1946976"/>
              <a:gd name="connsiteX1-705" fmla="*/ 532477 w 1560662"/>
              <a:gd name="connsiteY1-706" fmla="*/ 602876 h 1946976"/>
              <a:gd name="connsiteX2-707" fmla="*/ 338491 w 1560662"/>
              <a:gd name="connsiteY2-708" fmla="*/ 646744 h 1946976"/>
              <a:gd name="connsiteX3-709" fmla="*/ 951847 w 1560662"/>
              <a:gd name="connsiteY3-710" fmla="*/ 1528815 h 1946976"/>
              <a:gd name="connsiteX4-711" fmla="*/ 1137450 w 1560662"/>
              <a:gd name="connsiteY4-712" fmla="*/ 1311482 h 1946976"/>
              <a:gd name="connsiteX5-713" fmla="*/ 1553064 w 1560662"/>
              <a:gd name="connsiteY5-714" fmla="*/ 1699723 h 1946976"/>
              <a:gd name="connsiteX6-715" fmla="*/ 1002627 w 1560662"/>
              <a:gd name="connsiteY6-716" fmla="*/ 1919069 h 1946976"/>
              <a:gd name="connsiteX7-717" fmla="*/ 1901 w 1560662"/>
              <a:gd name="connsiteY7-718" fmla="*/ 390441 h 1946976"/>
              <a:gd name="connsiteX8-719" fmla="*/ 335877 w 1560662"/>
              <a:gd name="connsiteY8-720" fmla="*/ 1118 h 1946976"/>
              <a:gd name="connsiteX0-721" fmla="*/ 335877 w 1560662"/>
              <a:gd name="connsiteY0-722" fmla="*/ 1118 h 1946976"/>
              <a:gd name="connsiteX1-723" fmla="*/ 532477 w 1560662"/>
              <a:gd name="connsiteY1-724" fmla="*/ 602876 h 1946976"/>
              <a:gd name="connsiteX2-725" fmla="*/ 338491 w 1560662"/>
              <a:gd name="connsiteY2-726" fmla="*/ 646744 h 1946976"/>
              <a:gd name="connsiteX3-727" fmla="*/ 951847 w 1560662"/>
              <a:gd name="connsiteY3-728" fmla="*/ 1528815 h 1946976"/>
              <a:gd name="connsiteX4-729" fmla="*/ 1137450 w 1560662"/>
              <a:gd name="connsiteY4-730" fmla="*/ 1311482 h 1946976"/>
              <a:gd name="connsiteX5-731" fmla="*/ 1553064 w 1560662"/>
              <a:gd name="connsiteY5-732" fmla="*/ 1699723 h 1946976"/>
              <a:gd name="connsiteX6-733" fmla="*/ 1002627 w 1560662"/>
              <a:gd name="connsiteY6-734" fmla="*/ 1919069 h 1946976"/>
              <a:gd name="connsiteX7-735" fmla="*/ 1901 w 1560662"/>
              <a:gd name="connsiteY7-736" fmla="*/ 390441 h 1946976"/>
              <a:gd name="connsiteX8-737" fmla="*/ 335877 w 1560662"/>
              <a:gd name="connsiteY8-738" fmla="*/ 1118 h 1946976"/>
              <a:gd name="connsiteX0-739" fmla="*/ 335877 w 1560662"/>
              <a:gd name="connsiteY0-740" fmla="*/ 1118 h 1946976"/>
              <a:gd name="connsiteX1-741" fmla="*/ 532477 w 1560662"/>
              <a:gd name="connsiteY1-742" fmla="*/ 602876 h 1946976"/>
              <a:gd name="connsiteX2-743" fmla="*/ 338491 w 1560662"/>
              <a:gd name="connsiteY2-744" fmla="*/ 646744 h 1946976"/>
              <a:gd name="connsiteX3-745" fmla="*/ 951847 w 1560662"/>
              <a:gd name="connsiteY3-746" fmla="*/ 1528815 h 1946976"/>
              <a:gd name="connsiteX4-747" fmla="*/ 1137450 w 1560662"/>
              <a:gd name="connsiteY4-748" fmla="*/ 1311482 h 1946976"/>
              <a:gd name="connsiteX5-749" fmla="*/ 1553064 w 1560662"/>
              <a:gd name="connsiteY5-750" fmla="*/ 1699723 h 1946976"/>
              <a:gd name="connsiteX6-751" fmla="*/ 1002627 w 1560662"/>
              <a:gd name="connsiteY6-752" fmla="*/ 1919069 h 1946976"/>
              <a:gd name="connsiteX7-753" fmla="*/ 1901 w 1560662"/>
              <a:gd name="connsiteY7-754" fmla="*/ 390441 h 1946976"/>
              <a:gd name="connsiteX8-755" fmla="*/ 335877 w 1560662"/>
              <a:gd name="connsiteY8-756" fmla="*/ 1118 h 1946976"/>
              <a:gd name="connsiteX0-757" fmla="*/ 335877 w 1560662"/>
              <a:gd name="connsiteY0-758" fmla="*/ 1118 h 1946976"/>
              <a:gd name="connsiteX1-759" fmla="*/ 532477 w 1560662"/>
              <a:gd name="connsiteY1-760" fmla="*/ 602876 h 1946976"/>
              <a:gd name="connsiteX2-761" fmla="*/ 344260 w 1560662"/>
              <a:gd name="connsiteY2-762" fmla="*/ 655398 h 1946976"/>
              <a:gd name="connsiteX3-763" fmla="*/ 951847 w 1560662"/>
              <a:gd name="connsiteY3-764" fmla="*/ 1528815 h 1946976"/>
              <a:gd name="connsiteX4-765" fmla="*/ 1137450 w 1560662"/>
              <a:gd name="connsiteY4-766" fmla="*/ 1311482 h 1946976"/>
              <a:gd name="connsiteX5-767" fmla="*/ 1553064 w 1560662"/>
              <a:gd name="connsiteY5-768" fmla="*/ 1699723 h 1946976"/>
              <a:gd name="connsiteX6-769" fmla="*/ 1002627 w 1560662"/>
              <a:gd name="connsiteY6-770" fmla="*/ 1919069 h 1946976"/>
              <a:gd name="connsiteX7-771" fmla="*/ 1901 w 1560662"/>
              <a:gd name="connsiteY7-772" fmla="*/ 390441 h 1946976"/>
              <a:gd name="connsiteX8-773" fmla="*/ 335877 w 1560662"/>
              <a:gd name="connsiteY8-774" fmla="*/ 1118 h 1946976"/>
              <a:gd name="connsiteX0-775" fmla="*/ 335877 w 1560662"/>
              <a:gd name="connsiteY0-776" fmla="*/ 196 h 1946054"/>
              <a:gd name="connsiteX1-777" fmla="*/ 532477 w 1560662"/>
              <a:gd name="connsiteY1-778" fmla="*/ 601954 h 1946054"/>
              <a:gd name="connsiteX2-779" fmla="*/ 344260 w 1560662"/>
              <a:gd name="connsiteY2-780" fmla="*/ 654476 h 1946054"/>
              <a:gd name="connsiteX3-781" fmla="*/ 951847 w 1560662"/>
              <a:gd name="connsiteY3-782" fmla="*/ 1527893 h 1946054"/>
              <a:gd name="connsiteX4-783" fmla="*/ 1137450 w 1560662"/>
              <a:gd name="connsiteY4-784" fmla="*/ 1310560 h 1946054"/>
              <a:gd name="connsiteX5-785" fmla="*/ 1553064 w 1560662"/>
              <a:gd name="connsiteY5-786" fmla="*/ 1698801 h 1946054"/>
              <a:gd name="connsiteX6-787" fmla="*/ 1002627 w 1560662"/>
              <a:gd name="connsiteY6-788" fmla="*/ 1918147 h 1946054"/>
              <a:gd name="connsiteX7-789" fmla="*/ 1901 w 1560662"/>
              <a:gd name="connsiteY7-790" fmla="*/ 389519 h 1946054"/>
              <a:gd name="connsiteX8-791" fmla="*/ 335877 w 1560662"/>
              <a:gd name="connsiteY8-792" fmla="*/ 196 h 1946054"/>
              <a:gd name="connsiteX0-793" fmla="*/ 332898 w 1560662"/>
              <a:gd name="connsiteY0-794" fmla="*/ 199 h 1937121"/>
              <a:gd name="connsiteX1-795" fmla="*/ 532477 w 1560662"/>
              <a:gd name="connsiteY1-796" fmla="*/ 593021 h 1937121"/>
              <a:gd name="connsiteX2-797" fmla="*/ 344260 w 1560662"/>
              <a:gd name="connsiteY2-798" fmla="*/ 645543 h 1937121"/>
              <a:gd name="connsiteX3-799" fmla="*/ 951847 w 1560662"/>
              <a:gd name="connsiteY3-800" fmla="*/ 1518960 h 1937121"/>
              <a:gd name="connsiteX4-801" fmla="*/ 1137450 w 1560662"/>
              <a:gd name="connsiteY4-802" fmla="*/ 1301627 h 1937121"/>
              <a:gd name="connsiteX5-803" fmla="*/ 1553064 w 1560662"/>
              <a:gd name="connsiteY5-804" fmla="*/ 1689868 h 1937121"/>
              <a:gd name="connsiteX6-805" fmla="*/ 1002627 w 1560662"/>
              <a:gd name="connsiteY6-806" fmla="*/ 1909214 h 1937121"/>
              <a:gd name="connsiteX7-807" fmla="*/ 1901 w 1560662"/>
              <a:gd name="connsiteY7-808" fmla="*/ 380586 h 1937121"/>
              <a:gd name="connsiteX8-809" fmla="*/ 332898 w 1560662"/>
              <a:gd name="connsiteY8-810" fmla="*/ 199 h 1937121"/>
              <a:gd name="connsiteX0-811" fmla="*/ 332898 w 1560662"/>
              <a:gd name="connsiteY0-812" fmla="*/ 199 h 1937121"/>
              <a:gd name="connsiteX1-813" fmla="*/ 532477 w 1560662"/>
              <a:gd name="connsiteY1-814" fmla="*/ 593021 h 1937121"/>
              <a:gd name="connsiteX2-815" fmla="*/ 344260 w 1560662"/>
              <a:gd name="connsiteY2-816" fmla="*/ 645543 h 1937121"/>
              <a:gd name="connsiteX3-817" fmla="*/ 951847 w 1560662"/>
              <a:gd name="connsiteY3-818" fmla="*/ 1518960 h 1937121"/>
              <a:gd name="connsiteX4-819" fmla="*/ 1137450 w 1560662"/>
              <a:gd name="connsiteY4-820" fmla="*/ 1301627 h 1937121"/>
              <a:gd name="connsiteX5-821" fmla="*/ 1553064 w 1560662"/>
              <a:gd name="connsiteY5-822" fmla="*/ 1689868 h 1937121"/>
              <a:gd name="connsiteX6-823" fmla="*/ 1002627 w 1560662"/>
              <a:gd name="connsiteY6-824" fmla="*/ 1909214 h 1937121"/>
              <a:gd name="connsiteX7-825" fmla="*/ 1901 w 1560662"/>
              <a:gd name="connsiteY7-826" fmla="*/ 380586 h 1937121"/>
              <a:gd name="connsiteX8-827" fmla="*/ 332898 w 1560662"/>
              <a:gd name="connsiteY8-828" fmla="*/ 199 h 1937121"/>
              <a:gd name="connsiteX0-829" fmla="*/ 332898 w 1560662"/>
              <a:gd name="connsiteY0-830" fmla="*/ 199 h 1937121"/>
              <a:gd name="connsiteX1-831" fmla="*/ 532477 w 1560662"/>
              <a:gd name="connsiteY1-832" fmla="*/ 593021 h 1937121"/>
              <a:gd name="connsiteX2-833" fmla="*/ 344260 w 1560662"/>
              <a:gd name="connsiteY2-834" fmla="*/ 645543 h 1937121"/>
              <a:gd name="connsiteX3-835" fmla="*/ 951847 w 1560662"/>
              <a:gd name="connsiteY3-836" fmla="*/ 1518960 h 1937121"/>
              <a:gd name="connsiteX4-837" fmla="*/ 1137450 w 1560662"/>
              <a:gd name="connsiteY4-838" fmla="*/ 1301627 h 1937121"/>
              <a:gd name="connsiteX5-839" fmla="*/ 1553064 w 1560662"/>
              <a:gd name="connsiteY5-840" fmla="*/ 1689868 h 1937121"/>
              <a:gd name="connsiteX6-841" fmla="*/ 1002627 w 1560662"/>
              <a:gd name="connsiteY6-842" fmla="*/ 1909214 h 1937121"/>
              <a:gd name="connsiteX7-843" fmla="*/ 1901 w 1560662"/>
              <a:gd name="connsiteY7-844" fmla="*/ 380586 h 1937121"/>
              <a:gd name="connsiteX8-845" fmla="*/ 332898 w 1560662"/>
              <a:gd name="connsiteY8-846" fmla="*/ 199 h 1937121"/>
              <a:gd name="connsiteX0-847" fmla="*/ 332898 w 1565431"/>
              <a:gd name="connsiteY0-848" fmla="*/ 199 h 1937121"/>
              <a:gd name="connsiteX1-849" fmla="*/ 532477 w 1565431"/>
              <a:gd name="connsiteY1-850" fmla="*/ 593021 h 1937121"/>
              <a:gd name="connsiteX2-851" fmla="*/ 344260 w 1565431"/>
              <a:gd name="connsiteY2-852" fmla="*/ 645543 h 1937121"/>
              <a:gd name="connsiteX3-853" fmla="*/ 951847 w 1565431"/>
              <a:gd name="connsiteY3-854" fmla="*/ 1518960 h 1937121"/>
              <a:gd name="connsiteX4-855" fmla="*/ 1137450 w 1565431"/>
              <a:gd name="connsiteY4-856" fmla="*/ 1301627 h 1937121"/>
              <a:gd name="connsiteX5-857" fmla="*/ 1553064 w 1565431"/>
              <a:gd name="connsiteY5-858" fmla="*/ 1689868 h 1937121"/>
              <a:gd name="connsiteX6-859" fmla="*/ 1002627 w 1565431"/>
              <a:gd name="connsiteY6-860" fmla="*/ 1909214 h 1937121"/>
              <a:gd name="connsiteX7-861" fmla="*/ 1901 w 1565431"/>
              <a:gd name="connsiteY7-862" fmla="*/ 380586 h 1937121"/>
              <a:gd name="connsiteX8-863" fmla="*/ 332898 w 1565431"/>
              <a:gd name="connsiteY8-864" fmla="*/ 199 h 1937121"/>
              <a:gd name="connsiteX0-865" fmla="*/ 332898 w 1565431"/>
              <a:gd name="connsiteY0-866" fmla="*/ 199 h 1937121"/>
              <a:gd name="connsiteX1-867" fmla="*/ 532477 w 1565431"/>
              <a:gd name="connsiteY1-868" fmla="*/ 593021 h 1937121"/>
              <a:gd name="connsiteX2-869" fmla="*/ 344260 w 1565431"/>
              <a:gd name="connsiteY2-870" fmla="*/ 645543 h 1937121"/>
              <a:gd name="connsiteX3-871" fmla="*/ 951847 w 1565431"/>
              <a:gd name="connsiteY3-872" fmla="*/ 1518960 h 1937121"/>
              <a:gd name="connsiteX4-873" fmla="*/ 1137450 w 1565431"/>
              <a:gd name="connsiteY4-874" fmla="*/ 1301627 h 1937121"/>
              <a:gd name="connsiteX5-875" fmla="*/ 1553064 w 1565431"/>
              <a:gd name="connsiteY5-876" fmla="*/ 1689868 h 1937121"/>
              <a:gd name="connsiteX6-877" fmla="*/ 1002627 w 1565431"/>
              <a:gd name="connsiteY6-878" fmla="*/ 1909214 h 1937121"/>
              <a:gd name="connsiteX7-879" fmla="*/ 1901 w 1565431"/>
              <a:gd name="connsiteY7-880" fmla="*/ 380586 h 1937121"/>
              <a:gd name="connsiteX8-881" fmla="*/ 332898 w 1565431"/>
              <a:gd name="connsiteY8-882" fmla="*/ 199 h 19371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/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/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/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/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/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/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/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/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/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/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/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/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/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/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/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/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/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/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/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/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/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-1" fmla="*/ 280204 w 1489775"/>
              <a:gd name="connsiteY0-2" fmla="*/ 750754 h 3923699"/>
              <a:gd name="connsiteX1-3" fmla="*/ 1209570 w 1489775"/>
              <a:gd name="connsiteY1-4" fmla="*/ 750754 h 3923699"/>
              <a:gd name="connsiteX2-5" fmla="*/ 1489774 w 1489775"/>
              <a:gd name="connsiteY2-6" fmla="*/ 1030958 h 3923699"/>
              <a:gd name="connsiteX3-7" fmla="*/ 1489774 w 1489775"/>
              <a:gd name="connsiteY3-8" fmla="*/ 1293518 h 3923699"/>
              <a:gd name="connsiteX4-9" fmla="*/ 1489775 w 1489775"/>
              <a:gd name="connsiteY4-10" fmla="*/ 1293518 h 3923699"/>
              <a:gd name="connsiteX5-11" fmla="*/ 1489775 w 1489775"/>
              <a:gd name="connsiteY5-12" fmla="*/ 2063902 h 3923699"/>
              <a:gd name="connsiteX6-13" fmla="*/ 1345759 w 1489775"/>
              <a:gd name="connsiteY6-14" fmla="*/ 2207918 h 3923699"/>
              <a:gd name="connsiteX7-15" fmla="*/ 1201743 w 1489775"/>
              <a:gd name="connsiteY7-16" fmla="*/ 2063902 h 3923699"/>
              <a:gd name="connsiteX8-17" fmla="*/ 1201743 w 1489775"/>
              <a:gd name="connsiteY8-18" fmla="*/ 1390678 h 3923699"/>
              <a:gd name="connsiteX9-19" fmla="*/ 1158887 w 1489775"/>
              <a:gd name="connsiteY9-20" fmla="*/ 1390678 h 3923699"/>
              <a:gd name="connsiteX10-21" fmla="*/ 1151853 w 1489775"/>
              <a:gd name="connsiteY10-22" fmla="*/ 3743699 h 3923699"/>
              <a:gd name="connsiteX11-23" fmla="*/ 971853 w 1489775"/>
              <a:gd name="connsiteY11-24" fmla="*/ 3923699 h 3923699"/>
              <a:gd name="connsiteX12-25" fmla="*/ 791853 w 1489775"/>
              <a:gd name="connsiteY12-26" fmla="*/ 3743699 h 3923699"/>
              <a:gd name="connsiteX13-27" fmla="*/ 791853 w 1489775"/>
              <a:gd name="connsiteY13-28" fmla="*/ 2305078 h 3923699"/>
              <a:gd name="connsiteX14-29" fmla="*/ 683854 w 1489775"/>
              <a:gd name="connsiteY14-30" fmla="*/ 2305078 h 3923699"/>
              <a:gd name="connsiteX15-31" fmla="*/ 683854 w 1489775"/>
              <a:gd name="connsiteY15-32" fmla="*/ 3743698 h 3923699"/>
              <a:gd name="connsiteX16-33" fmla="*/ 503854 w 1489775"/>
              <a:gd name="connsiteY16-34" fmla="*/ 3923698 h 3923699"/>
              <a:gd name="connsiteX17-35" fmla="*/ 323854 w 1489775"/>
              <a:gd name="connsiteY17-36" fmla="*/ 3743698 h 3923699"/>
              <a:gd name="connsiteX18-37" fmla="*/ 323854 w 1489775"/>
              <a:gd name="connsiteY18-38" fmla="*/ 2238914 h 3923699"/>
              <a:gd name="connsiteX19-39" fmla="*/ 330887 w 1489775"/>
              <a:gd name="connsiteY19-40" fmla="*/ 2238914 h 3923699"/>
              <a:gd name="connsiteX20-41" fmla="*/ 330887 w 1489775"/>
              <a:gd name="connsiteY20-42" fmla="*/ 1390678 h 3923699"/>
              <a:gd name="connsiteX21-43" fmla="*/ 288033 w 1489775"/>
              <a:gd name="connsiteY21-44" fmla="*/ 1390678 h 3923699"/>
              <a:gd name="connsiteX22-45" fmla="*/ 288033 w 1489775"/>
              <a:gd name="connsiteY22-46" fmla="*/ 2063902 h 3923699"/>
              <a:gd name="connsiteX23-47" fmla="*/ 144017 w 1489775"/>
              <a:gd name="connsiteY23-48" fmla="*/ 2207918 h 3923699"/>
              <a:gd name="connsiteX24-49" fmla="*/ 1 w 1489775"/>
              <a:gd name="connsiteY24-50" fmla="*/ 2063902 h 3923699"/>
              <a:gd name="connsiteX25-51" fmla="*/ 1 w 1489775"/>
              <a:gd name="connsiteY25-52" fmla="*/ 1390678 h 3923699"/>
              <a:gd name="connsiteX26-53" fmla="*/ 0 w 1489775"/>
              <a:gd name="connsiteY26-54" fmla="*/ 1390678 h 3923699"/>
              <a:gd name="connsiteX27-55" fmla="*/ 0 w 1489775"/>
              <a:gd name="connsiteY27-56" fmla="*/ 1030958 h 3923699"/>
              <a:gd name="connsiteX28-57" fmla="*/ 280204 w 1489775"/>
              <a:gd name="connsiteY28-58" fmla="*/ 750754 h 3923699"/>
              <a:gd name="connsiteX29-59" fmla="*/ 744888 w 1489775"/>
              <a:gd name="connsiteY29-60" fmla="*/ 0 h 3923699"/>
              <a:gd name="connsiteX30-61" fmla="*/ 1082199 w 1489775"/>
              <a:gd name="connsiteY30-62" fmla="*/ 337311 h 3923699"/>
              <a:gd name="connsiteX31-63" fmla="*/ 744888 w 1489775"/>
              <a:gd name="connsiteY31-64" fmla="*/ 674622 h 3923699"/>
              <a:gd name="connsiteX32-65" fmla="*/ 407577 w 1489775"/>
              <a:gd name="connsiteY32-66" fmla="*/ 337311 h 3923699"/>
              <a:gd name="connsiteX33-67" fmla="*/ 744888 w 1489775"/>
              <a:gd name="connsiteY33-68" fmla="*/ 0 h 3923699"/>
              <a:gd name="connsiteX0-69" fmla="*/ 280204 w 1489775"/>
              <a:gd name="connsiteY0-70" fmla="*/ 750754 h 3923699"/>
              <a:gd name="connsiteX1-71" fmla="*/ 1209570 w 1489775"/>
              <a:gd name="connsiteY1-72" fmla="*/ 750754 h 3923699"/>
              <a:gd name="connsiteX2-73" fmla="*/ 1489774 w 1489775"/>
              <a:gd name="connsiteY2-74" fmla="*/ 1030958 h 3923699"/>
              <a:gd name="connsiteX3-75" fmla="*/ 1489774 w 1489775"/>
              <a:gd name="connsiteY3-76" fmla="*/ 1293518 h 3923699"/>
              <a:gd name="connsiteX4-77" fmla="*/ 1489775 w 1489775"/>
              <a:gd name="connsiteY4-78" fmla="*/ 1293518 h 3923699"/>
              <a:gd name="connsiteX5-79" fmla="*/ 1489775 w 1489775"/>
              <a:gd name="connsiteY5-80" fmla="*/ 2063902 h 3923699"/>
              <a:gd name="connsiteX6-81" fmla="*/ 1345759 w 1489775"/>
              <a:gd name="connsiteY6-82" fmla="*/ 2207918 h 3923699"/>
              <a:gd name="connsiteX7-83" fmla="*/ 1201743 w 1489775"/>
              <a:gd name="connsiteY7-84" fmla="*/ 2063902 h 3923699"/>
              <a:gd name="connsiteX8-85" fmla="*/ 1201743 w 1489775"/>
              <a:gd name="connsiteY8-86" fmla="*/ 1390678 h 3923699"/>
              <a:gd name="connsiteX9-87" fmla="*/ 1158887 w 1489775"/>
              <a:gd name="connsiteY9-88" fmla="*/ 1390678 h 3923699"/>
              <a:gd name="connsiteX10-89" fmla="*/ 1151853 w 1489775"/>
              <a:gd name="connsiteY10-90" fmla="*/ 3743699 h 3923699"/>
              <a:gd name="connsiteX11-91" fmla="*/ 971853 w 1489775"/>
              <a:gd name="connsiteY11-92" fmla="*/ 3923699 h 3923699"/>
              <a:gd name="connsiteX12-93" fmla="*/ 791853 w 1489775"/>
              <a:gd name="connsiteY12-94" fmla="*/ 3743699 h 3923699"/>
              <a:gd name="connsiteX13-95" fmla="*/ 791853 w 1489775"/>
              <a:gd name="connsiteY13-96" fmla="*/ 2305078 h 3923699"/>
              <a:gd name="connsiteX14-97" fmla="*/ 683854 w 1489775"/>
              <a:gd name="connsiteY14-98" fmla="*/ 2305078 h 3923699"/>
              <a:gd name="connsiteX15-99" fmla="*/ 683854 w 1489775"/>
              <a:gd name="connsiteY15-100" fmla="*/ 3743698 h 3923699"/>
              <a:gd name="connsiteX16-101" fmla="*/ 503854 w 1489775"/>
              <a:gd name="connsiteY16-102" fmla="*/ 3923698 h 3923699"/>
              <a:gd name="connsiteX17-103" fmla="*/ 323854 w 1489775"/>
              <a:gd name="connsiteY17-104" fmla="*/ 3743698 h 3923699"/>
              <a:gd name="connsiteX18-105" fmla="*/ 323854 w 1489775"/>
              <a:gd name="connsiteY18-106" fmla="*/ 2238914 h 3923699"/>
              <a:gd name="connsiteX19-107" fmla="*/ 330887 w 1489775"/>
              <a:gd name="connsiteY19-108" fmla="*/ 1390678 h 3923699"/>
              <a:gd name="connsiteX20-109" fmla="*/ 288033 w 1489775"/>
              <a:gd name="connsiteY20-110" fmla="*/ 1390678 h 3923699"/>
              <a:gd name="connsiteX21-111" fmla="*/ 288033 w 1489775"/>
              <a:gd name="connsiteY21-112" fmla="*/ 2063902 h 3923699"/>
              <a:gd name="connsiteX22-113" fmla="*/ 144017 w 1489775"/>
              <a:gd name="connsiteY22-114" fmla="*/ 2207918 h 3923699"/>
              <a:gd name="connsiteX23-115" fmla="*/ 1 w 1489775"/>
              <a:gd name="connsiteY23-116" fmla="*/ 2063902 h 3923699"/>
              <a:gd name="connsiteX24-117" fmla="*/ 1 w 1489775"/>
              <a:gd name="connsiteY24-118" fmla="*/ 1390678 h 3923699"/>
              <a:gd name="connsiteX25-119" fmla="*/ 0 w 1489775"/>
              <a:gd name="connsiteY25-120" fmla="*/ 1390678 h 3923699"/>
              <a:gd name="connsiteX26-121" fmla="*/ 0 w 1489775"/>
              <a:gd name="connsiteY26-122" fmla="*/ 1030958 h 3923699"/>
              <a:gd name="connsiteX27-123" fmla="*/ 280204 w 1489775"/>
              <a:gd name="connsiteY27-124" fmla="*/ 750754 h 3923699"/>
              <a:gd name="connsiteX28-125" fmla="*/ 744888 w 1489775"/>
              <a:gd name="connsiteY28-126" fmla="*/ 0 h 3923699"/>
              <a:gd name="connsiteX29-127" fmla="*/ 1082199 w 1489775"/>
              <a:gd name="connsiteY29-128" fmla="*/ 337311 h 3923699"/>
              <a:gd name="connsiteX30-129" fmla="*/ 744888 w 1489775"/>
              <a:gd name="connsiteY30-130" fmla="*/ 674622 h 3923699"/>
              <a:gd name="connsiteX31-131" fmla="*/ 407577 w 1489775"/>
              <a:gd name="connsiteY31-132" fmla="*/ 337311 h 3923699"/>
              <a:gd name="connsiteX32-133" fmla="*/ 744888 w 1489775"/>
              <a:gd name="connsiteY32-134" fmla="*/ 0 h 3923699"/>
              <a:gd name="connsiteX0-135" fmla="*/ 280204 w 1489775"/>
              <a:gd name="connsiteY0-136" fmla="*/ 750754 h 3923699"/>
              <a:gd name="connsiteX1-137" fmla="*/ 1209570 w 1489775"/>
              <a:gd name="connsiteY1-138" fmla="*/ 750754 h 3923699"/>
              <a:gd name="connsiteX2-139" fmla="*/ 1489774 w 1489775"/>
              <a:gd name="connsiteY2-140" fmla="*/ 1030958 h 3923699"/>
              <a:gd name="connsiteX3-141" fmla="*/ 1489774 w 1489775"/>
              <a:gd name="connsiteY3-142" fmla="*/ 1293518 h 3923699"/>
              <a:gd name="connsiteX4-143" fmla="*/ 1489775 w 1489775"/>
              <a:gd name="connsiteY4-144" fmla="*/ 1293518 h 3923699"/>
              <a:gd name="connsiteX5-145" fmla="*/ 1489775 w 1489775"/>
              <a:gd name="connsiteY5-146" fmla="*/ 2063902 h 3923699"/>
              <a:gd name="connsiteX6-147" fmla="*/ 1345759 w 1489775"/>
              <a:gd name="connsiteY6-148" fmla="*/ 2207918 h 3923699"/>
              <a:gd name="connsiteX7-149" fmla="*/ 1201743 w 1489775"/>
              <a:gd name="connsiteY7-150" fmla="*/ 2063902 h 3923699"/>
              <a:gd name="connsiteX8-151" fmla="*/ 1201743 w 1489775"/>
              <a:gd name="connsiteY8-152" fmla="*/ 1390678 h 3923699"/>
              <a:gd name="connsiteX9-153" fmla="*/ 1158887 w 1489775"/>
              <a:gd name="connsiteY9-154" fmla="*/ 1390678 h 3923699"/>
              <a:gd name="connsiteX10-155" fmla="*/ 1151853 w 1489775"/>
              <a:gd name="connsiteY10-156" fmla="*/ 3743699 h 3923699"/>
              <a:gd name="connsiteX11-157" fmla="*/ 971853 w 1489775"/>
              <a:gd name="connsiteY11-158" fmla="*/ 3923699 h 3923699"/>
              <a:gd name="connsiteX12-159" fmla="*/ 791853 w 1489775"/>
              <a:gd name="connsiteY12-160" fmla="*/ 3743699 h 3923699"/>
              <a:gd name="connsiteX13-161" fmla="*/ 791853 w 1489775"/>
              <a:gd name="connsiteY13-162" fmla="*/ 2305078 h 3923699"/>
              <a:gd name="connsiteX14-163" fmla="*/ 683854 w 1489775"/>
              <a:gd name="connsiteY14-164" fmla="*/ 2305078 h 3923699"/>
              <a:gd name="connsiteX15-165" fmla="*/ 683854 w 1489775"/>
              <a:gd name="connsiteY15-166" fmla="*/ 3743698 h 3923699"/>
              <a:gd name="connsiteX16-167" fmla="*/ 503854 w 1489775"/>
              <a:gd name="connsiteY16-168" fmla="*/ 3923698 h 3923699"/>
              <a:gd name="connsiteX17-169" fmla="*/ 323854 w 1489775"/>
              <a:gd name="connsiteY17-170" fmla="*/ 3743698 h 3923699"/>
              <a:gd name="connsiteX18-171" fmla="*/ 330887 w 1489775"/>
              <a:gd name="connsiteY18-172" fmla="*/ 1390678 h 3923699"/>
              <a:gd name="connsiteX19-173" fmla="*/ 288033 w 1489775"/>
              <a:gd name="connsiteY19-174" fmla="*/ 1390678 h 3923699"/>
              <a:gd name="connsiteX20-175" fmla="*/ 288033 w 1489775"/>
              <a:gd name="connsiteY20-176" fmla="*/ 2063902 h 3923699"/>
              <a:gd name="connsiteX21-177" fmla="*/ 144017 w 1489775"/>
              <a:gd name="connsiteY21-178" fmla="*/ 2207918 h 3923699"/>
              <a:gd name="connsiteX22-179" fmla="*/ 1 w 1489775"/>
              <a:gd name="connsiteY22-180" fmla="*/ 2063902 h 3923699"/>
              <a:gd name="connsiteX23-181" fmla="*/ 1 w 1489775"/>
              <a:gd name="connsiteY23-182" fmla="*/ 1390678 h 3923699"/>
              <a:gd name="connsiteX24-183" fmla="*/ 0 w 1489775"/>
              <a:gd name="connsiteY24-184" fmla="*/ 1390678 h 3923699"/>
              <a:gd name="connsiteX25-185" fmla="*/ 0 w 1489775"/>
              <a:gd name="connsiteY25-186" fmla="*/ 1030958 h 3923699"/>
              <a:gd name="connsiteX26-187" fmla="*/ 280204 w 1489775"/>
              <a:gd name="connsiteY26-188" fmla="*/ 750754 h 3923699"/>
              <a:gd name="connsiteX27-189" fmla="*/ 744888 w 1489775"/>
              <a:gd name="connsiteY27-190" fmla="*/ 0 h 3923699"/>
              <a:gd name="connsiteX28-191" fmla="*/ 1082199 w 1489775"/>
              <a:gd name="connsiteY28-192" fmla="*/ 337311 h 3923699"/>
              <a:gd name="connsiteX29-193" fmla="*/ 744888 w 1489775"/>
              <a:gd name="connsiteY29-194" fmla="*/ 674622 h 3923699"/>
              <a:gd name="connsiteX30-195" fmla="*/ 407577 w 1489775"/>
              <a:gd name="connsiteY30-196" fmla="*/ 337311 h 3923699"/>
              <a:gd name="connsiteX31-197" fmla="*/ 744888 w 1489775"/>
              <a:gd name="connsiteY31-198" fmla="*/ 0 h 39236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/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-1" fmla="*/ 1228565 w 1856332"/>
              <a:gd name="connsiteY0-2" fmla="*/ 3214674 h 3959924"/>
              <a:gd name="connsiteX1-3" fmla="*/ 622681 w 1856332"/>
              <a:gd name="connsiteY1-4" fmla="*/ 3214674 h 3959924"/>
              <a:gd name="connsiteX2-5" fmla="*/ 466697 w 1856332"/>
              <a:gd name="connsiteY2-6" fmla="*/ 3144149 h 3959924"/>
              <a:gd name="connsiteX3-7" fmla="*/ 8303 w 1856332"/>
              <a:gd name="connsiteY3-8" fmla="*/ 1942070 h 3959924"/>
              <a:gd name="connsiteX4-9" fmla="*/ 81139 w 1856332"/>
              <a:gd name="connsiteY4-10" fmla="*/ 1779444 h 3959924"/>
              <a:gd name="connsiteX5-11" fmla="*/ 243764 w 1856332"/>
              <a:gd name="connsiteY5-12" fmla="*/ 1852280 h 3959924"/>
              <a:gd name="connsiteX6-13" fmla="*/ 504770 w 1856332"/>
              <a:gd name="connsiteY6-14" fmla="*/ 2536736 h 3959924"/>
              <a:gd name="connsiteX7-15" fmla="*/ 555637 w 1856332"/>
              <a:gd name="connsiteY7-16" fmla="*/ 2536736 h 3959924"/>
              <a:gd name="connsiteX8-17" fmla="*/ 226299 w 1856332"/>
              <a:gd name="connsiteY8-18" fmla="*/ 1210417 h 3959924"/>
              <a:gd name="connsiteX9-19" fmla="*/ 551784 w 1856332"/>
              <a:gd name="connsiteY9-20" fmla="*/ 1210417 h 3959924"/>
              <a:gd name="connsiteX10-21" fmla="*/ 551784 w 1856332"/>
              <a:gd name="connsiteY10-22" fmla="*/ 168335 h 3959924"/>
              <a:gd name="connsiteX11-23" fmla="*/ 720119 w 1856332"/>
              <a:gd name="connsiteY11-24" fmla="*/ 0 h 3959924"/>
              <a:gd name="connsiteX12-25" fmla="*/ 888454 w 1856332"/>
              <a:gd name="connsiteY12-26" fmla="*/ 168335 h 3959924"/>
              <a:gd name="connsiteX13-27" fmla="*/ 888454 w 1856332"/>
              <a:gd name="connsiteY13-28" fmla="*/ 1210417 h 3959924"/>
              <a:gd name="connsiteX14-29" fmla="*/ 968040 w 1856332"/>
              <a:gd name="connsiteY14-30" fmla="*/ 1210417 h 3959924"/>
              <a:gd name="connsiteX15-31" fmla="*/ 968040 w 1856332"/>
              <a:gd name="connsiteY15-32" fmla="*/ 168335 h 3959924"/>
              <a:gd name="connsiteX16-33" fmla="*/ 1136375 w 1856332"/>
              <a:gd name="connsiteY16-34" fmla="*/ 0 h 3959924"/>
              <a:gd name="connsiteX17-35" fmla="*/ 1304710 w 1856332"/>
              <a:gd name="connsiteY17-36" fmla="*/ 168335 h 3959924"/>
              <a:gd name="connsiteX18-37" fmla="*/ 1304710 w 1856332"/>
              <a:gd name="connsiteY18-38" fmla="*/ 1210417 h 3959924"/>
              <a:gd name="connsiteX19-39" fmla="*/ 1631589 w 1856332"/>
              <a:gd name="connsiteY19-40" fmla="*/ 1210417 h 3959924"/>
              <a:gd name="connsiteX20-41" fmla="*/ 1302251 w 1856332"/>
              <a:gd name="connsiteY20-42" fmla="*/ 2536736 h 3959924"/>
              <a:gd name="connsiteX21-43" fmla="*/ 1351562 w 1856332"/>
              <a:gd name="connsiteY21-44" fmla="*/ 2536736 h 3959924"/>
              <a:gd name="connsiteX22-45" fmla="*/ 1612568 w 1856332"/>
              <a:gd name="connsiteY22-46" fmla="*/ 1852280 h 3959924"/>
              <a:gd name="connsiteX23-47" fmla="*/ 1775193 w 1856332"/>
              <a:gd name="connsiteY23-48" fmla="*/ 1779444 h 3959924"/>
              <a:gd name="connsiteX24-49" fmla="*/ 1848029 w 1856332"/>
              <a:gd name="connsiteY24-50" fmla="*/ 1942070 h 3959924"/>
              <a:gd name="connsiteX25-51" fmla="*/ 1389635 w 1856332"/>
              <a:gd name="connsiteY25-52" fmla="*/ 3144149 h 3959924"/>
              <a:gd name="connsiteX26-53" fmla="*/ 1344732 w 1856332"/>
              <a:gd name="connsiteY26-54" fmla="*/ 3176282 h 3959924"/>
              <a:gd name="connsiteX27-55" fmla="*/ 1228565 w 1856332"/>
              <a:gd name="connsiteY27-56" fmla="*/ 3214674 h 3959924"/>
              <a:gd name="connsiteX28-57" fmla="*/ 925623 w 1856332"/>
              <a:gd name="connsiteY28-58" fmla="*/ 3959924 h 3959924"/>
              <a:gd name="connsiteX29-59" fmla="*/ 601623 w 1856332"/>
              <a:gd name="connsiteY29-60" fmla="*/ 3635924 h 3959924"/>
              <a:gd name="connsiteX30-61" fmla="*/ 925623 w 1856332"/>
              <a:gd name="connsiteY30-62" fmla="*/ 3311924 h 3959924"/>
              <a:gd name="connsiteX31-63" fmla="*/ 1249623 w 1856332"/>
              <a:gd name="connsiteY31-64" fmla="*/ 3635924 h 3959924"/>
              <a:gd name="connsiteX32-65" fmla="*/ 925623 w 1856332"/>
              <a:gd name="connsiteY32-66" fmla="*/ 3959924 h 3959924"/>
              <a:gd name="connsiteX0-67" fmla="*/ 1228565 w 1856332"/>
              <a:gd name="connsiteY0-68" fmla="*/ 3214674 h 3959924"/>
              <a:gd name="connsiteX1-69" fmla="*/ 622681 w 1856332"/>
              <a:gd name="connsiteY1-70" fmla="*/ 3214674 h 3959924"/>
              <a:gd name="connsiteX2-71" fmla="*/ 466697 w 1856332"/>
              <a:gd name="connsiteY2-72" fmla="*/ 3144149 h 3959924"/>
              <a:gd name="connsiteX3-73" fmla="*/ 8303 w 1856332"/>
              <a:gd name="connsiteY3-74" fmla="*/ 1942070 h 3959924"/>
              <a:gd name="connsiteX4-75" fmla="*/ 81139 w 1856332"/>
              <a:gd name="connsiteY4-76" fmla="*/ 1779444 h 3959924"/>
              <a:gd name="connsiteX5-77" fmla="*/ 243764 w 1856332"/>
              <a:gd name="connsiteY5-78" fmla="*/ 1852280 h 3959924"/>
              <a:gd name="connsiteX6-79" fmla="*/ 504770 w 1856332"/>
              <a:gd name="connsiteY6-80" fmla="*/ 2536736 h 3959924"/>
              <a:gd name="connsiteX7-81" fmla="*/ 555637 w 1856332"/>
              <a:gd name="connsiteY7-82" fmla="*/ 2536736 h 3959924"/>
              <a:gd name="connsiteX8-83" fmla="*/ 226299 w 1856332"/>
              <a:gd name="connsiteY8-84" fmla="*/ 1210417 h 3959924"/>
              <a:gd name="connsiteX9-85" fmla="*/ 551784 w 1856332"/>
              <a:gd name="connsiteY9-86" fmla="*/ 1210417 h 3959924"/>
              <a:gd name="connsiteX10-87" fmla="*/ 551784 w 1856332"/>
              <a:gd name="connsiteY10-88" fmla="*/ 168335 h 3959924"/>
              <a:gd name="connsiteX11-89" fmla="*/ 720119 w 1856332"/>
              <a:gd name="connsiteY11-90" fmla="*/ 0 h 3959924"/>
              <a:gd name="connsiteX12-91" fmla="*/ 888454 w 1856332"/>
              <a:gd name="connsiteY12-92" fmla="*/ 168335 h 3959924"/>
              <a:gd name="connsiteX13-93" fmla="*/ 888454 w 1856332"/>
              <a:gd name="connsiteY13-94" fmla="*/ 1210417 h 3959924"/>
              <a:gd name="connsiteX14-95" fmla="*/ 968040 w 1856332"/>
              <a:gd name="connsiteY14-96" fmla="*/ 1210417 h 3959924"/>
              <a:gd name="connsiteX15-97" fmla="*/ 968040 w 1856332"/>
              <a:gd name="connsiteY15-98" fmla="*/ 168335 h 3959924"/>
              <a:gd name="connsiteX16-99" fmla="*/ 1136375 w 1856332"/>
              <a:gd name="connsiteY16-100" fmla="*/ 0 h 3959924"/>
              <a:gd name="connsiteX17-101" fmla="*/ 1304710 w 1856332"/>
              <a:gd name="connsiteY17-102" fmla="*/ 168335 h 3959924"/>
              <a:gd name="connsiteX18-103" fmla="*/ 1304710 w 1856332"/>
              <a:gd name="connsiteY18-104" fmla="*/ 1210417 h 3959924"/>
              <a:gd name="connsiteX19-105" fmla="*/ 1631589 w 1856332"/>
              <a:gd name="connsiteY19-106" fmla="*/ 1210417 h 3959924"/>
              <a:gd name="connsiteX20-107" fmla="*/ 1302251 w 1856332"/>
              <a:gd name="connsiteY20-108" fmla="*/ 2536736 h 3959924"/>
              <a:gd name="connsiteX21-109" fmla="*/ 1351562 w 1856332"/>
              <a:gd name="connsiteY21-110" fmla="*/ 2536736 h 3959924"/>
              <a:gd name="connsiteX22-111" fmla="*/ 1612568 w 1856332"/>
              <a:gd name="connsiteY22-112" fmla="*/ 1852280 h 3959924"/>
              <a:gd name="connsiteX23-113" fmla="*/ 1775193 w 1856332"/>
              <a:gd name="connsiteY23-114" fmla="*/ 1779444 h 3959924"/>
              <a:gd name="connsiteX24-115" fmla="*/ 1848029 w 1856332"/>
              <a:gd name="connsiteY24-116" fmla="*/ 1942070 h 3959924"/>
              <a:gd name="connsiteX25-117" fmla="*/ 1389635 w 1856332"/>
              <a:gd name="connsiteY25-118" fmla="*/ 3144149 h 3959924"/>
              <a:gd name="connsiteX26-119" fmla="*/ 1344732 w 1856332"/>
              <a:gd name="connsiteY26-120" fmla="*/ 3176282 h 3959924"/>
              <a:gd name="connsiteX27-121" fmla="*/ 1228565 w 1856332"/>
              <a:gd name="connsiteY27-122" fmla="*/ 3214674 h 3959924"/>
              <a:gd name="connsiteX28-123" fmla="*/ 925623 w 1856332"/>
              <a:gd name="connsiteY28-124" fmla="*/ 3959924 h 3959924"/>
              <a:gd name="connsiteX29-125" fmla="*/ 601623 w 1856332"/>
              <a:gd name="connsiteY29-126" fmla="*/ 3635924 h 3959924"/>
              <a:gd name="connsiteX30-127" fmla="*/ 925623 w 1856332"/>
              <a:gd name="connsiteY30-128" fmla="*/ 3311924 h 3959924"/>
              <a:gd name="connsiteX31-129" fmla="*/ 1249623 w 1856332"/>
              <a:gd name="connsiteY31-130" fmla="*/ 3635924 h 3959924"/>
              <a:gd name="connsiteX32-131" fmla="*/ 925623 w 1856332"/>
              <a:gd name="connsiteY32-132" fmla="*/ 3959924 h 3959924"/>
              <a:gd name="connsiteX0-133" fmla="*/ 1228565 w 1856332"/>
              <a:gd name="connsiteY0-134" fmla="*/ 3214674 h 3959924"/>
              <a:gd name="connsiteX1-135" fmla="*/ 622681 w 1856332"/>
              <a:gd name="connsiteY1-136" fmla="*/ 3214674 h 3959924"/>
              <a:gd name="connsiteX2-137" fmla="*/ 466697 w 1856332"/>
              <a:gd name="connsiteY2-138" fmla="*/ 3144149 h 3959924"/>
              <a:gd name="connsiteX3-139" fmla="*/ 8303 w 1856332"/>
              <a:gd name="connsiteY3-140" fmla="*/ 1942070 h 3959924"/>
              <a:gd name="connsiteX4-141" fmla="*/ 81139 w 1856332"/>
              <a:gd name="connsiteY4-142" fmla="*/ 1779444 h 3959924"/>
              <a:gd name="connsiteX5-143" fmla="*/ 243764 w 1856332"/>
              <a:gd name="connsiteY5-144" fmla="*/ 1852280 h 3959924"/>
              <a:gd name="connsiteX6-145" fmla="*/ 504770 w 1856332"/>
              <a:gd name="connsiteY6-146" fmla="*/ 2536736 h 3959924"/>
              <a:gd name="connsiteX7-147" fmla="*/ 555637 w 1856332"/>
              <a:gd name="connsiteY7-148" fmla="*/ 2536736 h 3959924"/>
              <a:gd name="connsiteX8-149" fmla="*/ 226299 w 1856332"/>
              <a:gd name="connsiteY8-150" fmla="*/ 1210417 h 3959924"/>
              <a:gd name="connsiteX9-151" fmla="*/ 551784 w 1856332"/>
              <a:gd name="connsiteY9-152" fmla="*/ 1210417 h 3959924"/>
              <a:gd name="connsiteX10-153" fmla="*/ 551784 w 1856332"/>
              <a:gd name="connsiteY10-154" fmla="*/ 168335 h 3959924"/>
              <a:gd name="connsiteX11-155" fmla="*/ 720119 w 1856332"/>
              <a:gd name="connsiteY11-156" fmla="*/ 0 h 3959924"/>
              <a:gd name="connsiteX12-157" fmla="*/ 888454 w 1856332"/>
              <a:gd name="connsiteY12-158" fmla="*/ 168335 h 3959924"/>
              <a:gd name="connsiteX13-159" fmla="*/ 888454 w 1856332"/>
              <a:gd name="connsiteY13-160" fmla="*/ 1210417 h 3959924"/>
              <a:gd name="connsiteX14-161" fmla="*/ 968040 w 1856332"/>
              <a:gd name="connsiteY14-162" fmla="*/ 1210417 h 3959924"/>
              <a:gd name="connsiteX15-163" fmla="*/ 968040 w 1856332"/>
              <a:gd name="connsiteY15-164" fmla="*/ 168335 h 3959924"/>
              <a:gd name="connsiteX16-165" fmla="*/ 1136375 w 1856332"/>
              <a:gd name="connsiteY16-166" fmla="*/ 0 h 3959924"/>
              <a:gd name="connsiteX17-167" fmla="*/ 1304710 w 1856332"/>
              <a:gd name="connsiteY17-168" fmla="*/ 168335 h 3959924"/>
              <a:gd name="connsiteX18-169" fmla="*/ 1304710 w 1856332"/>
              <a:gd name="connsiteY18-170" fmla="*/ 1210417 h 3959924"/>
              <a:gd name="connsiteX19-171" fmla="*/ 1631589 w 1856332"/>
              <a:gd name="connsiteY19-172" fmla="*/ 1210417 h 3959924"/>
              <a:gd name="connsiteX20-173" fmla="*/ 1302251 w 1856332"/>
              <a:gd name="connsiteY20-174" fmla="*/ 2536736 h 3959924"/>
              <a:gd name="connsiteX21-175" fmla="*/ 1351562 w 1856332"/>
              <a:gd name="connsiteY21-176" fmla="*/ 2536736 h 3959924"/>
              <a:gd name="connsiteX22-177" fmla="*/ 1612568 w 1856332"/>
              <a:gd name="connsiteY22-178" fmla="*/ 1852280 h 3959924"/>
              <a:gd name="connsiteX23-179" fmla="*/ 1775193 w 1856332"/>
              <a:gd name="connsiteY23-180" fmla="*/ 1779444 h 3959924"/>
              <a:gd name="connsiteX24-181" fmla="*/ 1848029 w 1856332"/>
              <a:gd name="connsiteY24-182" fmla="*/ 1942070 h 3959924"/>
              <a:gd name="connsiteX25-183" fmla="*/ 1389635 w 1856332"/>
              <a:gd name="connsiteY25-184" fmla="*/ 3144149 h 3959924"/>
              <a:gd name="connsiteX26-185" fmla="*/ 1228565 w 1856332"/>
              <a:gd name="connsiteY26-186" fmla="*/ 3214674 h 3959924"/>
              <a:gd name="connsiteX27-187" fmla="*/ 925623 w 1856332"/>
              <a:gd name="connsiteY27-188" fmla="*/ 3959924 h 3959924"/>
              <a:gd name="connsiteX28-189" fmla="*/ 601623 w 1856332"/>
              <a:gd name="connsiteY28-190" fmla="*/ 3635924 h 3959924"/>
              <a:gd name="connsiteX29-191" fmla="*/ 925623 w 1856332"/>
              <a:gd name="connsiteY29-192" fmla="*/ 3311924 h 3959924"/>
              <a:gd name="connsiteX30-193" fmla="*/ 1249623 w 1856332"/>
              <a:gd name="connsiteY30-194" fmla="*/ 3635924 h 3959924"/>
              <a:gd name="connsiteX31-195" fmla="*/ 925623 w 1856332"/>
              <a:gd name="connsiteY31-196" fmla="*/ 3959924 h 3959924"/>
              <a:gd name="connsiteX0-197" fmla="*/ 1228565 w 1856332"/>
              <a:gd name="connsiteY0-198" fmla="*/ 3214674 h 3959924"/>
              <a:gd name="connsiteX1-199" fmla="*/ 622681 w 1856332"/>
              <a:gd name="connsiteY1-200" fmla="*/ 3214674 h 3959924"/>
              <a:gd name="connsiteX2-201" fmla="*/ 466697 w 1856332"/>
              <a:gd name="connsiteY2-202" fmla="*/ 3144149 h 3959924"/>
              <a:gd name="connsiteX3-203" fmla="*/ 8303 w 1856332"/>
              <a:gd name="connsiteY3-204" fmla="*/ 1942070 h 3959924"/>
              <a:gd name="connsiteX4-205" fmla="*/ 81139 w 1856332"/>
              <a:gd name="connsiteY4-206" fmla="*/ 1779444 h 3959924"/>
              <a:gd name="connsiteX5-207" fmla="*/ 243764 w 1856332"/>
              <a:gd name="connsiteY5-208" fmla="*/ 1852280 h 3959924"/>
              <a:gd name="connsiteX6-209" fmla="*/ 504770 w 1856332"/>
              <a:gd name="connsiteY6-210" fmla="*/ 2536736 h 3959924"/>
              <a:gd name="connsiteX7-211" fmla="*/ 555637 w 1856332"/>
              <a:gd name="connsiteY7-212" fmla="*/ 2536736 h 3959924"/>
              <a:gd name="connsiteX8-213" fmla="*/ 226299 w 1856332"/>
              <a:gd name="connsiteY8-214" fmla="*/ 1210417 h 3959924"/>
              <a:gd name="connsiteX9-215" fmla="*/ 551784 w 1856332"/>
              <a:gd name="connsiteY9-216" fmla="*/ 1210417 h 3959924"/>
              <a:gd name="connsiteX10-217" fmla="*/ 551784 w 1856332"/>
              <a:gd name="connsiteY10-218" fmla="*/ 168335 h 3959924"/>
              <a:gd name="connsiteX11-219" fmla="*/ 720119 w 1856332"/>
              <a:gd name="connsiteY11-220" fmla="*/ 0 h 3959924"/>
              <a:gd name="connsiteX12-221" fmla="*/ 888454 w 1856332"/>
              <a:gd name="connsiteY12-222" fmla="*/ 168335 h 3959924"/>
              <a:gd name="connsiteX13-223" fmla="*/ 888454 w 1856332"/>
              <a:gd name="connsiteY13-224" fmla="*/ 1210417 h 3959924"/>
              <a:gd name="connsiteX14-225" fmla="*/ 968040 w 1856332"/>
              <a:gd name="connsiteY14-226" fmla="*/ 1210417 h 3959924"/>
              <a:gd name="connsiteX15-227" fmla="*/ 968040 w 1856332"/>
              <a:gd name="connsiteY15-228" fmla="*/ 168335 h 3959924"/>
              <a:gd name="connsiteX16-229" fmla="*/ 1136375 w 1856332"/>
              <a:gd name="connsiteY16-230" fmla="*/ 0 h 3959924"/>
              <a:gd name="connsiteX17-231" fmla="*/ 1304710 w 1856332"/>
              <a:gd name="connsiteY17-232" fmla="*/ 168335 h 3959924"/>
              <a:gd name="connsiteX18-233" fmla="*/ 1304710 w 1856332"/>
              <a:gd name="connsiteY18-234" fmla="*/ 1210417 h 3959924"/>
              <a:gd name="connsiteX19-235" fmla="*/ 1631589 w 1856332"/>
              <a:gd name="connsiteY19-236" fmla="*/ 1210417 h 3959924"/>
              <a:gd name="connsiteX20-237" fmla="*/ 1302251 w 1856332"/>
              <a:gd name="connsiteY20-238" fmla="*/ 2536736 h 3959924"/>
              <a:gd name="connsiteX21-239" fmla="*/ 1351562 w 1856332"/>
              <a:gd name="connsiteY21-240" fmla="*/ 2536736 h 3959924"/>
              <a:gd name="connsiteX22-241" fmla="*/ 1612568 w 1856332"/>
              <a:gd name="connsiteY22-242" fmla="*/ 1852280 h 3959924"/>
              <a:gd name="connsiteX23-243" fmla="*/ 1775193 w 1856332"/>
              <a:gd name="connsiteY23-244" fmla="*/ 1779444 h 3959924"/>
              <a:gd name="connsiteX24-245" fmla="*/ 1848029 w 1856332"/>
              <a:gd name="connsiteY24-246" fmla="*/ 1942070 h 3959924"/>
              <a:gd name="connsiteX25-247" fmla="*/ 1389635 w 1856332"/>
              <a:gd name="connsiteY25-248" fmla="*/ 3144149 h 3959924"/>
              <a:gd name="connsiteX26-249" fmla="*/ 1228565 w 1856332"/>
              <a:gd name="connsiteY26-250" fmla="*/ 3214674 h 3959924"/>
              <a:gd name="connsiteX27-251" fmla="*/ 925623 w 1856332"/>
              <a:gd name="connsiteY27-252" fmla="*/ 3959924 h 3959924"/>
              <a:gd name="connsiteX28-253" fmla="*/ 601623 w 1856332"/>
              <a:gd name="connsiteY28-254" fmla="*/ 3635924 h 3959924"/>
              <a:gd name="connsiteX29-255" fmla="*/ 925623 w 1856332"/>
              <a:gd name="connsiteY29-256" fmla="*/ 3311924 h 3959924"/>
              <a:gd name="connsiteX30-257" fmla="*/ 1249623 w 1856332"/>
              <a:gd name="connsiteY30-258" fmla="*/ 3635924 h 3959924"/>
              <a:gd name="connsiteX31-259" fmla="*/ 925623 w 1856332"/>
              <a:gd name="connsiteY31-260" fmla="*/ 3959924 h 3959924"/>
              <a:gd name="connsiteX0-261" fmla="*/ 1228565 w 1856332"/>
              <a:gd name="connsiteY0-262" fmla="*/ 3214674 h 3959924"/>
              <a:gd name="connsiteX1-263" fmla="*/ 622681 w 1856332"/>
              <a:gd name="connsiteY1-264" fmla="*/ 3214674 h 3959924"/>
              <a:gd name="connsiteX2-265" fmla="*/ 466697 w 1856332"/>
              <a:gd name="connsiteY2-266" fmla="*/ 3144149 h 3959924"/>
              <a:gd name="connsiteX3-267" fmla="*/ 8303 w 1856332"/>
              <a:gd name="connsiteY3-268" fmla="*/ 1942070 h 3959924"/>
              <a:gd name="connsiteX4-269" fmla="*/ 81139 w 1856332"/>
              <a:gd name="connsiteY4-270" fmla="*/ 1779444 h 3959924"/>
              <a:gd name="connsiteX5-271" fmla="*/ 243764 w 1856332"/>
              <a:gd name="connsiteY5-272" fmla="*/ 1852280 h 3959924"/>
              <a:gd name="connsiteX6-273" fmla="*/ 504770 w 1856332"/>
              <a:gd name="connsiteY6-274" fmla="*/ 2536736 h 3959924"/>
              <a:gd name="connsiteX7-275" fmla="*/ 555637 w 1856332"/>
              <a:gd name="connsiteY7-276" fmla="*/ 2536736 h 3959924"/>
              <a:gd name="connsiteX8-277" fmla="*/ 226299 w 1856332"/>
              <a:gd name="connsiteY8-278" fmla="*/ 1210417 h 3959924"/>
              <a:gd name="connsiteX9-279" fmla="*/ 551784 w 1856332"/>
              <a:gd name="connsiteY9-280" fmla="*/ 1210417 h 3959924"/>
              <a:gd name="connsiteX10-281" fmla="*/ 551784 w 1856332"/>
              <a:gd name="connsiteY10-282" fmla="*/ 168335 h 3959924"/>
              <a:gd name="connsiteX11-283" fmla="*/ 720119 w 1856332"/>
              <a:gd name="connsiteY11-284" fmla="*/ 0 h 3959924"/>
              <a:gd name="connsiteX12-285" fmla="*/ 888454 w 1856332"/>
              <a:gd name="connsiteY12-286" fmla="*/ 168335 h 3959924"/>
              <a:gd name="connsiteX13-287" fmla="*/ 888454 w 1856332"/>
              <a:gd name="connsiteY13-288" fmla="*/ 1210417 h 3959924"/>
              <a:gd name="connsiteX14-289" fmla="*/ 968040 w 1856332"/>
              <a:gd name="connsiteY14-290" fmla="*/ 1210417 h 3959924"/>
              <a:gd name="connsiteX15-291" fmla="*/ 968040 w 1856332"/>
              <a:gd name="connsiteY15-292" fmla="*/ 168335 h 3959924"/>
              <a:gd name="connsiteX16-293" fmla="*/ 1136375 w 1856332"/>
              <a:gd name="connsiteY16-294" fmla="*/ 0 h 3959924"/>
              <a:gd name="connsiteX17-295" fmla="*/ 1304710 w 1856332"/>
              <a:gd name="connsiteY17-296" fmla="*/ 168335 h 3959924"/>
              <a:gd name="connsiteX18-297" fmla="*/ 1304710 w 1856332"/>
              <a:gd name="connsiteY18-298" fmla="*/ 1210417 h 3959924"/>
              <a:gd name="connsiteX19-299" fmla="*/ 1631589 w 1856332"/>
              <a:gd name="connsiteY19-300" fmla="*/ 1210417 h 3959924"/>
              <a:gd name="connsiteX20-301" fmla="*/ 1302251 w 1856332"/>
              <a:gd name="connsiteY20-302" fmla="*/ 2536736 h 3959924"/>
              <a:gd name="connsiteX21-303" fmla="*/ 1351562 w 1856332"/>
              <a:gd name="connsiteY21-304" fmla="*/ 2536736 h 3959924"/>
              <a:gd name="connsiteX22-305" fmla="*/ 1612568 w 1856332"/>
              <a:gd name="connsiteY22-306" fmla="*/ 1852280 h 3959924"/>
              <a:gd name="connsiteX23-307" fmla="*/ 1775193 w 1856332"/>
              <a:gd name="connsiteY23-308" fmla="*/ 1779444 h 3959924"/>
              <a:gd name="connsiteX24-309" fmla="*/ 1848029 w 1856332"/>
              <a:gd name="connsiteY24-310" fmla="*/ 1942070 h 3959924"/>
              <a:gd name="connsiteX25-311" fmla="*/ 1389635 w 1856332"/>
              <a:gd name="connsiteY25-312" fmla="*/ 3144149 h 3959924"/>
              <a:gd name="connsiteX26-313" fmla="*/ 1228565 w 1856332"/>
              <a:gd name="connsiteY26-314" fmla="*/ 3214674 h 3959924"/>
              <a:gd name="connsiteX27-315" fmla="*/ 925623 w 1856332"/>
              <a:gd name="connsiteY27-316" fmla="*/ 3959924 h 3959924"/>
              <a:gd name="connsiteX28-317" fmla="*/ 601623 w 1856332"/>
              <a:gd name="connsiteY28-318" fmla="*/ 3635924 h 3959924"/>
              <a:gd name="connsiteX29-319" fmla="*/ 925623 w 1856332"/>
              <a:gd name="connsiteY29-320" fmla="*/ 3311924 h 3959924"/>
              <a:gd name="connsiteX30-321" fmla="*/ 1249623 w 1856332"/>
              <a:gd name="connsiteY30-322" fmla="*/ 3635924 h 3959924"/>
              <a:gd name="connsiteX31-323" fmla="*/ 925623 w 1856332"/>
              <a:gd name="connsiteY31-324" fmla="*/ 3959924 h 3959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/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/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/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/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/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/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-1" fmla="*/ 0 w 2305050"/>
              <a:gd name="connsiteY0-2" fmla="*/ 0 h 2352675"/>
              <a:gd name="connsiteX1-3" fmla="*/ 771525 w 2305050"/>
              <a:gd name="connsiteY1-4" fmla="*/ 561975 h 2352675"/>
              <a:gd name="connsiteX2-5" fmla="*/ 2019300 w 2305050"/>
              <a:gd name="connsiteY2-6" fmla="*/ 428625 h 2352675"/>
              <a:gd name="connsiteX3-7" fmla="*/ 2266950 w 2305050"/>
              <a:gd name="connsiteY3-8" fmla="*/ 657225 h 2352675"/>
              <a:gd name="connsiteX4-9" fmla="*/ 1143000 w 2305050"/>
              <a:gd name="connsiteY4-10" fmla="*/ 1009650 h 2352675"/>
              <a:gd name="connsiteX5-11" fmla="*/ 1628775 w 2305050"/>
              <a:gd name="connsiteY5-12" fmla="*/ 1533525 h 2352675"/>
              <a:gd name="connsiteX6-13" fmla="*/ 2076450 w 2305050"/>
              <a:gd name="connsiteY6-14" fmla="*/ 1533525 h 2352675"/>
              <a:gd name="connsiteX7-15" fmla="*/ 2305050 w 2305050"/>
              <a:gd name="connsiteY7-16" fmla="*/ 1724025 h 2352675"/>
              <a:gd name="connsiteX8-17" fmla="*/ 1838325 w 2305050"/>
              <a:gd name="connsiteY8-18" fmla="*/ 1857375 h 2352675"/>
              <a:gd name="connsiteX9-19" fmla="*/ 2009775 w 2305050"/>
              <a:gd name="connsiteY9-20" fmla="*/ 2105025 h 2352675"/>
              <a:gd name="connsiteX10-21" fmla="*/ 1733550 w 2305050"/>
              <a:gd name="connsiteY10-22" fmla="*/ 1971675 h 2352675"/>
              <a:gd name="connsiteX11-23" fmla="*/ 1543050 w 2305050"/>
              <a:gd name="connsiteY11-24" fmla="*/ 2352675 h 2352675"/>
              <a:gd name="connsiteX12-25" fmla="*/ 1314450 w 2305050"/>
              <a:gd name="connsiteY12-26" fmla="*/ 2133600 h 2352675"/>
              <a:gd name="connsiteX13-27" fmla="*/ 1447800 w 2305050"/>
              <a:gd name="connsiteY13-28" fmla="*/ 1771650 h 2352675"/>
              <a:gd name="connsiteX14-29" fmla="*/ 923925 w 2305050"/>
              <a:gd name="connsiteY14-30" fmla="*/ 1190625 h 2352675"/>
              <a:gd name="connsiteX15-31" fmla="*/ 447675 w 2305050"/>
              <a:gd name="connsiteY15-32" fmla="*/ 2276475 h 2352675"/>
              <a:gd name="connsiteX16-33" fmla="*/ 260071 w 2305050"/>
              <a:gd name="connsiteY16-34" fmla="*/ 2087575 h 2352675"/>
              <a:gd name="connsiteX17-35" fmla="*/ 523875 w 2305050"/>
              <a:gd name="connsiteY17-36" fmla="*/ 714375 h 2352675"/>
              <a:gd name="connsiteX18-37" fmla="*/ 0 w 2305050"/>
              <a:gd name="connsiteY18-38" fmla="*/ 0 h 2352675"/>
              <a:gd name="connsiteX0-39" fmla="*/ 0 w 2305050"/>
              <a:gd name="connsiteY0-40" fmla="*/ 0 h 2352675"/>
              <a:gd name="connsiteX1-41" fmla="*/ 771525 w 2305050"/>
              <a:gd name="connsiteY1-42" fmla="*/ 561975 h 2352675"/>
              <a:gd name="connsiteX2-43" fmla="*/ 2019300 w 2305050"/>
              <a:gd name="connsiteY2-44" fmla="*/ 428625 h 2352675"/>
              <a:gd name="connsiteX3-45" fmla="*/ 2266950 w 2305050"/>
              <a:gd name="connsiteY3-46" fmla="*/ 657225 h 2352675"/>
              <a:gd name="connsiteX4-47" fmla="*/ 1143000 w 2305050"/>
              <a:gd name="connsiteY4-48" fmla="*/ 1009650 h 2352675"/>
              <a:gd name="connsiteX5-49" fmla="*/ 1628775 w 2305050"/>
              <a:gd name="connsiteY5-50" fmla="*/ 1533525 h 2352675"/>
              <a:gd name="connsiteX6-51" fmla="*/ 2076450 w 2305050"/>
              <a:gd name="connsiteY6-52" fmla="*/ 1533525 h 2352675"/>
              <a:gd name="connsiteX7-53" fmla="*/ 2305050 w 2305050"/>
              <a:gd name="connsiteY7-54" fmla="*/ 1724025 h 2352675"/>
              <a:gd name="connsiteX8-55" fmla="*/ 1838325 w 2305050"/>
              <a:gd name="connsiteY8-56" fmla="*/ 1857375 h 2352675"/>
              <a:gd name="connsiteX9-57" fmla="*/ 2009775 w 2305050"/>
              <a:gd name="connsiteY9-58" fmla="*/ 2105025 h 2352675"/>
              <a:gd name="connsiteX10-59" fmla="*/ 1733550 w 2305050"/>
              <a:gd name="connsiteY10-60" fmla="*/ 1971675 h 2352675"/>
              <a:gd name="connsiteX11-61" fmla="*/ 1543050 w 2305050"/>
              <a:gd name="connsiteY11-62" fmla="*/ 2352675 h 2352675"/>
              <a:gd name="connsiteX12-63" fmla="*/ 1314450 w 2305050"/>
              <a:gd name="connsiteY12-64" fmla="*/ 2133600 h 2352675"/>
              <a:gd name="connsiteX13-65" fmla="*/ 1447800 w 2305050"/>
              <a:gd name="connsiteY13-66" fmla="*/ 1771650 h 2352675"/>
              <a:gd name="connsiteX14-67" fmla="*/ 923925 w 2305050"/>
              <a:gd name="connsiteY14-68" fmla="*/ 1190625 h 2352675"/>
              <a:gd name="connsiteX15-69" fmla="*/ 447675 w 2305050"/>
              <a:gd name="connsiteY15-70" fmla="*/ 2276475 h 2352675"/>
              <a:gd name="connsiteX16-71" fmla="*/ 296647 w 2305050"/>
              <a:gd name="connsiteY16-72" fmla="*/ 2094890 h 2352675"/>
              <a:gd name="connsiteX17-73" fmla="*/ 523875 w 2305050"/>
              <a:gd name="connsiteY17-74" fmla="*/ 714375 h 2352675"/>
              <a:gd name="connsiteX18-75" fmla="*/ 0 w 2305050"/>
              <a:gd name="connsiteY18-76" fmla="*/ 0 h 2352675"/>
              <a:gd name="connsiteX0-77" fmla="*/ 0 w 2305050"/>
              <a:gd name="connsiteY0-78" fmla="*/ 0 h 2352675"/>
              <a:gd name="connsiteX1-79" fmla="*/ 771525 w 2305050"/>
              <a:gd name="connsiteY1-80" fmla="*/ 561975 h 2352675"/>
              <a:gd name="connsiteX2-81" fmla="*/ 2019300 w 2305050"/>
              <a:gd name="connsiteY2-82" fmla="*/ 428625 h 2352675"/>
              <a:gd name="connsiteX3-83" fmla="*/ 2266950 w 2305050"/>
              <a:gd name="connsiteY3-84" fmla="*/ 657225 h 2352675"/>
              <a:gd name="connsiteX4-85" fmla="*/ 1143000 w 2305050"/>
              <a:gd name="connsiteY4-86" fmla="*/ 1009650 h 2352675"/>
              <a:gd name="connsiteX5-87" fmla="*/ 1628775 w 2305050"/>
              <a:gd name="connsiteY5-88" fmla="*/ 1533525 h 2352675"/>
              <a:gd name="connsiteX6-89" fmla="*/ 2076450 w 2305050"/>
              <a:gd name="connsiteY6-90" fmla="*/ 1533525 h 2352675"/>
              <a:gd name="connsiteX7-91" fmla="*/ 2305050 w 2305050"/>
              <a:gd name="connsiteY7-92" fmla="*/ 1724025 h 2352675"/>
              <a:gd name="connsiteX8-93" fmla="*/ 1838325 w 2305050"/>
              <a:gd name="connsiteY8-94" fmla="*/ 1857375 h 2352675"/>
              <a:gd name="connsiteX9-95" fmla="*/ 2009775 w 2305050"/>
              <a:gd name="connsiteY9-96" fmla="*/ 2105025 h 2352675"/>
              <a:gd name="connsiteX10-97" fmla="*/ 1733550 w 2305050"/>
              <a:gd name="connsiteY10-98" fmla="*/ 1971675 h 2352675"/>
              <a:gd name="connsiteX11-99" fmla="*/ 1543050 w 2305050"/>
              <a:gd name="connsiteY11-100" fmla="*/ 2352675 h 2352675"/>
              <a:gd name="connsiteX12-101" fmla="*/ 1314450 w 2305050"/>
              <a:gd name="connsiteY12-102" fmla="*/ 2133600 h 2352675"/>
              <a:gd name="connsiteX13-103" fmla="*/ 1447800 w 2305050"/>
              <a:gd name="connsiteY13-104" fmla="*/ 1771650 h 2352675"/>
              <a:gd name="connsiteX14-105" fmla="*/ 923925 w 2305050"/>
              <a:gd name="connsiteY14-106" fmla="*/ 1190625 h 2352675"/>
              <a:gd name="connsiteX15-107" fmla="*/ 447675 w 2305050"/>
              <a:gd name="connsiteY15-108" fmla="*/ 2276475 h 2352675"/>
              <a:gd name="connsiteX16-109" fmla="*/ 292990 w 2305050"/>
              <a:gd name="connsiteY16-110" fmla="*/ 2036368 h 2352675"/>
              <a:gd name="connsiteX17-111" fmla="*/ 523875 w 2305050"/>
              <a:gd name="connsiteY17-112" fmla="*/ 714375 h 2352675"/>
              <a:gd name="connsiteX18-113" fmla="*/ 0 w 2305050"/>
              <a:gd name="connsiteY18-114" fmla="*/ 0 h 2352675"/>
              <a:gd name="connsiteX0-115" fmla="*/ 0 w 2305050"/>
              <a:gd name="connsiteY0-116" fmla="*/ 0 h 2352675"/>
              <a:gd name="connsiteX1-117" fmla="*/ 771525 w 2305050"/>
              <a:gd name="connsiteY1-118" fmla="*/ 561975 h 2352675"/>
              <a:gd name="connsiteX2-119" fmla="*/ 2019300 w 2305050"/>
              <a:gd name="connsiteY2-120" fmla="*/ 428625 h 2352675"/>
              <a:gd name="connsiteX3-121" fmla="*/ 2266950 w 2305050"/>
              <a:gd name="connsiteY3-122" fmla="*/ 657225 h 2352675"/>
              <a:gd name="connsiteX4-123" fmla="*/ 1143000 w 2305050"/>
              <a:gd name="connsiteY4-124" fmla="*/ 1009650 h 2352675"/>
              <a:gd name="connsiteX5-125" fmla="*/ 1628775 w 2305050"/>
              <a:gd name="connsiteY5-126" fmla="*/ 1533525 h 2352675"/>
              <a:gd name="connsiteX6-127" fmla="*/ 2076450 w 2305050"/>
              <a:gd name="connsiteY6-128" fmla="*/ 1533525 h 2352675"/>
              <a:gd name="connsiteX7-129" fmla="*/ 2305050 w 2305050"/>
              <a:gd name="connsiteY7-130" fmla="*/ 1724025 h 2352675"/>
              <a:gd name="connsiteX8-131" fmla="*/ 1838325 w 2305050"/>
              <a:gd name="connsiteY8-132" fmla="*/ 1857375 h 2352675"/>
              <a:gd name="connsiteX9-133" fmla="*/ 2009775 w 2305050"/>
              <a:gd name="connsiteY9-134" fmla="*/ 2105025 h 2352675"/>
              <a:gd name="connsiteX10-135" fmla="*/ 1733550 w 2305050"/>
              <a:gd name="connsiteY10-136" fmla="*/ 1971675 h 2352675"/>
              <a:gd name="connsiteX11-137" fmla="*/ 1543050 w 2305050"/>
              <a:gd name="connsiteY11-138" fmla="*/ 2352675 h 2352675"/>
              <a:gd name="connsiteX12-139" fmla="*/ 1314450 w 2305050"/>
              <a:gd name="connsiteY12-140" fmla="*/ 2133600 h 2352675"/>
              <a:gd name="connsiteX13-141" fmla="*/ 1447800 w 2305050"/>
              <a:gd name="connsiteY13-142" fmla="*/ 1771650 h 2352675"/>
              <a:gd name="connsiteX14-143" fmla="*/ 923925 w 2305050"/>
              <a:gd name="connsiteY14-144" fmla="*/ 1190625 h 2352675"/>
              <a:gd name="connsiteX15-145" fmla="*/ 414757 w 2305050"/>
              <a:gd name="connsiteY15-146" fmla="*/ 2305735 h 2352675"/>
              <a:gd name="connsiteX16-147" fmla="*/ 292990 w 2305050"/>
              <a:gd name="connsiteY16-148" fmla="*/ 2036368 h 2352675"/>
              <a:gd name="connsiteX17-149" fmla="*/ 523875 w 2305050"/>
              <a:gd name="connsiteY17-150" fmla="*/ 714375 h 2352675"/>
              <a:gd name="connsiteX18-151" fmla="*/ 0 w 2305050"/>
              <a:gd name="connsiteY18-152" fmla="*/ 0 h 2352675"/>
              <a:gd name="connsiteX0-153" fmla="*/ 0 w 2305050"/>
              <a:gd name="connsiteY0-154" fmla="*/ 0 h 2352675"/>
              <a:gd name="connsiteX1-155" fmla="*/ 771525 w 2305050"/>
              <a:gd name="connsiteY1-156" fmla="*/ 561975 h 2352675"/>
              <a:gd name="connsiteX2-157" fmla="*/ 2019300 w 2305050"/>
              <a:gd name="connsiteY2-158" fmla="*/ 428625 h 2352675"/>
              <a:gd name="connsiteX3-159" fmla="*/ 2292554 w 2305050"/>
              <a:gd name="connsiteY3-160" fmla="*/ 627964 h 2352675"/>
              <a:gd name="connsiteX4-161" fmla="*/ 1143000 w 2305050"/>
              <a:gd name="connsiteY4-162" fmla="*/ 1009650 h 2352675"/>
              <a:gd name="connsiteX5-163" fmla="*/ 1628775 w 2305050"/>
              <a:gd name="connsiteY5-164" fmla="*/ 1533525 h 2352675"/>
              <a:gd name="connsiteX6-165" fmla="*/ 2076450 w 2305050"/>
              <a:gd name="connsiteY6-166" fmla="*/ 1533525 h 2352675"/>
              <a:gd name="connsiteX7-167" fmla="*/ 2305050 w 2305050"/>
              <a:gd name="connsiteY7-168" fmla="*/ 1724025 h 2352675"/>
              <a:gd name="connsiteX8-169" fmla="*/ 1838325 w 2305050"/>
              <a:gd name="connsiteY8-170" fmla="*/ 1857375 h 2352675"/>
              <a:gd name="connsiteX9-171" fmla="*/ 2009775 w 2305050"/>
              <a:gd name="connsiteY9-172" fmla="*/ 2105025 h 2352675"/>
              <a:gd name="connsiteX10-173" fmla="*/ 1733550 w 2305050"/>
              <a:gd name="connsiteY10-174" fmla="*/ 1971675 h 2352675"/>
              <a:gd name="connsiteX11-175" fmla="*/ 1543050 w 2305050"/>
              <a:gd name="connsiteY11-176" fmla="*/ 2352675 h 2352675"/>
              <a:gd name="connsiteX12-177" fmla="*/ 1314450 w 2305050"/>
              <a:gd name="connsiteY12-178" fmla="*/ 2133600 h 2352675"/>
              <a:gd name="connsiteX13-179" fmla="*/ 1447800 w 2305050"/>
              <a:gd name="connsiteY13-180" fmla="*/ 1771650 h 2352675"/>
              <a:gd name="connsiteX14-181" fmla="*/ 923925 w 2305050"/>
              <a:gd name="connsiteY14-182" fmla="*/ 1190625 h 2352675"/>
              <a:gd name="connsiteX15-183" fmla="*/ 414757 w 2305050"/>
              <a:gd name="connsiteY15-184" fmla="*/ 2305735 h 2352675"/>
              <a:gd name="connsiteX16-185" fmla="*/ 292990 w 2305050"/>
              <a:gd name="connsiteY16-186" fmla="*/ 2036368 h 2352675"/>
              <a:gd name="connsiteX17-187" fmla="*/ 523875 w 2305050"/>
              <a:gd name="connsiteY17-188" fmla="*/ 714375 h 2352675"/>
              <a:gd name="connsiteX18-189" fmla="*/ 0 w 2305050"/>
              <a:gd name="connsiteY18-190" fmla="*/ 0 h 2352675"/>
              <a:gd name="connsiteX0-191" fmla="*/ 0 w 2305050"/>
              <a:gd name="connsiteY0-192" fmla="*/ 0 h 2352675"/>
              <a:gd name="connsiteX1-193" fmla="*/ 771525 w 2305050"/>
              <a:gd name="connsiteY1-194" fmla="*/ 561975 h 2352675"/>
              <a:gd name="connsiteX2-195" fmla="*/ 2081480 w 2305050"/>
              <a:gd name="connsiteY2-196" fmla="*/ 476174 h 2352675"/>
              <a:gd name="connsiteX3-197" fmla="*/ 2292554 w 2305050"/>
              <a:gd name="connsiteY3-198" fmla="*/ 627964 h 2352675"/>
              <a:gd name="connsiteX4-199" fmla="*/ 1143000 w 2305050"/>
              <a:gd name="connsiteY4-200" fmla="*/ 1009650 h 2352675"/>
              <a:gd name="connsiteX5-201" fmla="*/ 1628775 w 2305050"/>
              <a:gd name="connsiteY5-202" fmla="*/ 1533525 h 2352675"/>
              <a:gd name="connsiteX6-203" fmla="*/ 2076450 w 2305050"/>
              <a:gd name="connsiteY6-204" fmla="*/ 1533525 h 2352675"/>
              <a:gd name="connsiteX7-205" fmla="*/ 2305050 w 2305050"/>
              <a:gd name="connsiteY7-206" fmla="*/ 1724025 h 2352675"/>
              <a:gd name="connsiteX8-207" fmla="*/ 1838325 w 2305050"/>
              <a:gd name="connsiteY8-208" fmla="*/ 1857375 h 2352675"/>
              <a:gd name="connsiteX9-209" fmla="*/ 2009775 w 2305050"/>
              <a:gd name="connsiteY9-210" fmla="*/ 2105025 h 2352675"/>
              <a:gd name="connsiteX10-211" fmla="*/ 1733550 w 2305050"/>
              <a:gd name="connsiteY10-212" fmla="*/ 1971675 h 2352675"/>
              <a:gd name="connsiteX11-213" fmla="*/ 1543050 w 2305050"/>
              <a:gd name="connsiteY11-214" fmla="*/ 2352675 h 2352675"/>
              <a:gd name="connsiteX12-215" fmla="*/ 1314450 w 2305050"/>
              <a:gd name="connsiteY12-216" fmla="*/ 2133600 h 2352675"/>
              <a:gd name="connsiteX13-217" fmla="*/ 1447800 w 2305050"/>
              <a:gd name="connsiteY13-218" fmla="*/ 1771650 h 2352675"/>
              <a:gd name="connsiteX14-219" fmla="*/ 923925 w 2305050"/>
              <a:gd name="connsiteY14-220" fmla="*/ 1190625 h 2352675"/>
              <a:gd name="connsiteX15-221" fmla="*/ 414757 w 2305050"/>
              <a:gd name="connsiteY15-222" fmla="*/ 2305735 h 2352675"/>
              <a:gd name="connsiteX16-223" fmla="*/ 292990 w 2305050"/>
              <a:gd name="connsiteY16-224" fmla="*/ 2036368 h 2352675"/>
              <a:gd name="connsiteX17-225" fmla="*/ 523875 w 2305050"/>
              <a:gd name="connsiteY17-226" fmla="*/ 714375 h 2352675"/>
              <a:gd name="connsiteX18-227" fmla="*/ 0 w 2305050"/>
              <a:gd name="connsiteY18-228" fmla="*/ 0 h 2352675"/>
              <a:gd name="connsiteX0-229" fmla="*/ 0 w 2305050"/>
              <a:gd name="connsiteY0-230" fmla="*/ 0 h 2352675"/>
              <a:gd name="connsiteX1-231" fmla="*/ 771525 w 2305050"/>
              <a:gd name="connsiteY1-232" fmla="*/ 561975 h 2352675"/>
              <a:gd name="connsiteX2-233" fmla="*/ 2004671 w 2305050"/>
              <a:gd name="connsiteY2-234" fmla="*/ 468859 h 2352675"/>
              <a:gd name="connsiteX3-235" fmla="*/ 2292554 w 2305050"/>
              <a:gd name="connsiteY3-236" fmla="*/ 627964 h 2352675"/>
              <a:gd name="connsiteX4-237" fmla="*/ 1143000 w 2305050"/>
              <a:gd name="connsiteY4-238" fmla="*/ 1009650 h 2352675"/>
              <a:gd name="connsiteX5-239" fmla="*/ 1628775 w 2305050"/>
              <a:gd name="connsiteY5-240" fmla="*/ 1533525 h 2352675"/>
              <a:gd name="connsiteX6-241" fmla="*/ 2076450 w 2305050"/>
              <a:gd name="connsiteY6-242" fmla="*/ 1533525 h 2352675"/>
              <a:gd name="connsiteX7-243" fmla="*/ 2305050 w 2305050"/>
              <a:gd name="connsiteY7-244" fmla="*/ 1724025 h 2352675"/>
              <a:gd name="connsiteX8-245" fmla="*/ 1838325 w 2305050"/>
              <a:gd name="connsiteY8-246" fmla="*/ 1857375 h 2352675"/>
              <a:gd name="connsiteX9-247" fmla="*/ 2009775 w 2305050"/>
              <a:gd name="connsiteY9-248" fmla="*/ 2105025 h 2352675"/>
              <a:gd name="connsiteX10-249" fmla="*/ 1733550 w 2305050"/>
              <a:gd name="connsiteY10-250" fmla="*/ 1971675 h 2352675"/>
              <a:gd name="connsiteX11-251" fmla="*/ 1543050 w 2305050"/>
              <a:gd name="connsiteY11-252" fmla="*/ 2352675 h 2352675"/>
              <a:gd name="connsiteX12-253" fmla="*/ 1314450 w 2305050"/>
              <a:gd name="connsiteY12-254" fmla="*/ 2133600 h 2352675"/>
              <a:gd name="connsiteX13-255" fmla="*/ 1447800 w 2305050"/>
              <a:gd name="connsiteY13-256" fmla="*/ 1771650 h 2352675"/>
              <a:gd name="connsiteX14-257" fmla="*/ 923925 w 2305050"/>
              <a:gd name="connsiteY14-258" fmla="*/ 1190625 h 2352675"/>
              <a:gd name="connsiteX15-259" fmla="*/ 414757 w 2305050"/>
              <a:gd name="connsiteY15-260" fmla="*/ 2305735 h 2352675"/>
              <a:gd name="connsiteX16-261" fmla="*/ 292990 w 2305050"/>
              <a:gd name="connsiteY16-262" fmla="*/ 2036368 h 2352675"/>
              <a:gd name="connsiteX17-263" fmla="*/ 523875 w 2305050"/>
              <a:gd name="connsiteY17-264" fmla="*/ 714375 h 2352675"/>
              <a:gd name="connsiteX18-265" fmla="*/ 0 w 2305050"/>
              <a:gd name="connsiteY18-266" fmla="*/ 0 h 2352675"/>
              <a:gd name="connsiteX0-267" fmla="*/ 0 w 2305050"/>
              <a:gd name="connsiteY0-268" fmla="*/ 0 h 2352675"/>
              <a:gd name="connsiteX1-269" fmla="*/ 771525 w 2305050"/>
              <a:gd name="connsiteY1-270" fmla="*/ 561975 h 2352675"/>
              <a:gd name="connsiteX2-271" fmla="*/ 1960779 w 2305050"/>
              <a:gd name="connsiteY2-272" fmla="*/ 472517 h 2352675"/>
              <a:gd name="connsiteX3-273" fmla="*/ 2292554 w 2305050"/>
              <a:gd name="connsiteY3-274" fmla="*/ 627964 h 2352675"/>
              <a:gd name="connsiteX4-275" fmla="*/ 1143000 w 2305050"/>
              <a:gd name="connsiteY4-276" fmla="*/ 1009650 h 2352675"/>
              <a:gd name="connsiteX5-277" fmla="*/ 1628775 w 2305050"/>
              <a:gd name="connsiteY5-278" fmla="*/ 1533525 h 2352675"/>
              <a:gd name="connsiteX6-279" fmla="*/ 2076450 w 2305050"/>
              <a:gd name="connsiteY6-280" fmla="*/ 1533525 h 2352675"/>
              <a:gd name="connsiteX7-281" fmla="*/ 2305050 w 2305050"/>
              <a:gd name="connsiteY7-282" fmla="*/ 1724025 h 2352675"/>
              <a:gd name="connsiteX8-283" fmla="*/ 1838325 w 2305050"/>
              <a:gd name="connsiteY8-284" fmla="*/ 1857375 h 2352675"/>
              <a:gd name="connsiteX9-285" fmla="*/ 2009775 w 2305050"/>
              <a:gd name="connsiteY9-286" fmla="*/ 2105025 h 2352675"/>
              <a:gd name="connsiteX10-287" fmla="*/ 1733550 w 2305050"/>
              <a:gd name="connsiteY10-288" fmla="*/ 1971675 h 2352675"/>
              <a:gd name="connsiteX11-289" fmla="*/ 1543050 w 2305050"/>
              <a:gd name="connsiteY11-290" fmla="*/ 2352675 h 2352675"/>
              <a:gd name="connsiteX12-291" fmla="*/ 1314450 w 2305050"/>
              <a:gd name="connsiteY12-292" fmla="*/ 2133600 h 2352675"/>
              <a:gd name="connsiteX13-293" fmla="*/ 1447800 w 2305050"/>
              <a:gd name="connsiteY13-294" fmla="*/ 1771650 h 2352675"/>
              <a:gd name="connsiteX14-295" fmla="*/ 923925 w 2305050"/>
              <a:gd name="connsiteY14-296" fmla="*/ 1190625 h 2352675"/>
              <a:gd name="connsiteX15-297" fmla="*/ 414757 w 2305050"/>
              <a:gd name="connsiteY15-298" fmla="*/ 2305735 h 2352675"/>
              <a:gd name="connsiteX16-299" fmla="*/ 292990 w 2305050"/>
              <a:gd name="connsiteY16-300" fmla="*/ 2036368 h 2352675"/>
              <a:gd name="connsiteX17-301" fmla="*/ 523875 w 2305050"/>
              <a:gd name="connsiteY17-302" fmla="*/ 714375 h 2352675"/>
              <a:gd name="connsiteX18-303" fmla="*/ 0 w 2305050"/>
              <a:gd name="connsiteY18-304" fmla="*/ 0 h 2352675"/>
              <a:gd name="connsiteX0-305" fmla="*/ 0 w 2305050"/>
              <a:gd name="connsiteY0-306" fmla="*/ 0 h 2352675"/>
              <a:gd name="connsiteX1-307" fmla="*/ 771525 w 2305050"/>
              <a:gd name="connsiteY1-308" fmla="*/ 561975 h 2352675"/>
              <a:gd name="connsiteX2-309" fmla="*/ 1960779 w 2305050"/>
              <a:gd name="connsiteY2-310" fmla="*/ 472517 h 2352675"/>
              <a:gd name="connsiteX3-311" fmla="*/ 2270609 w 2305050"/>
              <a:gd name="connsiteY3-312" fmla="*/ 649910 h 2352675"/>
              <a:gd name="connsiteX4-313" fmla="*/ 1143000 w 2305050"/>
              <a:gd name="connsiteY4-314" fmla="*/ 1009650 h 2352675"/>
              <a:gd name="connsiteX5-315" fmla="*/ 1628775 w 2305050"/>
              <a:gd name="connsiteY5-316" fmla="*/ 1533525 h 2352675"/>
              <a:gd name="connsiteX6-317" fmla="*/ 2076450 w 2305050"/>
              <a:gd name="connsiteY6-318" fmla="*/ 1533525 h 2352675"/>
              <a:gd name="connsiteX7-319" fmla="*/ 2305050 w 2305050"/>
              <a:gd name="connsiteY7-320" fmla="*/ 1724025 h 2352675"/>
              <a:gd name="connsiteX8-321" fmla="*/ 1838325 w 2305050"/>
              <a:gd name="connsiteY8-322" fmla="*/ 1857375 h 2352675"/>
              <a:gd name="connsiteX9-323" fmla="*/ 2009775 w 2305050"/>
              <a:gd name="connsiteY9-324" fmla="*/ 2105025 h 2352675"/>
              <a:gd name="connsiteX10-325" fmla="*/ 1733550 w 2305050"/>
              <a:gd name="connsiteY10-326" fmla="*/ 1971675 h 2352675"/>
              <a:gd name="connsiteX11-327" fmla="*/ 1543050 w 2305050"/>
              <a:gd name="connsiteY11-328" fmla="*/ 2352675 h 2352675"/>
              <a:gd name="connsiteX12-329" fmla="*/ 1314450 w 2305050"/>
              <a:gd name="connsiteY12-330" fmla="*/ 2133600 h 2352675"/>
              <a:gd name="connsiteX13-331" fmla="*/ 1447800 w 2305050"/>
              <a:gd name="connsiteY13-332" fmla="*/ 1771650 h 2352675"/>
              <a:gd name="connsiteX14-333" fmla="*/ 923925 w 2305050"/>
              <a:gd name="connsiteY14-334" fmla="*/ 1190625 h 2352675"/>
              <a:gd name="connsiteX15-335" fmla="*/ 414757 w 2305050"/>
              <a:gd name="connsiteY15-336" fmla="*/ 2305735 h 2352675"/>
              <a:gd name="connsiteX16-337" fmla="*/ 292990 w 2305050"/>
              <a:gd name="connsiteY16-338" fmla="*/ 2036368 h 2352675"/>
              <a:gd name="connsiteX17-339" fmla="*/ 523875 w 2305050"/>
              <a:gd name="connsiteY17-340" fmla="*/ 714375 h 2352675"/>
              <a:gd name="connsiteX18-341" fmla="*/ 0 w 2305050"/>
              <a:gd name="connsiteY18-342" fmla="*/ 0 h 2352675"/>
              <a:gd name="connsiteX0-343" fmla="*/ 0 w 2305050"/>
              <a:gd name="connsiteY0-344" fmla="*/ 0 h 2352675"/>
              <a:gd name="connsiteX1-345" fmla="*/ 771525 w 2305050"/>
              <a:gd name="connsiteY1-346" fmla="*/ 561975 h 2352675"/>
              <a:gd name="connsiteX2-347" fmla="*/ 1960779 w 2305050"/>
              <a:gd name="connsiteY2-348" fmla="*/ 472517 h 2352675"/>
              <a:gd name="connsiteX3-349" fmla="*/ 2296212 w 2305050"/>
              <a:gd name="connsiteY3-350" fmla="*/ 646252 h 2352675"/>
              <a:gd name="connsiteX4-351" fmla="*/ 1143000 w 2305050"/>
              <a:gd name="connsiteY4-352" fmla="*/ 1009650 h 2352675"/>
              <a:gd name="connsiteX5-353" fmla="*/ 1628775 w 2305050"/>
              <a:gd name="connsiteY5-354" fmla="*/ 1533525 h 2352675"/>
              <a:gd name="connsiteX6-355" fmla="*/ 2076450 w 2305050"/>
              <a:gd name="connsiteY6-356" fmla="*/ 1533525 h 2352675"/>
              <a:gd name="connsiteX7-357" fmla="*/ 2305050 w 2305050"/>
              <a:gd name="connsiteY7-358" fmla="*/ 1724025 h 2352675"/>
              <a:gd name="connsiteX8-359" fmla="*/ 1838325 w 2305050"/>
              <a:gd name="connsiteY8-360" fmla="*/ 1857375 h 2352675"/>
              <a:gd name="connsiteX9-361" fmla="*/ 2009775 w 2305050"/>
              <a:gd name="connsiteY9-362" fmla="*/ 2105025 h 2352675"/>
              <a:gd name="connsiteX10-363" fmla="*/ 1733550 w 2305050"/>
              <a:gd name="connsiteY10-364" fmla="*/ 1971675 h 2352675"/>
              <a:gd name="connsiteX11-365" fmla="*/ 1543050 w 2305050"/>
              <a:gd name="connsiteY11-366" fmla="*/ 2352675 h 2352675"/>
              <a:gd name="connsiteX12-367" fmla="*/ 1314450 w 2305050"/>
              <a:gd name="connsiteY12-368" fmla="*/ 2133600 h 2352675"/>
              <a:gd name="connsiteX13-369" fmla="*/ 1447800 w 2305050"/>
              <a:gd name="connsiteY13-370" fmla="*/ 1771650 h 2352675"/>
              <a:gd name="connsiteX14-371" fmla="*/ 923925 w 2305050"/>
              <a:gd name="connsiteY14-372" fmla="*/ 1190625 h 2352675"/>
              <a:gd name="connsiteX15-373" fmla="*/ 414757 w 2305050"/>
              <a:gd name="connsiteY15-374" fmla="*/ 2305735 h 2352675"/>
              <a:gd name="connsiteX16-375" fmla="*/ 292990 w 2305050"/>
              <a:gd name="connsiteY16-376" fmla="*/ 2036368 h 2352675"/>
              <a:gd name="connsiteX17-377" fmla="*/ 523875 w 2305050"/>
              <a:gd name="connsiteY17-378" fmla="*/ 714375 h 2352675"/>
              <a:gd name="connsiteX18-379" fmla="*/ 0 w 2305050"/>
              <a:gd name="connsiteY18-380" fmla="*/ 0 h 2352675"/>
              <a:gd name="connsiteX0-381" fmla="*/ 0 w 2305050"/>
              <a:gd name="connsiteY0-382" fmla="*/ 0 h 2352675"/>
              <a:gd name="connsiteX1-383" fmla="*/ 771525 w 2305050"/>
              <a:gd name="connsiteY1-384" fmla="*/ 561975 h 2352675"/>
              <a:gd name="connsiteX2-385" fmla="*/ 1982725 w 2305050"/>
              <a:gd name="connsiteY2-386" fmla="*/ 494463 h 2352675"/>
              <a:gd name="connsiteX3-387" fmla="*/ 2296212 w 2305050"/>
              <a:gd name="connsiteY3-388" fmla="*/ 646252 h 2352675"/>
              <a:gd name="connsiteX4-389" fmla="*/ 1143000 w 2305050"/>
              <a:gd name="connsiteY4-390" fmla="*/ 1009650 h 2352675"/>
              <a:gd name="connsiteX5-391" fmla="*/ 1628775 w 2305050"/>
              <a:gd name="connsiteY5-392" fmla="*/ 1533525 h 2352675"/>
              <a:gd name="connsiteX6-393" fmla="*/ 2076450 w 2305050"/>
              <a:gd name="connsiteY6-394" fmla="*/ 1533525 h 2352675"/>
              <a:gd name="connsiteX7-395" fmla="*/ 2305050 w 2305050"/>
              <a:gd name="connsiteY7-396" fmla="*/ 1724025 h 2352675"/>
              <a:gd name="connsiteX8-397" fmla="*/ 1838325 w 2305050"/>
              <a:gd name="connsiteY8-398" fmla="*/ 1857375 h 2352675"/>
              <a:gd name="connsiteX9-399" fmla="*/ 2009775 w 2305050"/>
              <a:gd name="connsiteY9-400" fmla="*/ 2105025 h 2352675"/>
              <a:gd name="connsiteX10-401" fmla="*/ 1733550 w 2305050"/>
              <a:gd name="connsiteY10-402" fmla="*/ 1971675 h 2352675"/>
              <a:gd name="connsiteX11-403" fmla="*/ 1543050 w 2305050"/>
              <a:gd name="connsiteY11-404" fmla="*/ 2352675 h 2352675"/>
              <a:gd name="connsiteX12-405" fmla="*/ 1314450 w 2305050"/>
              <a:gd name="connsiteY12-406" fmla="*/ 2133600 h 2352675"/>
              <a:gd name="connsiteX13-407" fmla="*/ 1447800 w 2305050"/>
              <a:gd name="connsiteY13-408" fmla="*/ 1771650 h 2352675"/>
              <a:gd name="connsiteX14-409" fmla="*/ 923925 w 2305050"/>
              <a:gd name="connsiteY14-410" fmla="*/ 1190625 h 2352675"/>
              <a:gd name="connsiteX15-411" fmla="*/ 414757 w 2305050"/>
              <a:gd name="connsiteY15-412" fmla="*/ 2305735 h 2352675"/>
              <a:gd name="connsiteX16-413" fmla="*/ 292990 w 2305050"/>
              <a:gd name="connsiteY16-414" fmla="*/ 2036368 h 2352675"/>
              <a:gd name="connsiteX17-415" fmla="*/ 523875 w 2305050"/>
              <a:gd name="connsiteY17-416" fmla="*/ 714375 h 2352675"/>
              <a:gd name="connsiteX18-417" fmla="*/ 0 w 2305050"/>
              <a:gd name="connsiteY18-418" fmla="*/ 0 h 2352675"/>
              <a:gd name="connsiteX0-419" fmla="*/ 0 w 2305050"/>
              <a:gd name="connsiteY0-420" fmla="*/ 0 h 2352675"/>
              <a:gd name="connsiteX1-421" fmla="*/ 771525 w 2305050"/>
              <a:gd name="connsiteY1-422" fmla="*/ 561975 h 2352675"/>
              <a:gd name="connsiteX2-423" fmla="*/ 2041246 w 2305050"/>
              <a:gd name="connsiteY2-424" fmla="*/ 498120 h 2352675"/>
              <a:gd name="connsiteX3-425" fmla="*/ 2296212 w 2305050"/>
              <a:gd name="connsiteY3-426" fmla="*/ 646252 h 2352675"/>
              <a:gd name="connsiteX4-427" fmla="*/ 1143000 w 2305050"/>
              <a:gd name="connsiteY4-428" fmla="*/ 1009650 h 2352675"/>
              <a:gd name="connsiteX5-429" fmla="*/ 1628775 w 2305050"/>
              <a:gd name="connsiteY5-430" fmla="*/ 1533525 h 2352675"/>
              <a:gd name="connsiteX6-431" fmla="*/ 2076450 w 2305050"/>
              <a:gd name="connsiteY6-432" fmla="*/ 1533525 h 2352675"/>
              <a:gd name="connsiteX7-433" fmla="*/ 2305050 w 2305050"/>
              <a:gd name="connsiteY7-434" fmla="*/ 1724025 h 2352675"/>
              <a:gd name="connsiteX8-435" fmla="*/ 1838325 w 2305050"/>
              <a:gd name="connsiteY8-436" fmla="*/ 1857375 h 2352675"/>
              <a:gd name="connsiteX9-437" fmla="*/ 2009775 w 2305050"/>
              <a:gd name="connsiteY9-438" fmla="*/ 2105025 h 2352675"/>
              <a:gd name="connsiteX10-439" fmla="*/ 1733550 w 2305050"/>
              <a:gd name="connsiteY10-440" fmla="*/ 1971675 h 2352675"/>
              <a:gd name="connsiteX11-441" fmla="*/ 1543050 w 2305050"/>
              <a:gd name="connsiteY11-442" fmla="*/ 2352675 h 2352675"/>
              <a:gd name="connsiteX12-443" fmla="*/ 1314450 w 2305050"/>
              <a:gd name="connsiteY12-444" fmla="*/ 2133600 h 2352675"/>
              <a:gd name="connsiteX13-445" fmla="*/ 1447800 w 2305050"/>
              <a:gd name="connsiteY13-446" fmla="*/ 1771650 h 2352675"/>
              <a:gd name="connsiteX14-447" fmla="*/ 923925 w 2305050"/>
              <a:gd name="connsiteY14-448" fmla="*/ 1190625 h 2352675"/>
              <a:gd name="connsiteX15-449" fmla="*/ 414757 w 2305050"/>
              <a:gd name="connsiteY15-450" fmla="*/ 2305735 h 2352675"/>
              <a:gd name="connsiteX16-451" fmla="*/ 292990 w 2305050"/>
              <a:gd name="connsiteY16-452" fmla="*/ 2036368 h 2352675"/>
              <a:gd name="connsiteX17-453" fmla="*/ 523875 w 2305050"/>
              <a:gd name="connsiteY17-454" fmla="*/ 714375 h 2352675"/>
              <a:gd name="connsiteX18-455" fmla="*/ 0 w 2305050"/>
              <a:gd name="connsiteY18-456" fmla="*/ 0 h 2352675"/>
              <a:gd name="connsiteX0-457" fmla="*/ 0 w 2305050"/>
              <a:gd name="connsiteY0-458" fmla="*/ 0 h 2352675"/>
              <a:gd name="connsiteX1-459" fmla="*/ 771525 w 2305050"/>
              <a:gd name="connsiteY1-460" fmla="*/ 561975 h 2352675"/>
              <a:gd name="connsiteX2-461" fmla="*/ 2041246 w 2305050"/>
              <a:gd name="connsiteY2-462" fmla="*/ 498120 h 2352675"/>
              <a:gd name="connsiteX3-463" fmla="*/ 2296212 w 2305050"/>
              <a:gd name="connsiteY3-464" fmla="*/ 646252 h 2352675"/>
              <a:gd name="connsiteX4-465" fmla="*/ 1143000 w 2305050"/>
              <a:gd name="connsiteY4-466" fmla="*/ 1009650 h 2352675"/>
              <a:gd name="connsiteX5-467" fmla="*/ 1628775 w 2305050"/>
              <a:gd name="connsiteY5-468" fmla="*/ 1533525 h 2352675"/>
              <a:gd name="connsiteX6-469" fmla="*/ 2076450 w 2305050"/>
              <a:gd name="connsiteY6-470" fmla="*/ 1533525 h 2352675"/>
              <a:gd name="connsiteX7-471" fmla="*/ 2305050 w 2305050"/>
              <a:gd name="connsiteY7-472" fmla="*/ 1724025 h 2352675"/>
              <a:gd name="connsiteX8-473" fmla="*/ 1838325 w 2305050"/>
              <a:gd name="connsiteY8-474" fmla="*/ 1857375 h 2352675"/>
              <a:gd name="connsiteX9-475" fmla="*/ 2009775 w 2305050"/>
              <a:gd name="connsiteY9-476" fmla="*/ 2105025 h 2352675"/>
              <a:gd name="connsiteX10-477" fmla="*/ 1733550 w 2305050"/>
              <a:gd name="connsiteY10-478" fmla="*/ 1971675 h 2352675"/>
              <a:gd name="connsiteX11-479" fmla="*/ 1543050 w 2305050"/>
              <a:gd name="connsiteY11-480" fmla="*/ 2352675 h 2352675"/>
              <a:gd name="connsiteX12-481" fmla="*/ 1314450 w 2305050"/>
              <a:gd name="connsiteY12-482" fmla="*/ 2133600 h 2352675"/>
              <a:gd name="connsiteX13-483" fmla="*/ 1447800 w 2305050"/>
              <a:gd name="connsiteY13-484" fmla="*/ 1771650 h 2352675"/>
              <a:gd name="connsiteX14-485" fmla="*/ 923925 w 2305050"/>
              <a:gd name="connsiteY14-486" fmla="*/ 1190625 h 2352675"/>
              <a:gd name="connsiteX15-487" fmla="*/ 414757 w 2305050"/>
              <a:gd name="connsiteY15-488" fmla="*/ 2305735 h 2352675"/>
              <a:gd name="connsiteX16-489" fmla="*/ 292990 w 2305050"/>
              <a:gd name="connsiteY16-490" fmla="*/ 2036368 h 2352675"/>
              <a:gd name="connsiteX17-491" fmla="*/ 520217 w 2305050"/>
              <a:gd name="connsiteY17-492" fmla="*/ 750951 h 2352675"/>
              <a:gd name="connsiteX18-493" fmla="*/ 0 w 2305050"/>
              <a:gd name="connsiteY18-494" fmla="*/ 0 h 2352675"/>
              <a:gd name="connsiteX0-495" fmla="*/ 0 w 2305050"/>
              <a:gd name="connsiteY0-496" fmla="*/ 0 h 2352675"/>
              <a:gd name="connsiteX1-497" fmla="*/ 771525 w 2305050"/>
              <a:gd name="connsiteY1-498" fmla="*/ 561975 h 2352675"/>
              <a:gd name="connsiteX2-499" fmla="*/ 2041246 w 2305050"/>
              <a:gd name="connsiteY2-500" fmla="*/ 498120 h 2352675"/>
              <a:gd name="connsiteX3-501" fmla="*/ 2296212 w 2305050"/>
              <a:gd name="connsiteY3-502" fmla="*/ 646252 h 2352675"/>
              <a:gd name="connsiteX4-503" fmla="*/ 1143000 w 2305050"/>
              <a:gd name="connsiteY4-504" fmla="*/ 1009650 h 2352675"/>
              <a:gd name="connsiteX5-505" fmla="*/ 1628775 w 2305050"/>
              <a:gd name="connsiteY5-506" fmla="*/ 1533525 h 2352675"/>
              <a:gd name="connsiteX6-507" fmla="*/ 2076450 w 2305050"/>
              <a:gd name="connsiteY6-508" fmla="*/ 1533525 h 2352675"/>
              <a:gd name="connsiteX7-509" fmla="*/ 2305050 w 2305050"/>
              <a:gd name="connsiteY7-510" fmla="*/ 1724025 h 2352675"/>
              <a:gd name="connsiteX8-511" fmla="*/ 1838325 w 2305050"/>
              <a:gd name="connsiteY8-512" fmla="*/ 1857375 h 2352675"/>
              <a:gd name="connsiteX9-513" fmla="*/ 2009775 w 2305050"/>
              <a:gd name="connsiteY9-514" fmla="*/ 2105025 h 2352675"/>
              <a:gd name="connsiteX10-515" fmla="*/ 1733550 w 2305050"/>
              <a:gd name="connsiteY10-516" fmla="*/ 1971675 h 2352675"/>
              <a:gd name="connsiteX11-517" fmla="*/ 1543050 w 2305050"/>
              <a:gd name="connsiteY11-518" fmla="*/ 2352675 h 2352675"/>
              <a:gd name="connsiteX12-519" fmla="*/ 1314450 w 2305050"/>
              <a:gd name="connsiteY12-520" fmla="*/ 2133600 h 2352675"/>
              <a:gd name="connsiteX13-521" fmla="*/ 1447800 w 2305050"/>
              <a:gd name="connsiteY13-522" fmla="*/ 1771650 h 2352675"/>
              <a:gd name="connsiteX14-523" fmla="*/ 923925 w 2305050"/>
              <a:gd name="connsiteY14-524" fmla="*/ 1190625 h 2352675"/>
              <a:gd name="connsiteX15-525" fmla="*/ 414757 w 2305050"/>
              <a:gd name="connsiteY15-526" fmla="*/ 2305735 h 2352675"/>
              <a:gd name="connsiteX16-527" fmla="*/ 292990 w 2305050"/>
              <a:gd name="connsiteY16-528" fmla="*/ 2036368 h 2352675"/>
              <a:gd name="connsiteX17-529" fmla="*/ 520217 w 2305050"/>
              <a:gd name="connsiteY17-530" fmla="*/ 750951 h 2352675"/>
              <a:gd name="connsiteX18-531" fmla="*/ 0 w 2305050"/>
              <a:gd name="connsiteY18-532" fmla="*/ 0 h 2352675"/>
              <a:gd name="connsiteX0-533" fmla="*/ 0 w 2305050"/>
              <a:gd name="connsiteY0-534" fmla="*/ 0 h 2352675"/>
              <a:gd name="connsiteX1-535" fmla="*/ 771525 w 2305050"/>
              <a:gd name="connsiteY1-536" fmla="*/ 561975 h 2352675"/>
              <a:gd name="connsiteX2-537" fmla="*/ 2041246 w 2305050"/>
              <a:gd name="connsiteY2-538" fmla="*/ 498120 h 2352675"/>
              <a:gd name="connsiteX3-539" fmla="*/ 2296212 w 2305050"/>
              <a:gd name="connsiteY3-540" fmla="*/ 646252 h 2352675"/>
              <a:gd name="connsiteX4-541" fmla="*/ 1143000 w 2305050"/>
              <a:gd name="connsiteY4-542" fmla="*/ 1009650 h 2352675"/>
              <a:gd name="connsiteX5-543" fmla="*/ 1628775 w 2305050"/>
              <a:gd name="connsiteY5-544" fmla="*/ 1533525 h 2352675"/>
              <a:gd name="connsiteX6-545" fmla="*/ 2076450 w 2305050"/>
              <a:gd name="connsiteY6-546" fmla="*/ 1533525 h 2352675"/>
              <a:gd name="connsiteX7-547" fmla="*/ 2305050 w 2305050"/>
              <a:gd name="connsiteY7-548" fmla="*/ 1724025 h 2352675"/>
              <a:gd name="connsiteX8-549" fmla="*/ 1838325 w 2305050"/>
              <a:gd name="connsiteY8-550" fmla="*/ 1857375 h 2352675"/>
              <a:gd name="connsiteX9-551" fmla="*/ 2009775 w 2305050"/>
              <a:gd name="connsiteY9-552" fmla="*/ 2105025 h 2352675"/>
              <a:gd name="connsiteX10-553" fmla="*/ 1733550 w 2305050"/>
              <a:gd name="connsiteY10-554" fmla="*/ 1971675 h 2352675"/>
              <a:gd name="connsiteX11-555" fmla="*/ 1543050 w 2305050"/>
              <a:gd name="connsiteY11-556" fmla="*/ 2352675 h 2352675"/>
              <a:gd name="connsiteX12-557" fmla="*/ 1314450 w 2305050"/>
              <a:gd name="connsiteY12-558" fmla="*/ 2133600 h 2352675"/>
              <a:gd name="connsiteX13-559" fmla="*/ 1447800 w 2305050"/>
              <a:gd name="connsiteY13-560" fmla="*/ 1771650 h 2352675"/>
              <a:gd name="connsiteX14-561" fmla="*/ 923925 w 2305050"/>
              <a:gd name="connsiteY14-562" fmla="*/ 1190625 h 2352675"/>
              <a:gd name="connsiteX15-563" fmla="*/ 414757 w 2305050"/>
              <a:gd name="connsiteY15-564" fmla="*/ 2305735 h 2352675"/>
              <a:gd name="connsiteX16-565" fmla="*/ 292990 w 2305050"/>
              <a:gd name="connsiteY16-566" fmla="*/ 2036368 h 2352675"/>
              <a:gd name="connsiteX17-567" fmla="*/ 520217 w 2305050"/>
              <a:gd name="connsiteY17-568" fmla="*/ 750951 h 2352675"/>
              <a:gd name="connsiteX18-569" fmla="*/ 0 w 2305050"/>
              <a:gd name="connsiteY18-570" fmla="*/ 0 h 2352675"/>
              <a:gd name="connsiteX0-571" fmla="*/ 0 w 2305050"/>
              <a:gd name="connsiteY0-572" fmla="*/ 0 h 2352675"/>
              <a:gd name="connsiteX1-573" fmla="*/ 771525 w 2305050"/>
              <a:gd name="connsiteY1-574" fmla="*/ 561975 h 2352675"/>
              <a:gd name="connsiteX2-575" fmla="*/ 2041246 w 2305050"/>
              <a:gd name="connsiteY2-576" fmla="*/ 498120 h 2352675"/>
              <a:gd name="connsiteX3-577" fmla="*/ 2296212 w 2305050"/>
              <a:gd name="connsiteY3-578" fmla="*/ 646252 h 2352675"/>
              <a:gd name="connsiteX4-579" fmla="*/ 1143000 w 2305050"/>
              <a:gd name="connsiteY4-580" fmla="*/ 1009650 h 2352675"/>
              <a:gd name="connsiteX5-581" fmla="*/ 1628775 w 2305050"/>
              <a:gd name="connsiteY5-582" fmla="*/ 1533525 h 2352675"/>
              <a:gd name="connsiteX6-583" fmla="*/ 2076450 w 2305050"/>
              <a:gd name="connsiteY6-584" fmla="*/ 1533525 h 2352675"/>
              <a:gd name="connsiteX7-585" fmla="*/ 2305050 w 2305050"/>
              <a:gd name="connsiteY7-586" fmla="*/ 1724025 h 2352675"/>
              <a:gd name="connsiteX8-587" fmla="*/ 1838325 w 2305050"/>
              <a:gd name="connsiteY8-588" fmla="*/ 1857375 h 2352675"/>
              <a:gd name="connsiteX9-589" fmla="*/ 2009775 w 2305050"/>
              <a:gd name="connsiteY9-590" fmla="*/ 2105025 h 2352675"/>
              <a:gd name="connsiteX10-591" fmla="*/ 1733550 w 2305050"/>
              <a:gd name="connsiteY10-592" fmla="*/ 1971675 h 2352675"/>
              <a:gd name="connsiteX11-593" fmla="*/ 1543050 w 2305050"/>
              <a:gd name="connsiteY11-594" fmla="*/ 2352675 h 2352675"/>
              <a:gd name="connsiteX12-595" fmla="*/ 1314450 w 2305050"/>
              <a:gd name="connsiteY12-596" fmla="*/ 2133600 h 2352675"/>
              <a:gd name="connsiteX13-597" fmla="*/ 1447800 w 2305050"/>
              <a:gd name="connsiteY13-598" fmla="*/ 1771650 h 2352675"/>
              <a:gd name="connsiteX14-599" fmla="*/ 923925 w 2305050"/>
              <a:gd name="connsiteY14-600" fmla="*/ 1190625 h 2352675"/>
              <a:gd name="connsiteX15-601" fmla="*/ 414757 w 2305050"/>
              <a:gd name="connsiteY15-602" fmla="*/ 2305735 h 2352675"/>
              <a:gd name="connsiteX16-603" fmla="*/ 292990 w 2305050"/>
              <a:gd name="connsiteY16-604" fmla="*/ 2036368 h 2352675"/>
              <a:gd name="connsiteX17-605" fmla="*/ 520217 w 2305050"/>
              <a:gd name="connsiteY17-606" fmla="*/ 750951 h 2352675"/>
              <a:gd name="connsiteX18-607" fmla="*/ 0 w 2305050"/>
              <a:gd name="connsiteY18-608" fmla="*/ 0 h 2352675"/>
              <a:gd name="connsiteX0-609" fmla="*/ 0 w 2294077"/>
              <a:gd name="connsiteY0-610" fmla="*/ 0 h 2363647"/>
              <a:gd name="connsiteX1-611" fmla="*/ 760552 w 2294077"/>
              <a:gd name="connsiteY1-612" fmla="*/ 572947 h 2363647"/>
              <a:gd name="connsiteX2-613" fmla="*/ 2030273 w 2294077"/>
              <a:gd name="connsiteY2-614" fmla="*/ 509092 h 2363647"/>
              <a:gd name="connsiteX3-615" fmla="*/ 2285239 w 2294077"/>
              <a:gd name="connsiteY3-616" fmla="*/ 657224 h 2363647"/>
              <a:gd name="connsiteX4-617" fmla="*/ 1132027 w 2294077"/>
              <a:gd name="connsiteY4-618" fmla="*/ 1020622 h 2363647"/>
              <a:gd name="connsiteX5-619" fmla="*/ 1617802 w 2294077"/>
              <a:gd name="connsiteY5-620" fmla="*/ 1544497 h 2363647"/>
              <a:gd name="connsiteX6-621" fmla="*/ 2065477 w 2294077"/>
              <a:gd name="connsiteY6-622" fmla="*/ 1544497 h 2363647"/>
              <a:gd name="connsiteX7-623" fmla="*/ 2294077 w 2294077"/>
              <a:gd name="connsiteY7-624" fmla="*/ 1734997 h 2363647"/>
              <a:gd name="connsiteX8-625" fmla="*/ 1827352 w 2294077"/>
              <a:gd name="connsiteY8-626" fmla="*/ 1868347 h 2363647"/>
              <a:gd name="connsiteX9-627" fmla="*/ 1998802 w 2294077"/>
              <a:gd name="connsiteY9-628" fmla="*/ 2115997 h 2363647"/>
              <a:gd name="connsiteX10-629" fmla="*/ 1722577 w 2294077"/>
              <a:gd name="connsiteY10-630" fmla="*/ 1982647 h 2363647"/>
              <a:gd name="connsiteX11-631" fmla="*/ 1532077 w 2294077"/>
              <a:gd name="connsiteY11-632" fmla="*/ 2363647 h 2363647"/>
              <a:gd name="connsiteX12-633" fmla="*/ 1303477 w 2294077"/>
              <a:gd name="connsiteY12-634" fmla="*/ 2144572 h 2363647"/>
              <a:gd name="connsiteX13-635" fmla="*/ 1436827 w 2294077"/>
              <a:gd name="connsiteY13-636" fmla="*/ 1782622 h 2363647"/>
              <a:gd name="connsiteX14-637" fmla="*/ 912952 w 2294077"/>
              <a:gd name="connsiteY14-638" fmla="*/ 1201597 h 2363647"/>
              <a:gd name="connsiteX15-639" fmla="*/ 403784 w 2294077"/>
              <a:gd name="connsiteY15-640" fmla="*/ 2316707 h 2363647"/>
              <a:gd name="connsiteX16-641" fmla="*/ 282017 w 2294077"/>
              <a:gd name="connsiteY16-642" fmla="*/ 2047340 h 2363647"/>
              <a:gd name="connsiteX17-643" fmla="*/ 509244 w 2294077"/>
              <a:gd name="connsiteY17-644" fmla="*/ 761923 h 2363647"/>
              <a:gd name="connsiteX18-645" fmla="*/ 0 w 2294077"/>
              <a:gd name="connsiteY18-646" fmla="*/ 0 h 2363647"/>
              <a:gd name="connsiteX0-647" fmla="*/ 6569 w 2300646"/>
              <a:gd name="connsiteY0-648" fmla="*/ 0 h 2363647"/>
              <a:gd name="connsiteX1-649" fmla="*/ 767121 w 2300646"/>
              <a:gd name="connsiteY1-650" fmla="*/ 572947 h 2363647"/>
              <a:gd name="connsiteX2-651" fmla="*/ 2036842 w 2300646"/>
              <a:gd name="connsiteY2-652" fmla="*/ 509092 h 2363647"/>
              <a:gd name="connsiteX3-653" fmla="*/ 2291808 w 2300646"/>
              <a:gd name="connsiteY3-654" fmla="*/ 657224 h 2363647"/>
              <a:gd name="connsiteX4-655" fmla="*/ 1138596 w 2300646"/>
              <a:gd name="connsiteY4-656" fmla="*/ 1020622 h 2363647"/>
              <a:gd name="connsiteX5-657" fmla="*/ 1624371 w 2300646"/>
              <a:gd name="connsiteY5-658" fmla="*/ 1544497 h 2363647"/>
              <a:gd name="connsiteX6-659" fmla="*/ 2072046 w 2300646"/>
              <a:gd name="connsiteY6-660" fmla="*/ 1544497 h 2363647"/>
              <a:gd name="connsiteX7-661" fmla="*/ 2300646 w 2300646"/>
              <a:gd name="connsiteY7-662" fmla="*/ 1734997 h 2363647"/>
              <a:gd name="connsiteX8-663" fmla="*/ 1833921 w 2300646"/>
              <a:gd name="connsiteY8-664" fmla="*/ 1868347 h 2363647"/>
              <a:gd name="connsiteX9-665" fmla="*/ 2005371 w 2300646"/>
              <a:gd name="connsiteY9-666" fmla="*/ 2115997 h 2363647"/>
              <a:gd name="connsiteX10-667" fmla="*/ 1729146 w 2300646"/>
              <a:gd name="connsiteY10-668" fmla="*/ 1982647 h 2363647"/>
              <a:gd name="connsiteX11-669" fmla="*/ 1538646 w 2300646"/>
              <a:gd name="connsiteY11-670" fmla="*/ 2363647 h 2363647"/>
              <a:gd name="connsiteX12-671" fmla="*/ 1310046 w 2300646"/>
              <a:gd name="connsiteY12-672" fmla="*/ 2144572 h 2363647"/>
              <a:gd name="connsiteX13-673" fmla="*/ 1443396 w 2300646"/>
              <a:gd name="connsiteY13-674" fmla="*/ 1782622 h 2363647"/>
              <a:gd name="connsiteX14-675" fmla="*/ 919521 w 2300646"/>
              <a:gd name="connsiteY14-676" fmla="*/ 1201597 h 2363647"/>
              <a:gd name="connsiteX15-677" fmla="*/ 410353 w 2300646"/>
              <a:gd name="connsiteY15-678" fmla="*/ 2316707 h 2363647"/>
              <a:gd name="connsiteX16-679" fmla="*/ 288586 w 2300646"/>
              <a:gd name="connsiteY16-680" fmla="*/ 2047340 h 2363647"/>
              <a:gd name="connsiteX17-681" fmla="*/ 515813 w 2300646"/>
              <a:gd name="connsiteY17-682" fmla="*/ 761923 h 2363647"/>
              <a:gd name="connsiteX18-683" fmla="*/ 6569 w 2300646"/>
              <a:gd name="connsiteY18-684" fmla="*/ 0 h 2363647"/>
              <a:gd name="connsiteX0-685" fmla="*/ 6569 w 2300646"/>
              <a:gd name="connsiteY0-686" fmla="*/ 5505 h 2369152"/>
              <a:gd name="connsiteX1-687" fmla="*/ 767121 w 2300646"/>
              <a:gd name="connsiteY1-688" fmla="*/ 578452 h 2369152"/>
              <a:gd name="connsiteX2-689" fmla="*/ 2036842 w 2300646"/>
              <a:gd name="connsiteY2-690" fmla="*/ 514597 h 2369152"/>
              <a:gd name="connsiteX3-691" fmla="*/ 2291808 w 2300646"/>
              <a:gd name="connsiteY3-692" fmla="*/ 662729 h 2369152"/>
              <a:gd name="connsiteX4-693" fmla="*/ 1138596 w 2300646"/>
              <a:gd name="connsiteY4-694" fmla="*/ 1026127 h 2369152"/>
              <a:gd name="connsiteX5-695" fmla="*/ 1624371 w 2300646"/>
              <a:gd name="connsiteY5-696" fmla="*/ 1550002 h 2369152"/>
              <a:gd name="connsiteX6-697" fmla="*/ 2072046 w 2300646"/>
              <a:gd name="connsiteY6-698" fmla="*/ 1550002 h 2369152"/>
              <a:gd name="connsiteX7-699" fmla="*/ 2300646 w 2300646"/>
              <a:gd name="connsiteY7-700" fmla="*/ 1740502 h 2369152"/>
              <a:gd name="connsiteX8-701" fmla="*/ 1833921 w 2300646"/>
              <a:gd name="connsiteY8-702" fmla="*/ 1873852 h 2369152"/>
              <a:gd name="connsiteX9-703" fmla="*/ 2005371 w 2300646"/>
              <a:gd name="connsiteY9-704" fmla="*/ 2121502 h 2369152"/>
              <a:gd name="connsiteX10-705" fmla="*/ 1729146 w 2300646"/>
              <a:gd name="connsiteY10-706" fmla="*/ 1988152 h 2369152"/>
              <a:gd name="connsiteX11-707" fmla="*/ 1538646 w 2300646"/>
              <a:gd name="connsiteY11-708" fmla="*/ 2369152 h 2369152"/>
              <a:gd name="connsiteX12-709" fmla="*/ 1310046 w 2300646"/>
              <a:gd name="connsiteY12-710" fmla="*/ 2150077 h 2369152"/>
              <a:gd name="connsiteX13-711" fmla="*/ 1443396 w 2300646"/>
              <a:gd name="connsiteY13-712" fmla="*/ 1788127 h 2369152"/>
              <a:gd name="connsiteX14-713" fmla="*/ 919521 w 2300646"/>
              <a:gd name="connsiteY14-714" fmla="*/ 1207102 h 2369152"/>
              <a:gd name="connsiteX15-715" fmla="*/ 410353 w 2300646"/>
              <a:gd name="connsiteY15-716" fmla="*/ 2322212 h 2369152"/>
              <a:gd name="connsiteX16-717" fmla="*/ 288586 w 2300646"/>
              <a:gd name="connsiteY16-718" fmla="*/ 2052845 h 2369152"/>
              <a:gd name="connsiteX17-719" fmla="*/ 515813 w 2300646"/>
              <a:gd name="connsiteY17-720" fmla="*/ 767428 h 2369152"/>
              <a:gd name="connsiteX18-721" fmla="*/ 6569 w 2300646"/>
              <a:gd name="connsiteY18-722" fmla="*/ 5505 h 2369152"/>
              <a:gd name="connsiteX0-723" fmla="*/ 11167 w 2305244"/>
              <a:gd name="connsiteY0-724" fmla="*/ 5505 h 2369152"/>
              <a:gd name="connsiteX1-725" fmla="*/ 771719 w 2305244"/>
              <a:gd name="connsiteY1-726" fmla="*/ 578452 h 2369152"/>
              <a:gd name="connsiteX2-727" fmla="*/ 2041440 w 2305244"/>
              <a:gd name="connsiteY2-728" fmla="*/ 514597 h 2369152"/>
              <a:gd name="connsiteX3-729" fmla="*/ 2296406 w 2305244"/>
              <a:gd name="connsiteY3-730" fmla="*/ 662729 h 2369152"/>
              <a:gd name="connsiteX4-731" fmla="*/ 1143194 w 2305244"/>
              <a:gd name="connsiteY4-732" fmla="*/ 1026127 h 2369152"/>
              <a:gd name="connsiteX5-733" fmla="*/ 1628969 w 2305244"/>
              <a:gd name="connsiteY5-734" fmla="*/ 1550002 h 2369152"/>
              <a:gd name="connsiteX6-735" fmla="*/ 2076644 w 2305244"/>
              <a:gd name="connsiteY6-736" fmla="*/ 1550002 h 2369152"/>
              <a:gd name="connsiteX7-737" fmla="*/ 2305244 w 2305244"/>
              <a:gd name="connsiteY7-738" fmla="*/ 1740502 h 2369152"/>
              <a:gd name="connsiteX8-739" fmla="*/ 1838519 w 2305244"/>
              <a:gd name="connsiteY8-740" fmla="*/ 1873852 h 2369152"/>
              <a:gd name="connsiteX9-741" fmla="*/ 2009969 w 2305244"/>
              <a:gd name="connsiteY9-742" fmla="*/ 2121502 h 2369152"/>
              <a:gd name="connsiteX10-743" fmla="*/ 1733744 w 2305244"/>
              <a:gd name="connsiteY10-744" fmla="*/ 1988152 h 2369152"/>
              <a:gd name="connsiteX11-745" fmla="*/ 1543244 w 2305244"/>
              <a:gd name="connsiteY11-746" fmla="*/ 2369152 h 2369152"/>
              <a:gd name="connsiteX12-747" fmla="*/ 1314644 w 2305244"/>
              <a:gd name="connsiteY12-748" fmla="*/ 2150077 h 2369152"/>
              <a:gd name="connsiteX13-749" fmla="*/ 1447994 w 2305244"/>
              <a:gd name="connsiteY13-750" fmla="*/ 1788127 h 2369152"/>
              <a:gd name="connsiteX14-751" fmla="*/ 924119 w 2305244"/>
              <a:gd name="connsiteY14-752" fmla="*/ 1207102 h 2369152"/>
              <a:gd name="connsiteX15-753" fmla="*/ 414951 w 2305244"/>
              <a:gd name="connsiteY15-754" fmla="*/ 2322212 h 2369152"/>
              <a:gd name="connsiteX16-755" fmla="*/ 293184 w 2305244"/>
              <a:gd name="connsiteY16-756" fmla="*/ 2052845 h 2369152"/>
              <a:gd name="connsiteX17-757" fmla="*/ 520411 w 2305244"/>
              <a:gd name="connsiteY17-758" fmla="*/ 767428 h 2369152"/>
              <a:gd name="connsiteX18-759" fmla="*/ 11167 w 2305244"/>
              <a:gd name="connsiteY18-760" fmla="*/ 5505 h 2369152"/>
              <a:gd name="connsiteX0-761" fmla="*/ 11167 w 2305244"/>
              <a:gd name="connsiteY0-762" fmla="*/ 5505 h 2369152"/>
              <a:gd name="connsiteX1-763" fmla="*/ 771719 w 2305244"/>
              <a:gd name="connsiteY1-764" fmla="*/ 578452 h 2369152"/>
              <a:gd name="connsiteX2-765" fmla="*/ 2041440 w 2305244"/>
              <a:gd name="connsiteY2-766" fmla="*/ 514597 h 2369152"/>
              <a:gd name="connsiteX3-767" fmla="*/ 2296406 w 2305244"/>
              <a:gd name="connsiteY3-768" fmla="*/ 662729 h 2369152"/>
              <a:gd name="connsiteX4-769" fmla="*/ 1143194 w 2305244"/>
              <a:gd name="connsiteY4-770" fmla="*/ 1026127 h 2369152"/>
              <a:gd name="connsiteX5-771" fmla="*/ 1628969 w 2305244"/>
              <a:gd name="connsiteY5-772" fmla="*/ 1550002 h 2369152"/>
              <a:gd name="connsiteX6-773" fmla="*/ 2076644 w 2305244"/>
              <a:gd name="connsiteY6-774" fmla="*/ 1550002 h 2369152"/>
              <a:gd name="connsiteX7-775" fmla="*/ 2305244 w 2305244"/>
              <a:gd name="connsiteY7-776" fmla="*/ 1740502 h 2369152"/>
              <a:gd name="connsiteX8-777" fmla="*/ 1838519 w 2305244"/>
              <a:gd name="connsiteY8-778" fmla="*/ 1873852 h 2369152"/>
              <a:gd name="connsiteX9-779" fmla="*/ 2009969 w 2305244"/>
              <a:gd name="connsiteY9-780" fmla="*/ 2121502 h 2369152"/>
              <a:gd name="connsiteX10-781" fmla="*/ 1733744 w 2305244"/>
              <a:gd name="connsiteY10-782" fmla="*/ 1988152 h 2369152"/>
              <a:gd name="connsiteX11-783" fmla="*/ 1543244 w 2305244"/>
              <a:gd name="connsiteY11-784" fmla="*/ 2369152 h 2369152"/>
              <a:gd name="connsiteX12-785" fmla="*/ 1314644 w 2305244"/>
              <a:gd name="connsiteY12-786" fmla="*/ 2150077 h 2369152"/>
              <a:gd name="connsiteX13-787" fmla="*/ 1447994 w 2305244"/>
              <a:gd name="connsiteY13-788" fmla="*/ 1788127 h 2369152"/>
              <a:gd name="connsiteX14-789" fmla="*/ 909489 w 2305244"/>
              <a:gd name="connsiteY14-790" fmla="*/ 1185156 h 2369152"/>
              <a:gd name="connsiteX15-791" fmla="*/ 414951 w 2305244"/>
              <a:gd name="connsiteY15-792" fmla="*/ 2322212 h 2369152"/>
              <a:gd name="connsiteX16-793" fmla="*/ 293184 w 2305244"/>
              <a:gd name="connsiteY16-794" fmla="*/ 2052845 h 2369152"/>
              <a:gd name="connsiteX17-795" fmla="*/ 520411 w 2305244"/>
              <a:gd name="connsiteY17-796" fmla="*/ 767428 h 2369152"/>
              <a:gd name="connsiteX18-797" fmla="*/ 11167 w 2305244"/>
              <a:gd name="connsiteY18-798" fmla="*/ 5505 h 2369152"/>
              <a:gd name="connsiteX0-799" fmla="*/ 11167 w 2305244"/>
              <a:gd name="connsiteY0-800" fmla="*/ 5505 h 2369152"/>
              <a:gd name="connsiteX1-801" fmla="*/ 771719 w 2305244"/>
              <a:gd name="connsiteY1-802" fmla="*/ 578452 h 2369152"/>
              <a:gd name="connsiteX2-803" fmla="*/ 2041440 w 2305244"/>
              <a:gd name="connsiteY2-804" fmla="*/ 514597 h 2369152"/>
              <a:gd name="connsiteX3-805" fmla="*/ 2296406 w 2305244"/>
              <a:gd name="connsiteY3-806" fmla="*/ 662729 h 2369152"/>
              <a:gd name="connsiteX4-807" fmla="*/ 1106618 w 2305244"/>
              <a:gd name="connsiteY4-808" fmla="*/ 1004182 h 2369152"/>
              <a:gd name="connsiteX5-809" fmla="*/ 1628969 w 2305244"/>
              <a:gd name="connsiteY5-810" fmla="*/ 1550002 h 2369152"/>
              <a:gd name="connsiteX6-811" fmla="*/ 2076644 w 2305244"/>
              <a:gd name="connsiteY6-812" fmla="*/ 1550002 h 2369152"/>
              <a:gd name="connsiteX7-813" fmla="*/ 2305244 w 2305244"/>
              <a:gd name="connsiteY7-814" fmla="*/ 1740502 h 2369152"/>
              <a:gd name="connsiteX8-815" fmla="*/ 1838519 w 2305244"/>
              <a:gd name="connsiteY8-816" fmla="*/ 1873852 h 2369152"/>
              <a:gd name="connsiteX9-817" fmla="*/ 2009969 w 2305244"/>
              <a:gd name="connsiteY9-818" fmla="*/ 2121502 h 2369152"/>
              <a:gd name="connsiteX10-819" fmla="*/ 1733744 w 2305244"/>
              <a:gd name="connsiteY10-820" fmla="*/ 1988152 h 2369152"/>
              <a:gd name="connsiteX11-821" fmla="*/ 1543244 w 2305244"/>
              <a:gd name="connsiteY11-822" fmla="*/ 2369152 h 2369152"/>
              <a:gd name="connsiteX12-823" fmla="*/ 1314644 w 2305244"/>
              <a:gd name="connsiteY12-824" fmla="*/ 2150077 h 2369152"/>
              <a:gd name="connsiteX13-825" fmla="*/ 1447994 w 2305244"/>
              <a:gd name="connsiteY13-826" fmla="*/ 1788127 h 2369152"/>
              <a:gd name="connsiteX14-827" fmla="*/ 909489 w 2305244"/>
              <a:gd name="connsiteY14-828" fmla="*/ 1185156 h 2369152"/>
              <a:gd name="connsiteX15-829" fmla="*/ 414951 w 2305244"/>
              <a:gd name="connsiteY15-830" fmla="*/ 2322212 h 2369152"/>
              <a:gd name="connsiteX16-831" fmla="*/ 293184 w 2305244"/>
              <a:gd name="connsiteY16-832" fmla="*/ 2052845 h 2369152"/>
              <a:gd name="connsiteX17-833" fmla="*/ 520411 w 2305244"/>
              <a:gd name="connsiteY17-834" fmla="*/ 767428 h 2369152"/>
              <a:gd name="connsiteX18-835" fmla="*/ 11167 w 2305244"/>
              <a:gd name="connsiteY18-836" fmla="*/ 5505 h 2369152"/>
              <a:gd name="connsiteX0-837" fmla="*/ 11167 w 2305244"/>
              <a:gd name="connsiteY0-838" fmla="*/ 5505 h 2369152"/>
              <a:gd name="connsiteX1-839" fmla="*/ 771719 w 2305244"/>
              <a:gd name="connsiteY1-840" fmla="*/ 578452 h 2369152"/>
              <a:gd name="connsiteX2-841" fmla="*/ 2041440 w 2305244"/>
              <a:gd name="connsiteY2-842" fmla="*/ 514597 h 2369152"/>
              <a:gd name="connsiteX3-843" fmla="*/ 2296406 w 2305244"/>
              <a:gd name="connsiteY3-844" fmla="*/ 662729 h 2369152"/>
              <a:gd name="connsiteX4-845" fmla="*/ 1106618 w 2305244"/>
              <a:gd name="connsiteY4-846" fmla="*/ 1004182 h 2369152"/>
              <a:gd name="connsiteX5-847" fmla="*/ 1628969 w 2305244"/>
              <a:gd name="connsiteY5-848" fmla="*/ 1550002 h 2369152"/>
              <a:gd name="connsiteX6-849" fmla="*/ 2076644 w 2305244"/>
              <a:gd name="connsiteY6-850" fmla="*/ 1550002 h 2369152"/>
              <a:gd name="connsiteX7-851" fmla="*/ 2305244 w 2305244"/>
              <a:gd name="connsiteY7-852" fmla="*/ 1740502 h 2369152"/>
              <a:gd name="connsiteX8-853" fmla="*/ 1838519 w 2305244"/>
              <a:gd name="connsiteY8-854" fmla="*/ 1873852 h 2369152"/>
              <a:gd name="connsiteX9-855" fmla="*/ 2009969 w 2305244"/>
              <a:gd name="connsiteY9-856" fmla="*/ 2121502 h 2369152"/>
              <a:gd name="connsiteX10-857" fmla="*/ 1733744 w 2305244"/>
              <a:gd name="connsiteY10-858" fmla="*/ 1988152 h 2369152"/>
              <a:gd name="connsiteX11-859" fmla="*/ 1543244 w 2305244"/>
              <a:gd name="connsiteY11-860" fmla="*/ 2369152 h 2369152"/>
              <a:gd name="connsiteX12-861" fmla="*/ 1314644 w 2305244"/>
              <a:gd name="connsiteY12-862" fmla="*/ 2150077 h 2369152"/>
              <a:gd name="connsiteX13-863" fmla="*/ 1447994 w 2305244"/>
              <a:gd name="connsiteY13-864" fmla="*/ 1788127 h 2369152"/>
              <a:gd name="connsiteX14-865" fmla="*/ 898516 w 2305244"/>
              <a:gd name="connsiteY14-866" fmla="*/ 1196129 h 2369152"/>
              <a:gd name="connsiteX15-867" fmla="*/ 414951 w 2305244"/>
              <a:gd name="connsiteY15-868" fmla="*/ 2322212 h 2369152"/>
              <a:gd name="connsiteX16-869" fmla="*/ 293184 w 2305244"/>
              <a:gd name="connsiteY16-870" fmla="*/ 2052845 h 2369152"/>
              <a:gd name="connsiteX17-871" fmla="*/ 520411 w 2305244"/>
              <a:gd name="connsiteY17-872" fmla="*/ 767428 h 2369152"/>
              <a:gd name="connsiteX18-873" fmla="*/ 11167 w 2305244"/>
              <a:gd name="connsiteY18-874" fmla="*/ 5505 h 2369152"/>
              <a:gd name="connsiteX0-875" fmla="*/ 11167 w 2305244"/>
              <a:gd name="connsiteY0-876" fmla="*/ 5505 h 2369152"/>
              <a:gd name="connsiteX1-877" fmla="*/ 771719 w 2305244"/>
              <a:gd name="connsiteY1-878" fmla="*/ 578452 h 2369152"/>
              <a:gd name="connsiteX2-879" fmla="*/ 2041440 w 2305244"/>
              <a:gd name="connsiteY2-880" fmla="*/ 514597 h 2369152"/>
              <a:gd name="connsiteX3-881" fmla="*/ 2296406 w 2305244"/>
              <a:gd name="connsiteY3-882" fmla="*/ 662729 h 2369152"/>
              <a:gd name="connsiteX4-883" fmla="*/ 1124906 w 2305244"/>
              <a:gd name="connsiteY4-884" fmla="*/ 1004182 h 2369152"/>
              <a:gd name="connsiteX5-885" fmla="*/ 1628969 w 2305244"/>
              <a:gd name="connsiteY5-886" fmla="*/ 1550002 h 2369152"/>
              <a:gd name="connsiteX6-887" fmla="*/ 2076644 w 2305244"/>
              <a:gd name="connsiteY6-888" fmla="*/ 1550002 h 2369152"/>
              <a:gd name="connsiteX7-889" fmla="*/ 2305244 w 2305244"/>
              <a:gd name="connsiteY7-890" fmla="*/ 1740502 h 2369152"/>
              <a:gd name="connsiteX8-891" fmla="*/ 1838519 w 2305244"/>
              <a:gd name="connsiteY8-892" fmla="*/ 1873852 h 2369152"/>
              <a:gd name="connsiteX9-893" fmla="*/ 2009969 w 2305244"/>
              <a:gd name="connsiteY9-894" fmla="*/ 2121502 h 2369152"/>
              <a:gd name="connsiteX10-895" fmla="*/ 1733744 w 2305244"/>
              <a:gd name="connsiteY10-896" fmla="*/ 1988152 h 2369152"/>
              <a:gd name="connsiteX11-897" fmla="*/ 1543244 w 2305244"/>
              <a:gd name="connsiteY11-898" fmla="*/ 2369152 h 2369152"/>
              <a:gd name="connsiteX12-899" fmla="*/ 1314644 w 2305244"/>
              <a:gd name="connsiteY12-900" fmla="*/ 2150077 h 2369152"/>
              <a:gd name="connsiteX13-901" fmla="*/ 1447994 w 2305244"/>
              <a:gd name="connsiteY13-902" fmla="*/ 1788127 h 2369152"/>
              <a:gd name="connsiteX14-903" fmla="*/ 898516 w 2305244"/>
              <a:gd name="connsiteY14-904" fmla="*/ 1196129 h 2369152"/>
              <a:gd name="connsiteX15-905" fmla="*/ 414951 w 2305244"/>
              <a:gd name="connsiteY15-906" fmla="*/ 2322212 h 2369152"/>
              <a:gd name="connsiteX16-907" fmla="*/ 293184 w 2305244"/>
              <a:gd name="connsiteY16-908" fmla="*/ 2052845 h 2369152"/>
              <a:gd name="connsiteX17-909" fmla="*/ 520411 w 2305244"/>
              <a:gd name="connsiteY17-910" fmla="*/ 767428 h 2369152"/>
              <a:gd name="connsiteX18-911" fmla="*/ 11167 w 2305244"/>
              <a:gd name="connsiteY18-912" fmla="*/ 5505 h 2369152"/>
              <a:gd name="connsiteX0-913" fmla="*/ 11167 w 2305244"/>
              <a:gd name="connsiteY0-914" fmla="*/ 5505 h 2369152"/>
              <a:gd name="connsiteX1-915" fmla="*/ 771719 w 2305244"/>
              <a:gd name="connsiteY1-916" fmla="*/ 578452 h 2369152"/>
              <a:gd name="connsiteX2-917" fmla="*/ 2041440 w 2305244"/>
              <a:gd name="connsiteY2-918" fmla="*/ 514597 h 2369152"/>
              <a:gd name="connsiteX3-919" fmla="*/ 2296406 w 2305244"/>
              <a:gd name="connsiteY3-920" fmla="*/ 662729 h 2369152"/>
              <a:gd name="connsiteX4-921" fmla="*/ 1124906 w 2305244"/>
              <a:gd name="connsiteY4-922" fmla="*/ 1004182 h 2369152"/>
              <a:gd name="connsiteX5-923" fmla="*/ 1628969 w 2305244"/>
              <a:gd name="connsiteY5-924" fmla="*/ 1550002 h 2369152"/>
              <a:gd name="connsiteX6-925" fmla="*/ 2076644 w 2305244"/>
              <a:gd name="connsiteY6-926" fmla="*/ 1550002 h 2369152"/>
              <a:gd name="connsiteX7-927" fmla="*/ 2305244 w 2305244"/>
              <a:gd name="connsiteY7-928" fmla="*/ 1740502 h 2369152"/>
              <a:gd name="connsiteX8-929" fmla="*/ 1838519 w 2305244"/>
              <a:gd name="connsiteY8-930" fmla="*/ 1873852 h 2369152"/>
              <a:gd name="connsiteX9-931" fmla="*/ 2009969 w 2305244"/>
              <a:gd name="connsiteY9-932" fmla="*/ 2121502 h 2369152"/>
              <a:gd name="connsiteX10-933" fmla="*/ 1733744 w 2305244"/>
              <a:gd name="connsiteY10-934" fmla="*/ 1988152 h 2369152"/>
              <a:gd name="connsiteX11-935" fmla="*/ 1543244 w 2305244"/>
              <a:gd name="connsiteY11-936" fmla="*/ 2369152 h 2369152"/>
              <a:gd name="connsiteX12-937" fmla="*/ 1314644 w 2305244"/>
              <a:gd name="connsiteY12-938" fmla="*/ 2150077 h 2369152"/>
              <a:gd name="connsiteX13-939" fmla="*/ 1447994 w 2305244"/>
              <a:gd name="connsiteY13-940" fmla="*/ 1788127 h 2369152"/>
              <a:gd name="connsiteX14-941" fmla="*/ 909489 w 2305244"/>
              <a:gd name="connsiteY14-942" fmla="*/ 1225390 h 2369152"/>
              <a:gd name="connsiteX15-943" fmla="*/ 414951 w 2305244"/>
              <a:gd name="connsiteY15-944" fmla="*/ 2322212 h 2369152"/>
              <a:gd name="connsiteX16-945" fmla="*/ 293184 w 2305244"/>
              <a:gd name="connsiteY16-946" fmla="*/ 2052845 h 2369152"/>
              <a:gd name="connsiteX17-947" fmla="*/ 520411 w 2305244"/>
              <a:gd name="connsiteY17-948" fmla="*/ 767428 h 2369152"/>
              <a:gd name="connsiteX18-949" fmla="*/ 11167 w 2305244"/>
              <a:gd name="connsiteY18-950" fmla="*/ 5505 h 2369152"/>
              <a:gd name="connsiteX0-951" fmla="*/ 11167 w 2305244"/>
              <a:gd name="connsiteY0-952" fmla="*/ 5505 h 2369152"/>
              <a:gd name="connsiteX1-953" fmla="*/ 771719 w 2305244"/>
              <a:gd name="connsiteY1-954" fmla="*/ 578452 h 2369152"/>
              <a:gd name="connsiteX2-955" fmla="*/ 2041440 w 2305244"/>
              <a:gd name="connsiteY2-956" fmla="*/ 514597 h 2369152"/>
              <a:gd name="connsiteX3-957" fmla="*/ 2296406 w 2305244"/>
              <a:gd name="connsiteY3-958" fmla="*/ 662729 h 2369152"/>
              <a:gd name="connsiteX4-959" fmla="*/ 1124906 w 2305244"/>
              <a:gd name="connsiteY4-960" fmla="*/ 1004182 h 2369152"/>
              <a:gd name="connsiteX5-961" fmla="*/ 1628969 w 2305244"/>
              <a:gd name="connsiteY5-962" fmla="*/ 1550002 h 2369152"/>
              <a:gd name="connsiteX6-963" fmla="*/ 2076644 w 2305244"/>
              <a:gd name="connsiteY6-964" fmla="*/ 1550002 h 2369152"/>
              <a:gd name="connsiteX7-965" fmla="*/ 2305244 w 2305244"/>
              <a:gd name="connsiteY7-966" fmla="*/ 1740502 h 2369152"/>
              <a:gd name="connsiteX8-967" fmla="*/ 1838519 w 2305244"/>
              <a:gd name="connsiteY8-968" fmla="*/ 1873852 h 2369152"/>
              <a:gd name="connsiteX9-969" fmla="*/ 2009969 w 2305244"/>
              <a:gd name="connsiteY9-970" fmla="*/ 2121502 h 2369152"/>
              <a:gd name="connsiteX10-971" fmla="*/ 1733744 w 2305244"/>
              <a:gd name="connsiteY10-972" fmla="*/ 1988152 h 2369152"/>
              <a:gd name="connsiteX11-973" fmla="*/ 1543244 w 2305244"/>
              <a:gd name="connsiteY11-974" fmla="*/ 2369152 h 2369152"/>
              <a:gd name="connsiteX12-975" fmla="*/ 1314644 w 2305244"/>
              <a:gd name="connsiteY12-976" fmla="*/ 2150077 h 2369152"/>
              <a:gd name="connsiteX13-977" fmla="*/ 1473597 w 2305244"/>
              <a:gd name="connsiteY13-978" fmla="*/ 1788127 h 2369152"/>
              <a:gd name="connsiteX14-979" fmla="*/ 909489 w 2305244"/>
              <a:gd name="connsiteY14-980" fmla="*/ 1225390 h 2369152"/>
              <a:gd name="connsiteX15-981" fmla="*/ 414951 w 2305244"/>
              <a:gd name="connsiteY15-982" fmla="*/ 2322212 h 2369152"/>
              <a:gd name="connsiteX16-983" fmla="*/ 293184 w 2305244"/>
              <a:gd name="connsiteY16-984" fmla="*/ 2052845 h 2369152"/>
              <a:gd name="connsiteX17-985" fmla="*/ 520411 w 2305244"/>
              <a:gd name="connsiteY17-986" fmla="*/ 767428 h 2369152"/>
              <a:gd name="connsiteX18-987" fmla="*/ 11167 w 2305244"/>
              <a:gd name="connsiteY18-988" fmla="*/ 5505 h 2369152"/>
              <a:gd name="connsiteX0-989" fmla="*/ 11167 w 2305244"/>
              <a:gd name="connsiteY0-990" fmla="*/ 5505 h 2369152"/>
              <a:gd name="connsiteX1-991" fmla="*/ 771719 w 2305244"/>
              <a:gd name="connsiteY1-992" fmla="*/ 578452 h 2369152"/>
              <a:gd name="connsiteX2-993" fmla="*/ 2041440 w 2305244"/>
              <a:gd name="connsiteY2-994" fmla="*/ 514597 h 2369152"/>
              <a:gd name="connsiteX3-995" fmla="*/ 2296406 w 2305244"/>
              <a:gd name="connsiteY3-996" fmla="*/ 662729 h 2369152"/>
              <a:gd name="connsiteX4-997" fmla="*/ 1124906 w 2305244"/>
              <a:gd name="connsiteY4-998" fmla="*/ 1004182 h 2369152"/>
              <a:gd name="connsiteX5-999" fmla="*/ 1628969 w 2305244"/>
              <a:gd name="connsiteY5-1000" fmla="*/ 1550002 h 2369152"/>
              <a:gd name="connsiteX6-1001" fmla="*/ 2076644 w 2305244"/>
              <a:gd name="connsiteY6-1002" fmla="*/ 1550002 h 2369152"/>
              <a:gd name="connsiteX7-1003" fmla="*/ 2305244 w 2305244"/>
              <a:gd name="connsiteY7-1004" fmla="*/ 1740502 h 2369152"/>
              <a:gd name="connsiteX8-1005" fmla="*/ 1838519 w 2305244"/>
              <a:gd name="connsiteY8-1006" fmla="*/ 1873852 h 2369152"/>
              <a:gd name="connsiteX9-1007" fmla="*/ 2009969 w 2305244"/>
              <a:gd name="connsiteY9-1008" fmla="*/ 2121502 h 2369152"/>
              <a:gd name="connsiteX10-1009" fmla="*/ 1733744 w 2305244"/>
              <a:gd name="connsiteY10-1010" fmla="*/ 1988152 h 2369152"/>
              <a:gd name="connsiteX11-1011" fmla="*/ 1543244 w 2305244"/>
              <a:gd name="connsiteY11-1012" fmla="*/ 2369152 h 2369152"/>
              <a:gd name="connsiteX12-1013" fmla="*/ 1314644 w 2305244"/>
              <a:gd name="connsiteY12-1014" fmla="*/ 2150077 h 2369152"/>
              <a:gd name="connsiteX13-1015" fmla="*/ 1513830 w 2305244"/>
              <a:gd name="connsiteY13-1016" fmla="*/ 1784469 h 2369152"/>
              <a:gd name="connsiteX14-1017" fmla="*/ 909489 w 2305244"/>
              <a:gd name="connsiteY14-1018" fmla="*/ 1225390 h 2369152"/>
              <a:gd name="connsiteX15-1019" fmla="*/ 414951 w 2305244"/>
              <a:gd name="connsiteY15-1020" fmla="*/ 2322212 h 2369152"/>
              <a:gd name="connsiteX16-1021" fmla="*/ 293184 w 2305244"/>
              <a:gd name="connsiteY16-1022" fmla="*/ 2052845 h 2369152"/>
              <a:gd name="connsiteX17-1023" fmla="*/ 520411 w 2305244"/>
              <a:gd name="connsiteY17-1024" fmla="*/ 767428 h 2369152"/>
              <a:gd name="connsiteX18-1025" fmla="*/ 11167 w 2305244"/>
              <a:gd name="connsiteY18-1026" fmla="*/ 5505 h 2369152"/>
              <a:gd name="connsiteX0-1027" fmla="*/ 11167 w 2305244"/>
              <a:gd name="connsiteY0-1028" fmla="*/ 5505 h 2369152"/>
              <a:gd name="connsiteX1-1029" fmla="*/ 771719 w 2305244"/>
              <a:gd name="connsiteY1-1030" fmla="*/ 578452 h 2369152"/>
              <a:gd name="connsiteX2-1031" fmla="*/ 2041440 w 2305244"/>
              <a:gd name="connsiteY2-1032" fmla="*/ 514597 h 2369152"/>
              <a:gd name="connsiteX3-1033" fmla="*/ 2296406 w 2305244"/>
              <a:gd name="connsiteY3-1034" fmla="*/ 662729 h 2369152"/>
              <a:gd name="connsiteX4-1035" fmla="*/ 1124906 w 2305244"/>
              <a:gd name="connsiteY4-1036" fmla="*/ 1004182 h 2369152"/>
              <a:gd name="connsiteX5-1037" fmla="*/ 1628969 w 2305244"/>
              <a:gd name="connsiteY5-1038" fmla="*/ 1550002 h 2369152"/>
              <a:gd name="connsiteX6-1039" fmla="*/ 2076644 w 2305244"/>
              <a:gd name="connsiteY6-1040" fmla="*/ 1550002 h 2369152"/>
              <a:gd name="connsiteX7-1041" fmla="*/ 2305244 w 2305244"/>
              <a:gd name="connsiteY7-1042" fmla="*/ 1740502 h 2369152"/>
              <a:gd name="connsiteX8-1043" fmla="*/ 1838519 w 2305244"/>
              <a:gd name="connsiteY8-1044" fmla="*/ 1873852 h 2369152"/>
              <a:gd name="connsiteX9-1045" fmla="*/ 2009969 w 2305244"/>
              <a:gd name="connsiteY9-1046" fmla="*/ 2121502 h 2369152"/>
              <a:gd name="connsiteX10-1047" fmla="*/ 1733744 w 2305244"/>
              <a:gd name="connsiteY10-1048" fmla="*/ 1988152 h 2369152"/>
              <a:gd name="connsiteX11-1049" fmla="*/ 1543244 w 2305244"/>
              <a:gd name="connsiteY11-1050" fmla="*/ 2369152 h 2369152"/>
              <a:gd name="connsiteX12-1051" fmla="*/ 1314644 w 2305244"/>
              <a:gd name="connsiteY12-1052" fmla="*/ 2150077 h 2369152"/>
              <a:gd name="connsiteX13-1053" fmla="*/ 1495542 w 2305244"/>
              <a:gd name="connsiteY13-1054" fmla="*/ 1788127 h 2369152"/>
              <a:gd name="connsiteX14-1055" fmla="*/ 909489 w 2305244"/>
              <a:gd name="connsiteY14-1056" fmla="*/ 1225390 h 2369152"/>
              <a:gd name="connsiteX15-1057" fmla="*/ 414951 w 2305244"/>
              <a:gd name="connsiteY15-1058" fmla="*/ 2322212 h 2369152"/>
              <a:gd name="connsiteX16-1059" fmla="*/ 293184 w 2305244"/>
              <a:gd name="connsiteY16-1060" fmla="*/ 2052845 h 2369152"/>
              <a:gd name="connsiteX17-1061" fmla="*/ 520411 w 2305244"/>
              <a:gd name="connsiteY17-1062" fmla="*/ 767428 h 2369152"/>
              <a:gd name="connsiteX18-1063" fmla="*/ 11167 w 2305244"/>
              <a:gd name="connsiteY18-1064" fmla="*/ 5505 h 2369152"/>
              <a:gd name="connsiteX0-1065" fmla="*/ 11167 w 2305244"/>
              <a:gd name="connsiteY0-1066" fmla="*/ 5505 h 2369152"/>
              <a:gd name="connsiteX1-1067" fmla="*/ 771719 w 2305244"/>
              <a:gd name="connsiteY1-1068" fmla="*/ 578452 h 2369152"/>
              <a:gd name="connsiteX2-1069" fmla="*/ 2041440 w 2305244"/>
              <a:gd name="connsiteY2-1070" fmla="*/ 514597 h 2369152"/>
              <a:gd name="connsiteX3-1071" fmla="*/ 2296406 w 2305244"/>
              <a:gd name="connsiteY3-1072" fmla="*/ 662729 h 2369152"/>
              <a:gd name="connsiteX4-1073" fmla="*/ 1124906 w 2305244"/>
              <a:gd name="connsiteY4-1074" fmla="*/ 1004182 h 2369152"/>
              <a:gd name="connsiteX5-1075" fmla="*/ 1650914 w 2305244"/>
              <a:gd name="connsiteY5-1076" fmla="*/ 1597551 h 2369152"/>
              <a:gd name="connsiteX6-1077" fmla="*/ 2076644 w 2305244"/>
              <a:gd name="connsiteY6-1078" fmla="*/ 1550002 h 2369152"/>
              <a:gd name="connsiteX7-1079" fmla="*/ 2305244 w 2305244"/>
              <a:gd name="connsiteY7-1080" fmla="*/ 1740502 h 2369152"/>
              <a:gd name="connsiteX8-1081" fmla="*/ 1838519 w 2305244"/>
              <a:gd name="connsiteY8-1082" fmla="*/ 1873852 h 2369152"/>
              <a:gd name="connsiteX9-1083" fmla="*/ 2009969 w 2305244"/>
              <a:gd name="connsiteY9-1084" fmla="*/ 2121502 h 2369152"/>
              <a:gd name="connsiteX10-1085" fmla="*/ 1733744 w 2305244"/>
              <a:gd name="connsiteY10-1086" fmla="*/ 1988152 h 2369152"/>
              <a:gd name="connsiteX11-1087" fmla="*/ 1543244 w 2305244"/>
              <a:gd name="connsiteY11-1088" fmla="*/ 2369152 h 2369152"/>
              <a:gd name="connsiteX12-1089" fmla="*/ 1314644 w 2305244"/>
              <a:gd name="connsiteY12-1090" fmla="*/ 2150077 h 2369152"/>
              <a:gd name="connsiteX13-1091" fmla="*/ 1495542 w 2305244"/>
              <a:gd name="connsiteY13-1092" fmla="*/ 1788127 h 2369152"/>
              <a:gd name="connsiteX14-1093" fmla="*/ 909489 w 2305244"/>
              <a:gd name="connsiteY14-1094" fmla="*/ 1225390 h 2369152"/>
              <a:gd name="connsiteX15-1095" fmla="*/ 414951 w 2305244"/>
              <a:gd name="connsiteY15-1096" fmla="*/ 2322212 h 2369152"/>
              <a:gd name="connsiteX16-1097" fmla="*/ 293184 w 2305244"/>
              <a:gd name="connsiteY16-1098" fmla="*/ 2052845 h 2369152"/>
              <a:gd name="connsiteX17-1099" fmla="*/ 520411 w 2305244"/>
              <a:gd name="connsiteY17-1100" fmla="*/ 767428 h 2369152"/>
              <a:gd name="connsiteX18-1101" fmla="*/ 11167 w 2305244"/>
              <a:gd name="connsiteY18-1102" fmla="*/ 5505 h 2369152"/>
              <a:gd name="connsiteX0-1103" fmla="*/ 11167 w 2305244"/>
              <a:gd name="connsiteY0-1104" fmla="*/ 5505 h 2369152"/>
              <a:gd name="connsiteX1-1105" fmla="*/ 771719 w 2305244"/>
              <a:gd name="connsiteY1-1106" fmla="*/ 578452 h 2369152"/>
              <a:gd name="connsiteX2-1107" fmla="*/ 2041440 w 2305244"/>
              <a:gd name="connsiteY2-1108" fmla="*/ 514597 h 2369152"/>
              <a:gd name="connsiteX3-1109" fmla="*/ 2296406 w 2305244"/>
              <a:gd name="connsiteY3-1110" fmla="*/ 662729 h 2369152"/>
              <a:gd name="connsiteX4-1111" fmla="*/ 1124906 w 2305244"/>
              <a:gd name="connsiteY4-1112" fmla="*/ 1004182 h 2369152"/>
              <a:gd name="connsiteX5-1113" fmla="*/ 1676517 w 2305244"/>
              <a:gd name="connsiteY5-1114" fmla="*/ 1608523 h 2369152"/>
              <a:gd name="connsiteX6-1115" fmla="*/ 2076644 w 2305244"/>
              <a:gd name="connsiteY6-1116" fmla="*/ 1550002 h 2369152"/>
              <a:gd name="connsiteX7-1117" fmla="*/ 2305244 w 2305244"/>
              <a:gd name="connsiteY7-1118" fmla="*/ 1740502 h 2369152"/>
              <a:gd name="connsiteX8-1119" fmla="*/ 1838519 w 2305244"/>
              <a:gd name="connsiteY8-1120" fmla="*/ 1873852 h 2369152"/>
              <a:gd name="connsiteX9-1121" fmla="*/ 2009969 w 2305244"/>
              <a:gd name="connsiteY9-1122" fmla="*/ 2121502 h 2369152"/>
              <a:gd name="connsiteX10-1123" fmla="*/ 1733744 w 2305244"/>
              <a:gd name="connsiteY10-1124" fmla="*/ 1988152 h 2369152"/>
              <a:gd name="connsiteX11-1125" fmla="*/ 1543244 w 2305244"/>
              <a:gd name="connsiteY11-1126" fmla="*/ 2369152 h 2369152"/>
              <a:gd name="connsiteX12-1127" fmla="*/ 1314644 w 2305244"/>
              <a:gd name="connsiteY12-1128" fmla="*/ 2150077 h 2369152"/>
              <a:gd name="connsiteX13-1129" fmla="*/ 1495542 w 2305244"/>
              <a:gd name="connsiteY13-1130" fmla="*/ 1788127 h 2369152"/>
              <a:gd name="connsiteX14-1131" fmla="*/ 909489 w 2305244"/>
              <a:gd name="connsiteY14-1132" fmla="*/ 1225390 h 2369152"/>
              <a:gd name="connsiteX15-1133" fmla="*/ 414951 w 2305244"/>
              <a:gd name="connsiteY15-1134" fmla="*/ 2322212 h 2369152"/>
              <a:gd name="connsiteX16-1135" fmla="*/ 293184 w 2305244"/>
              <a:gd name="connsiteY16-1136" fmla="*/ 2052845 h 2369152"/>
              <a:gd name="connsiteX17-1137" fmla="*/ 520411 w 2305244"/>
              <a:gd name="connsiteY17-1138" fmla="*/ 767428 h 2369152"/>
              <a:gd name="connsiteX18-1139" fmla="*/ 11167 w 2305244"/>
              <a:gd name="connsiteY18-1140" fmla="*/ 5505 h 2369152"/>
              <a:gd name="connsiteX0-1141" fmla="*/ 11167 w 2305244"/>
              <a:gd name="connsiteY0-1142" fmla="*/ 5505 h 2369152"/>
              <a:gd name="connsiteX1-1143" fmla="*/ 771719 w 2305244"/>
              <a:gd name="connsiteY1-1144" fmla="*/ 578452 h 2369152"/>
              <a:gd name="connsiteX2-1145" fmla="*/ 2041440 w 2305244"/>
              <a:gd name="connsiteY2-1146" fmla="*/ 514597 h 2369152"/>
              <a:gd name="connsiteX3-1147" fmla="*/ 2296406 w 2305244"/>
              <a:gd name="connsiteY3-1148" fmla="*/ 662729 h 2369152"/>
              <a:gd name="connsiteX4-1149" fmla="*/ 1124906 w 2305244"/>
              <a:gd name="connsiteY4-1150" fmla="*/ 1004182 h 2369152"/>
              <a:gd name="connsiteX5-1151" fmla="*/ 1676517 w 2305244"/>
              <a:gd name="connsiteY5-1152" fmla="*/ 1608523 h 2369152"/>
              <a:gd name="connsiteX6-1153" fmla="*/ 2032752 w 2305244"/>
              <a:gd name="connsiteY6-1154" fmla="*/ 1550002 h 2369152"/>
              <a:gd name="connsiteX7-1155" fmla="*/ 2305244 w 2305244"/>
              <a:gd name="connsiteY7-1156" fmla="*/ 1740502 h 2369152"/>
              <a:gd name="connsiteX8-1157" fmla="*/ 1838519 w 2305244"/>
              <a:gd name="connsiteY8-1158" fmla="*/ 1873852 h 2369152"/>
              <a:gd name="connsiteX9-1159" fmla="*/ 2009969 w 2305244"/>
              <a:gd name="connsiteY9-1160" fmla="*/ 2121502 h 2369152"/>
              <a:gd name="connsiteX10-1161" fmla="*/ 1733744 w 2305244"/>
              <a:gd name="connsiteY10-1162" fmla="*/ 1988152 h 2369152"/>
              <a:gd name="connsiteX11-1163" fmla="*/ 1543244 w 2305244"/>
              <a:gd name="connsiteY11-1164" fmla="*/ 2369152 h 2369152"/>
              <a:gd name="connsiteX12-1165" fmla="*/ 1314644 w 2305244"/>
              <a:gd name="connsiteY12-1166" fmla="*/ 2150077 h 2369152"/>
              <a:gd name="connsiteX13-1167" fmla="*/ 1495542 w 2305244"/>
              <a:gd name="connsiteY13-1168" fmla="*/ 1788127 h 2369152"/>
              <a:gd name="connsiteX14-1169" fmla="*/ 909489 w 2305244"/>
              <a:gd name="connsiteY14-1170" fmla="*/ 1225390 h 2369152"/>
              <a:gd name="connsiteX15-1171" fmla="*/ 414951 w 2305244"/>
              <a:gd name="connsiteY15-1172" fmla="*/ 2322212 h 2369152"/>
              <a:gd name="connsiteX16-1173" fmla="*/ 293184 w 2305244"/>
              <a:gd name="connsiteY16-1174" fmla="*/ 2052845 h 2369152"/>
              <a:gd name="connsiteX17-1175" fmla="*/ 520411 w 2305244"/>
              <a:gd name="connsiteY17-1176" fmla="*/ 767428 h 2369152"/>
              <a:gd name="connsiteX18-1177" fmla="*/ 11167 w 2305244"/>
              <a:gd name="connsiteY18-1178" fmla="*/ 5505 h 2369152"/>
              <a:gd name="connsiteX0-1179" fmla="*/ 2305244 w 2305244"/>
              <a:gd name="connsiteY0-1180" fmla="*/ 1740502 h 2369152"/>
              <a:gd name="connsiteX1-1181" fmla="*/ 1838519 w 2305244"/>
              <a:gd name="connsiteY1-1182" fmla="*/ 1873852 h 2369152"/>
              <a:gd name="connsiteX2-1183" fmla="*/ 2009969 w 2305244"/>
              <a:gd name="connsiteY2-1184" fmla="*/ 2121502 h 2369152"/>
              <a:gd name="connsiteX3-1185" fmla="*/ 1733744 w 2305244"/>
              <a:gd name="connsiteY3-1186" fmla="*/ 1988152 h 2369152"/>
              <a:gd name="connsiteX4-1187" fmla="*/ 1543244 w 2305244"/>
              <a:gd name="connsiteY4-1188" fmla="*/ 2369152 h 2369152"/>
              <a:gd name="connsiteX5-1189" fmla="*/ 1314644 w 2305244"/>
              <a:gd name="connsiteY5-1190" fmla="*/ 2150077 h 2369152"/>
              <a:gd name="connsiteX6-1191" fmla="*/ 1495542 w 2305244"/>
              <a:gd name="connsiteY6-1192" fmla="*/ 1788127 h 2369152"/>
              <a:gd name="connsiteX7-1193" fmla="*/ 909489 w 2305244"/>
              <a:gd name="connsiteY7-1194" fmla="*/ 1225390 h 2369152"/>
              <a:gd name="connsiteX8-1195" fmla="*/ 414951 w 2305244"/>
              <a:gd name="connsiteY8-1196" fmla="*/ 2322212 h 2369152"/>
              <a:gd name="connsiteX9-1197" fmla="*/ 293184 w 2305244"/>
              <a:gd name="connsiteY9-1198" fmla="*/ 2052845 h 2369152"/>
              <a:gd name="connsiteX10-1199" fmla="*/ 520411 w 2305244"/>
              <a:gd name="connsiteY10-1200" fmla="*/ 767428 h 2369152"/>
              <a:gd name="connsiteX11-1201" fmla="*/ 11167 w 2305244"/>
              <a:gd name="connsiteY11-1202" fmla="*/ 5505 h 2369152"/>
              <a:gd name="connsiteX12-1203" fmla="*/ 771719 w 2305244"/>
              <a:gd name="connsiteY12-1204" fmla="*/ 578452 h 2369152"/>
              <a:gd name="connsiteX13-1205" fmla="*/ 2041440 w 2305244"/>
              <a:gd name="connsiteY13-1206" fmla="*/ 514597 h 2369152"/>
              <a:gd name="connsiteX14-1207" fmla="*/ 2296406 w 2305244"/>
              <a:gd name="connsiteY14-1208" fmla="*/ 662729 h 2369152"/>
              <a:gd name="connsiteX15-1209" fmla="*/ 1124906 w 2305244"/>
              <a:gd name="connsiteY15-1210" fmla="*/ 1004182 h 2369152"/>
              <a:gd name="connsiteX16-1211" fmla="*/ 1676517 w 2305244"/>
              <a:gd name="connsiteY16-1212" fmla="*/ 1608523 h 2369152"/>
              <a:gd name="connsiteX17-1213" fmla="*/ 2124192 w 2305244"/>
              <a:gd name="connsiteY17-1214" fmla="*/ 1641442 h 2369152"/>
              <a:gd name="connsiteX0-1215" fmla="*/ 2305244 w 2305244"/>
              <a:gd name="connsiteY0-1216" fmla="*/ 1740502 h 2369152"/>
              <a:gd name="connsiteX1-1217" fmla="*/ 1838519 w 2305244"/>
              <a:gd name="connsiteY1-1218" fmla="*/ 1873852 h 2369152"/>
              <a:gd name="connsiteX2-1219" fmla="*/ 2009969 w 2305244"/>
              <a:gd name="connsiteY2-1220" fmla="*/ 2121502 h 2369152"/>
              <a:gd name="connsiteX3-1221" fmla="*/ 1733744 w 2305244"/>
              <a:gd name="connsiteY3-1222" fmla="*/ 1988152 h 2369152"/>
              <a:gd name="connsiteX4-1223" fmla="*/ 1543244 w 2305244"/>
              <a:gd name="connsiteY4-1224" fmla="*/ 2369152 h 2369152"/>
              <a:gd name="connsiteX5-1225" fmla="*/ 1314644 w 2305244"/>
              <a:gd name="connsiteY5-1226" fmla="*/ 2150077 h 2369152"/>
              <a:gd name="connsiteX6-1227" fmla="*/ 1495542 w 2305244"/>
              <a:gd name="connsiteY6-1228" fmla="*/ 1788127 h 2369152"/>
              <a:gd name="connsiteX7-1229" fmla="*/ 909489 w 2305244"/>
              <a:gd name="connsiteY7-1230" fmla="*/ 1225390 h 2369152"/>
              <a:gd name="connsiteX8-1231" fmla="*/ 414951 w 2305244"/>
              <a:gd name="connsiteY8-1232" fmla="*/ 2322212 h 2369152"/>
              <a:gd name="connsiteX9-1233" fmla="*/ 293184 w 2305244"/>
              <a:gd name="connsiteY9-1234" fmla="*/ 2052845 h 2369152"/>
              <a:gd name="connsiteX10-1235" fmla="*/ 520411 w 2305244"/>
              <a:gd name="connsiteY10-1236" fmla="*/ 767428 h 2369152"/>
              <a:gd name="connsiteX11-1237" fmla="*/ 11167 w 2305244"/>
              <a:gd name="connsiteY11-1238" fmla="*/ 5505 h 2369152"/>
              <a:gd name="connsiteX12-1239" fmla="*/ 771719 w 2305244"/>
              <a:gd name="connsiteY12-1240" fmla="*/ 578452 h 2369152"/>
              <a:gd name="connsiteX13-1241" fmla="*/ 2041440 w 2305244"/>
              <a:gd name="connsiteY13-1242" fmla="*/ 514597 h 2369152"/>
              <a:gd name="connsiteX14-1243" fmla="*/ 2296406 w 2305244"/>
              <a:gd name="connsiteY14-1244" fmla="*/ 662729 h 2369152"/>
              <a:gd name="connsiteX15-1245" fmla="*/ 1124906 w 2305244"/>
              <a:gd name="connsiteY15-1246" fmla="*/ 1004182 h 2369152"/>
              <a:gd name="connsiteX16-1247" fmla="*/ 1676517 w 2305244"/>
              <a:gd name="connsiteY16-1248" fmla="*/ 1608523 h 2369152"/>
              <a:gd name="connsiteX17-1249" fmla="*/ 2102246 w 2305244"/>
              <a:gd name="connsiteY17-1250" fmla="*/ 1579262 h 2369152"/>
              <a:gd name="connsiteX0-1251" fmla="*/ 2275983 w 2296406"/>
              <a:gd name="connsiteY0-1252" fmla="*/ 1747817 h 2369152"/>
              <a:gd name="connsiteX1-1253" fmla="*/ 1838519 w 2296406"/>
              <a:gd name="connsiteY1-1254" fmla="*/ 1873852 h 2369152"/>
              <a:gd name="connsiteX2-1255" fmla="*/ 2009969 w 2296406"/>
              <a:gd name="connsiteY2-1256" fmla="*/ 2121502 h 2369152"/>
              <a:gd name="connsiteX3-1257" fmla="*/ 1733744 w 2296406"/>
              <a:gd name="connsiteY3-1258" fmla="*/ 1988152 h 2369152"/>
              <a:gd name="connsiteX4-1259" fmla="*/ 1543244 w 2296406"/>
              <a:gd name="connsiteY4-1260" fmla="*/ 2369152 h 2369152"/>
              <a:gd name="connsiteX5-1261" fmla="*/ 1314644 w 2296406"/>
              <a:gd name="connsiteY5-1262" fmla="*/ 2150077 h 2369152"/>
              <a:gd name="connsiteX6-1263" fmla="*/ 1495542 w 2296406"/>
              <a:gd name="connsiteY6-1264" fmla="*/ 1788127 h 2369152"/>
              <a:gd name="connsiteX7-1265" fmla="*/ 909489 w 2296406"/>
              <a:gd name="connsiteY7-1266" fmla="*/ 1225390 h 2369152"/>
              <a:gd name="connsiteX8-1267" fmla="*/ 414951 w 2296406"/>
              <a:gd name="connsiteY8-1268" fmla="*/ 2322212 h 2369152"/>
              <a:gd name="connsiteX9-1269" fmla="*/ 293184 w 2296406"/>
              <a:gd name="connsiteY9-1270" fmla="*/ 2052845 h 2369152"/>
              <a:gd name="connsiteX10-1271" fmla="*/ 520411 w 2296406"/>
              <a:gd name="connsiteY10-1272" fmla="*/ 767428 h 2369152"/>
              <a:gd name="connsiteX11-1273" fmla="*/ 11167 w 2296406"/>
              <a:gd name="connsiteY11-1274" fmla="*/ 5505 h 2369152"/>
              <a:gd name="connsiteX12-1275" fmla="*/ 771719 w 2296406"/>
              <a:gd name="connsiteY12-1276" fmla="*/ 578452 h 2369152"/>
              <a:gd name="connsiteX13-1277" fmla="*/ 2041440 w 2296406"/>
              <a:gd name="connsiteY13-1278" fmla="*/ 514597 h 2369152"/>
              <a:gd name="connsiteX14-1279" fmla="*/ 2296406 w 2296406"/>
              <a:gd name="connsiteY14-1280" fmla="*/ 662729 h 2369152"/>
              <a:gd name="connsiteX15-1281" fmla="*/ 1124906 w 2296406"/>
              <a:gd name="connsiteY15-1282" fmla="*/ 1004182 h 2369152"/>
              <a:gd name="connsiteX16-1283" fmla="*/ 1676517 w 2296406"/>
              <a:gd name="connsiteY16-1284" fmla="*/ 1608523 h 2369152"/>
              <a:gd name="connsiteX17-1285" fmla="*/ 2102246 w 2296406"/>
              <a:gd name="connsiteY17-1286" fmla="*/ 1579262 h 2369152"/>
              <a:gd name="connsiteX0-1287" fmla="*/ 2290614 w 2296406"/>
              <a:gd name="connsiteY0-1288" fmla="*/ 1777078 h 2369152"/>
              <a:gd name="connsiteX1-1289" fmla="*/ 1838519 w 2296406"/>
              <a:gd name="connsiteY1-1290" fmla="*/ 1873852 h 2369152"/>
              <a:gd name="connsiteX2-1291" fmla="*/ 2009969 w 2296406"/>
              <a:gd name="connsiteY2-1292" fmla="*/ 2121502 h 2369152"/>
              <a:gd name="connsiteX3-1293" fmla="*/ 1733744 w 2296406"/>
              <a:gd name="connsiteY3-1294" fmla="*/ 1988152 h 2369152"/>
              <a:gd name="connsiteX4-1295" fmla="*/ 1543244 w 2296406"/>
              <a:gd name="connsiteY4-1296" fmla="*/ 2369152 h 2369152"/>
              <a:gd name="connsiteX5-1297" fmla="*/ 1314644 w 2296406"/>
              <a:gd name="connsiteY5-1298" fmla="*/ 2150077 h 2369152"/>
              <a:gd name="connsiteX6-1299" fmla="*/ 1495542 w 2296406"/>
              <a:gd name="connsiteY6-1300" fmla="*/ 1788127 h 2369152"/>
              <a:gd name="connsiteX7-1301" fmla="*/ 909489 w 2296406"/>
              <a:gd name="connsiteY7-1302" fmla="*/ 1225390 h 2369152"/>
              <a:gd name="connsiteX8-1303" fmla="*/ 414951 w 2296406"/>
              <a:gd name="connsiteY8-1304" fmla="*/ 2322212 h 2369152"/>
              <a:gd name="connsiteX9-1305" fmla="*/ 293184 w 2296406"/>
              <a:gd name="connsiteY9-1306" fmla="*/ 2052845 h 2369152"/>
              <a:gd name="connsiteX10-1307" fmla="*/ 520411 w 2296406"/>
              <a:gd name="connsiteY10-1308" fmla="*/ 767428 h 2369152"/>
              <a:gd name="connsiteX11-1309" fmla="*/ 11167 w 2296406"/>
              <a:gd name="connsiteY11-1310" fmla="*/ 5505 h 2369152"/>
              <a:gd name="connsiteX12-1311" fmla="*/ 771719 w 2296406"/>
              <a:gd name="connsiteY12-1312" fmla="*/ 578452 h 2369152"/>
              <a:gd name="connsiteX13-1313" fmla="*/ 2041440 w 2296406"/>
              <a:gd name="connsiteY13-1314" fmla="*/ 514597 h 2369152"/>
              <a:gd name="connsiteX14-1315" fmla="*/ 2296406 w 2296406"/>
              <a:gd name="connsiteY14-1316" fmla="*/ 662729 h 2369152"/>
              <a:gd name="connsiteX15-1317" fmla="*/ 1124906 w 2296406"/>
              <a:gd name="connsiteY15-1318" fmla="*/ 1004182 h 2369152"/>
              <a:gd name="connsiteX16-1319" fmla="*/ 1676517 w 2296406"/>
              <a:gd name="connsiteY16-1320" fmla="*/ 1608523 h 2369152"/>
              <a:gd name="connsiteX17-1321" fmla="*/ 2102246 w 2296406"/>
              <a:gd name="connsiteY17-1322" fmla="*/ 1579262 h 2369152"/>
              <a:gd name="connsiteX0-1323" fmla="*/ 2290614 w 2296406"/>
              <a:gd name="connsiteY0-1324" fmla="*/ 1740502 h 2369152"/>
              <a:gd name="connsiteX1-1325" fmla="*/ 1838519 w 2296406"/>
              <a:gd name="connsiteY1-1326" fmla="*/ 1873852 h 2369152"/>
              <a:gd name="connsiteX2-1327" fmla="*/ 2009969 w 2296406"/>
              <a:gd name="connsiteY2-1328" fmla="*/ 2121502 h 2369152"/>
              <a:gd name="connsiteX3-1329" fmla="*/ 1733744 w 2296406"/>
              <a:gd name="connsiteY3-1330" fmla="*/ 1988152 h 2369152"/>
              <a:gd name="connsiteX4-1331" fmla="*/ 1543244 w 2296406"/>
              <a:gd name="connsiteY4-1332" fmla="*/ 2369152 h 2369152"/>
              <a:gd name="connsiteX5-1333" fmla="*/ 1314644 w 2296406"/>
              <a:gd name="connsiteY5-1334" fmla="*/ 2150077 h 2369152"/>
              <a:gd name="connsiteX6-1335" fmla="*/ 1495542 w 2296406"/>
              <a:gd name="connsiteY6-1336" fmla="*/ 1788127 h 2369152"/>
              <a:gd name="connsiteX7-1337" fmla="*/ 909489 w 2296406"/>
              <a:gd name="connsiteY7-1338" fmla="*/ 1225390 h 2369152"/>
              <a:gd name="connsiteX8-1339" fmla="*/ 414951 w 2296406"/>
              <a:gd name="connsiteY8-1340" fmla="*/ 2322212 h 2369152"/>
              <a:gd name="connsiteX9-1341" fmla="*/ 293184 w 2296406"/>
              <a:gd name="connsiteY9-1342" fmla="*/ 2052845 h 2369152"/>
              <a:gd name="connsiteX10-1343" fmla="*/ 520411 w 2296406"/>
              <a:gd name="connsiteY10-1344" fmla="*/ 767428 h 2369152"/>
              <a:gd name="connsiteX11-1345" fmla="*/ 11167 w 2296406"/>
              <a:gd name="connsiteY11-1346" fmla="*/ 5505 h 2369152"/>
              <a:gd name="connsiteX12-1347" fmla="*/ 771719 w 2296406"/>
              <a:gd name="connsiteY12-1348" fmla="*/ 578452 h 2369152"/>
              <a:gd name="connsiteX13-1349" fmla="*/ 2041440 w 2296406"/>
              <a:gd name="connsiteY13-1350" fmla="*/ 514597 h 2369152"/>
              <a:gd name="connsiteX14-1351" fmla="*/ 2296406 w 2296406"/>
              <a:gd name="connsiteY14-1352" fmla="*/ 662729 h 2369152"/>
              <a:gd name="connsiteX15-1353" fmla="*/ 1124906 w 2296406"/>
              <a:gd name="connsiteY15-1354" fmla="*/ 1004182 h 2369152"/>
              <a:gd name="connsiteX16-1355" fmla="*/ 1676517 w 2296406"/>
              <a:gd name="connsiteY16-1356" fmla="*/ 1608523 h 2369152"/>
              <a:gd name="connsiteX17-1357" fmla="*/ 2102246 w 2296406"/>
              <a:gd name="connsiteY17-1358" fmla="*/ 1579262 h 2369152"/>
              <a:gd name="connsiteX0-1359" fmla="*/ 2290614 w 2296406"/>
              <a:gd name="connsiteY0-1360" fmla="*/ 1740502 h 2369152"/>
              <a:gd name="connsiteX1-1361" fmla="*/ 1838519 w 2296406"/>
              <a:gd name="connsiteY1-1362" fmla="*/ 1873852 h 2369152"/>
              <a:gd name="connsiteX2-1363" fmla="*/ 2009969 w 2296406"/>
              <a:gd name="connsiteY2-1364" fmla="*/ 2121502 h 2369152"/>
              <a:gd name="connsiteX3-1365" fmla="*/ 1733744 w 2296406"/>
              <a:gd name="connsiteY3-1366" fmla="*/ 1988152 h 2369152"/>
              <a:gd name="connsiteX4-1367" fmla="*/ 1543244 w 2296406"/>
              <a:gd name="connsiteY4-1368" fmla="*/ 2369152 h 2369152"/>
              <a:gd name="connsiteX5-1369" fmla="*/ 1314644 w 2296406"/>
              <a:gd name="connsiteY5-1370" fmla="*/ 2150077 h 2369152"/>
              <a:gd name="connsiteX6-1371" fmla="*/ 1495542 w 2296406"/>
              <a:gd name="connsiteY6-1372" fmla="*/ 1788127 h 2369152"/>
              <a:gd name="connsiteX7-1373" fmla="*/ 909489 w 2296406"/>
              <a:gd name="connsiteY7-1374" fmla="*/ 1225390 h 2369152"/>
              <a:gd name="connsiteX8-1375" fmla="*/ 414951 w 2296406"/>
              <a:gd name="connsiteY8-1376" fmla="*/ 2322212 h 2369152"/>
              <a:gd name="connsiteX9-1377" fmla="*/ 293184 w 2296406"/>
              <a:gd name="connsiteY9-1378" fmla="*/ 2052845 h 2369152"/>
              <a:gd name="connsiteX10-1379" fmla="*/ 520411 w 2296406"/>
              <a:gd name="connsiteY10-1380" fmla="*/ 767428 h 2369152"/>
              <a:gd name="connsiteX11-1381" fmla="*/ 11167 w 2296406"/>
              <a:gd name="connsiteY11-1382" fmla="*/ 5505 h 2369152"/>
              <a:gd name="connsiteX12-1383" fmla="*/ 771719 w 2296406"/>
              <a:gd name="connsiteY12-1384" fmla="*/ 578452 h 2369152"/>
              <a:gd name="connsiteX13-1385" fmla="*/ 2041440 w 2296406"/>
              <a:gd name="connsiteY13-1386" fmla="*/ 514597 h 2369152"/>
              <a:gd name="connsiteX14-1387" fmla="*/ 2296406 w 2296406"/>
              <a:gd name="connsiteY14-1388" fmla="*/ 662729 h 2369152"/>
              <a:gd name="connsiteX15-1389" fmla="*/ 1124906 w 2296406"/>
              <a:gd name="connsiteY15-1390" fmla="*/ 1004182 h 2369152"/>
              <a:gd name="connsiteX16-1391" fmla="*/ 1676517 w 2296406"/>
              <a:gd name="connsiteY16-1392" fmla="*/ 1608523 h 2369152"/>
              <a:gd name="connsiteX17-1393" fmla="*/ 2062012 w 2296406"/>
              <a:gd name="connsiteY17-1394" fmla="*/ 1560974 h 2369152"/>
              <a:gd name="connsiteX0-1395" fmla="*/ 2257695 w 2296406"/>
              <a:gd name="connsiteY0-1396" fmla="*/ 1755133 h 2369152"/>
              <a:gd name="connsiteX1-1397" fmla="*/ 1838519 w 2296406"/>
              <a:gd name="connsiteY1-1398" fmla="*/ 1873852 h 2369152"/>
              <a:gd name="connsiteX2-1399" fmla="*/ 2009969 w 2296406"/>
              <a:gd name="connsiteY2-1400" fmla="*/ 2121502 h 2369152"/>
              <a:gd name="connsiteX3-1401" fmla="*/ 1733744 w 2296406"/>
              <a:gd name="connsiteY3-1402" fmla="*/ 1988152 h 2369152"/>
              <a:gd name="connsiteX4-1403" fmla="*/ 1543244 w 2296406"/>
              <a:gd name="connsiteY4-1404" fmla="*/ 2369152 h 2369152"/>
              <a:gd name="connsiteX5-1405" fmla="*/ 1314644 w 2296406"/>
              <a:gd name="connsiteY5-1406" fmla="*/ 2150077 h 2369152"/>
              <a:gd name="connsiteX6-1407" fmla="*/ 1495542 w 2296406"/>
              <a:gd name="connsiteY6-1408" fmla="*/ 1788127 h 2369152"/>
              <a:gd name="connsiteX7-1409" fmla="*/ 909489 w 2296406"/>
              <a:gd name="connsiteY7-1410" fmla="*/ 1225390 h 2369152"/>
              <a:gd name="connsiteX8-1411" fmla="*/ 414951 w 2296406"/>
              <a:gd name="connsiteY8-1412" fmla="*/ 2322212 h 2369152"/>
              <a:gd name="connsiteX9-1413" fmla="*/ 293184 w 2296406"/>
              <a:gd name="connsiteY9-1414" fmla="*/ 2052845 h 2369152"/>
              <a:gd name="connsiteX10-1415" fmla="*/ 520411 w 2296406"/>
              <a:gd name="connsiteY10-1416" fmla="*/ 767428 h 2369152"/>
              <a:gd name="connsiteX11-1417" fmla="*/ 11167 w 2296406"/>
              <a:gd name="connsiteY11-1418" fmla="*/ 5505 h 2369152"/>
              <a:gd name="connsiteX12-1419" fmla="*/ 771719 w 2296406"/>
              <a:gd name="connsiteY12-1420" fmla="*/ 578452 h 2369152"/>
              <a:gd name="connsiteX13-1421" fmla="*/ 2041440 w 2296406"/>
              <a:gd name="connsiteY13-1422" fmla="*/ 514597 h 2369152"/>
              <a:gd name="connsiteX14-1423" fmla="*/ 2296406 w 2296406"/>
              <a:gd name="connsiteY14-1424" fmla="*/ 662729 h 2369152"/>
              <a:gd name="connsiteX15-1425" fmla="*/ 1124906 w 2296406"/>
              <a:gd name="connsiteY15-1426" fmla="*/ 1004182 h 2369152"/>
              <a:gd name="connsiteX16-1427" fmla="*/ 1676517 w 2296406"/>
              <a:gd name="connsiteY16-1428" fmla="*/ 1608523 h 2369152"/>
              <a:gd name="connsiteX17-1429" fmla="*/ 2062012 w 2296406"/>
              <a:gd name="connsiteY17-1430" fmla="*/ 1560974 h 2369152"/>
              <a:gd name="connsiteX0-1431" fmla="*/ 2279640 w 2296406"/>
              <a:gd name="connsiteY0-1432" fmla="*/ 1747818 h 2369152"/>
              <a:gd name="connsiteX1-1433" fmla="*/ 1838519 w 2296406"/>
              <a:gd name="connsiteY1-1434" fmla="*/ 1873852 h 2369152"/>
              <a:gd name="connsiteX2-1435" fmla="*/ 2009969 w 2296406"/>
              <a:gd name="connsiteY2-1436" fmla="*/ 2121502 h 2369152"/>
              <a:gd name="connsiteX3-1437" fmla="*/ 1733744 w 2296406"/>
              <a:gd name="connsiteY3-1438" fmla="*/ 1988152 h 2369152"/>
              <a:gd name="connsiteX4-1439" fmla="*/ 1543244 w 2296406"/>
              <a:gd name="connsiteY4-1440" fmla="*/ 2369152 h 2369152"/>
              <a:gd name="connsiteX5-1441" fmla="*/ 1314644 w 2296406"/>
              <a:gd name="connsiteY5-1442" fmla="*/ 2150077 h 2369152"/>
              <a:gd name="connsiteX6-1443" fmla="*/ 1495542 w 2296406"/>
              <a:gd name="connsiteY6-1444" fmla="*/ 1788127 h 2369152"/>
              <a:gd name="connsiteX7-1445" fmla="*/ 909489 w 2296406"/>
              <a:gd name="connsiteY7-1446" fmla="*/ 1225390 h 2369152"/>
              <a:gd name="connsiteX8-1447" fmla="*/ 414951 w 2296406"/>
              <a:gd name="connsiteY8-1448" fmla="*/ 2322212 h 2369152"/>
              <a:gd name="connsiteX9-1449" fmla="*/ 293184 w 2296406"/>
              <a:gd name="connsiteY9-1450" fmla="*/ 2052845 h 2369152"/>
              <a:gd name="connsiteX10-1451" fmla="*/ 520411 w 2296406"/>
              <a:gd name="connsiteY10-1452" fmla="*/ 767428 h 2369152"/>
              <a:gd name="connsiteX11-1453" fmla="*/ 11167 w 2296406"/>
              <a:gd name="connsiteY11-1454" fmla="*/ 5505 h 2369152"/>
              <a:gd name="connsiteX12-1455" fmla="*/ 771719 w 2296406"/>
              <a:gd name="connsiteY12-1456" fmla="*/ 578452 h 2369152"/>
              <a:gd name="connsiteX13-1457" fmla="*/ 2041440 w 2296406"/>
              <a:gd name="connsiteY13-1458" fmla="*/ 514597 h 2369152"/>
              <a:gd name="connsiteX14-1459" fmla="*/ 2296406 w 2296406"/>
              <a:gd name="connsiteY14-1460" fmla="*/ 662729 h 2369152"/>
              <a:gd name="connsiteX15-1461" fmla="*/ 1124906 w 2296406"/>
              <a:gd name="connsiteY15-1462" fmla="*/ 1004182 h 2369152"/>
              <a:gd name="connsiteX16-1463" fmla="*/ 1676517 w 2296406"/>
              <a:gd name="connsiteY16-1464" fmla="*/ 1608523 h 2369152"/>
              <a:gd name="connsiteX17-1465" fmla="*/ 2062012 w 2296406"/>
              <a:gd name="connsiteY17-1466" fmla="*/ 1560974 h 2369152"/>
              <a:gd name="connsiteX0-1467" fmla="*/ 2279640 w 2296406"/>
              <a:gd name="connsiteY0-1468" fmla="*/ 1747818 h 2369152"/>
              <a:gd name="connsiteX1-1469" fmla="*/ 1838519 w 2296406"/>
              <a:gd name="connsiteY1-1470" fmla="*/ 1873852 h 2369152"/>
              <a:gd name="connsiteX2-1471" fmla="*/ 2009969 w 2296406"/>
              <a:gd name="connsiteY2-1472" fmla="*/ 2121502 h 2369152"/>
              <a:gd name="connsiteX3-1473" fmla="*/ 1733744 w 2296406"/>
              <a:gd name="connsiteY3-1474" fmla="*/ 1988152 h 2369152"/>
              <a:gd name="connsiteX4-1475" fmla="*/ 1543244 w 2296406"/>
              <a:gd name="connsiteY4-1476" fmla="*/ 2369152 h 2369152"/>
              <a:gd name="connsiteX5-1477" fmla="*/ 1314644 w 2296406"/>
              <a:gd name="connsiteY5-1478" fmla="*/ 2150077 h 2369152"/>
              <a:gd name="connsiteX6-1479" fmla="*/ 1495542 w 2296406"/>
              <a:gd name="connsiteY6-1480" fmla="*/ 1788127 h 2369152"/>
              <a:gd name="connsiteX7-1481" fmla="*/ 909489 w 2296406"/>
              <a:gd name="connsiteY7-1482" fmla="*/ 1225390 h 2369152"/>
              <a:gd name="connsiteX8-1483" fmla="*/ 414951 w 2296406"/>
              <a:gd name="connsiteY8-1484" fmla="*/ 2322212 h 2369152"/>
              <a:gd name="connsiteX9-1485" fmla="*/ 293184 w 2296406"/>
              <a:gd name="connsiteY9-1486" fmla="*/ 2052845 h 2369152"/>
              <a:gd name="connsiteX10-1487" fmla="*/ 520411 w 2296406"/>
              <a:gd name="connsiteY10-1488" fmla="*/ 767428 h 2369152"/>
              <a:gd name="connsiteX11-1489" fmla="*/ 11167 w 2296406"/>
              <a:gd name="connsiteY11-1490" fmla="*/ 5505 h 2369152"/>
              <a:gd name="connsiteX12-1491" fmla="*/ 771719 w 2296406"/>
              <a:gd name="connsiteY12-1492" fmla="*/ 578452 h 2369152"/>
              <a:gd name="connsiteX13-1493" fmla="*/ 2041440 w 2296406"/>
              <a:gd name="connsiteY13-1494" fmla="*/ 514597 h 2369152"/>
              <a:gd name="connsiteX14-1495" fmla="*/ 2296406 w 2296406"/>
              <a:gd name="connsiteY14-1496" fmla="*/ 662729 h 2369152"/>
              <a:gd name="connsiteX15-1497" fmla="*/ 1124906 w 2296406"/>
              <a:gd name="connsiteY15-1498" fmla="*/ 1004182 h 2369152"/>
              <a:gd name="connsiteX16-1499" fmla="*/ 1676517 w 2296406"/>
              <a:gd name="connsiteY16-1500" fmla="*/ 1608523 h 2369152"/>
              <a:gd name="connsiteX17-1501" fmla="*/ 2094931 w 2296406"/>
              <a:gd name="connsiteY17-1502" fmla="*/ 1557316 h 2369152"/>
              <a:gd name="connsiteX0-1503" fmla="*/ 2279640 w 2296406"/>
              <a:gd name="connsiteY0-1504" fmla="*/ 1747818 h 2369152"/>
              <a:gd name="connsiteX1-1505" fmla="*/ 1838519 w 2296406"/>
              <a:gd name="connsiteY1-1506" fmla="*/ 1873852 h 2369152"/>
              <a:gd name="connsiteX2-1507" fmla="*/ 2009969 w 2296406"/>
              <a:gd name="connsiteY2-1508" fmla="*/ 2121502 h 2369152"/>
              <a:gd name="connsiteX3-1509" fmla="*/ 1733744 w 2296406"/>
              <a:gd name="connsiteY3-1510" fmla="*/ 1988152 h 2369152"/>
              <a:gd name="connsiteX4-1511" fmla="*/ 1543244 w 2296406"/>
              <a:gd name="connsiteY4-1512" fmla="*/ 2369152 h 2369152"/>
              <a:gd name="connsiteX5-1513" fmla="*/ 1391454 w 2296406"/>
              <a:gd name="connsiteY5-1514" fmla="*/ 2150077 h 2369152"/>
              <a:gd name="connsiteX6-1515" fmla="*/ 1495542 w 2296406"/>
              <a:gd name="connsiteY6-1516" fmla="*/ 1788127 h 2369152"/>
              <a:gd name="connsiteX7-1517" fmla="*/ 909489 w 2296406"/>
              <a:gd name="connsiteY7-1518" fmla="*/ 1225390 h 2369152"/>
              <a:gd name="connsiteX8-1519" fmla="*/ 414951 w 2296406"/>
              <a:gd name="connsiteY8-1520" fmla="*/ 2322212 h 2369152"/>
              <a:gd name="connsiteX9-1521" fmla="*/ 293184 w 2296406"/>
              <a:gd name="connsiteY9-1522" fmla="*/ 2052845 h 2369152"/>
              <a:gd name="connsiteX10-1523" fmla="*/ 520411 w 2296406"/>
              <a:gd name="connsiteY10-1524" fmla="*/ 767428 h 2369152"/>
              <a:gd name="connsiteX11-1525" fmla="*/ 11167 w 2296406"/>
              <a:gd name="connsiteY11-1526" fmla="*/ 5505 h 2369152"/>
              <a:gd name="connsiteX12-1527" fmla="*/ 771719 w 2296406"/>
              <a:gd name="connsiteY12-1528" fmla="*/ 578452 h 2369152"/>
              <a:gd name="connsiteX13-1529" fmla="*/ 2041440 w 2296406"/>
              <a:gd name="connsiteY13-1530" fmla="*/ 514597 h 2369152"/>
              <a:gd name="connsiteX14-1531" fmla="*/ 2296406 w 2296406"/>
              <a:gd name="connsiteY14-1532" fmla="*/ 662729 h 2369152"/>
              <a:gd name="connsiteX15-1533" fmla="*/ 1124906 w 2296406"/>
              <a:gd name="connsiteY15-1534" fmla="*/ 1004182 h 2369152"/>
              <a:gd name="connsiteX16-1535" fmla="*/ 1676517 w 2296406"/>
              <a:gd name="connsiteY16-1536" fmla="*/ 1608523 h 2369152"/>
              <a:gd name="connsiteX17-1537" fmla="*/ 2094931 w 2296406"/>
              <a:gd name="connsiteY17-1538" fmla="*/ 1557316 h 2369152"/>
              <a:gd name="connsiteX0-1539" fmla="*/ 2279640 w 2296406"/>
              <a:gd name="connsiteY0-1540" fmla="*/ 1747818 h 2369152"/>
              <a:gd name="connsiteX1-1541" fmla="*/ 1838519 w 2296406"/>
              <a:gd name="connsiteY1-1542" fmla="*/ 1873852 h 2369152"/>
              <a:gd name="connsiteX2-1543" fmla="*/ 2009969 w 2296406"/>
              <a:gd name="connsiteY2-1544" fmla="*/ 2121502 h 2369152"/>
              <a:gd name="connsiteX3-1545" fmla="*/ 1733744 w 2296406"/>
              <a:gd name="connsiteY3-1546" fmla="*/ 1988152 h 2369152"/>
              <a:gd name="connsiteX4-1547" fmla="*/ 1543244 w 2296406"/>
              <a:gd name="connsiteY4-1548" fmla="*/ 2369152 h 2369152"/>
              <a:gd name="connsiteX5-1549" fmla="*/ 1380482 w 2296406"/>
              <a:gd name="connsiteY5-1550" fmla="*/ 2120816 h 2369152"/>
              <a:gd name="connsiteX6-1551" fmla="*/ 1495542 w 2296406"/>
              <a:gd name="connsiteY6-1552" fmla="*/ 1788127 h 2369152"/>
              <a:gd name="connsiteX7-1553" fmla="*/ 909489 w 2296406"/>
              <a:gd name="connsiteY7-1554" fmla="*/ 1225390 h 2369152"/>
              <a:gd name="connsiteX8-1555" fmla="*/ 414951 w 2296406"/>
              <a:gd name="connsiteY8-1556" fmla="*/ 2322212 h 2369152"/>
              <a:gd name="connsiteX9-1557" fmla="*/ 293184 w 2296406"/>
              <a:gd name="connsiteY9-1558" fmla="*/ 2052845 h 2369152"/>
              <a:gd name="connsiteX10-1559" fmla="*/ 520411 w 2296406"/>
              <a:gd name="connsiteY10-1560" fmla="*/ 767428 h 2369152"/>
              <a:gd name="connsiteX11-1561" fmla="*/ 11167 w 2296406"/>
              <a:gd name="connsiteY11-1562" fmla="*/ 5505 h 2369152"/>
              <a:gd name="connsiteX12-1563" fmla="*/ 771719 w 2296406"/>
              <a:gd name="connsiteY12-1564" fmla="*/ 578452 h 2369152"/>
              <a:gd name="connsiteX13-1565" fmla="*/ 2041440 w 2296406"/>
              <a:gd name="connsiteY13-1566" fmla="*/ 514597 h 2369152"/>
              <a:gd name="connsiteX14-1567" fmla="*/ 2296406 w 2296406"/>
              <a:gd name="connsiteY14-1568" fmla="*/ 662729 h 2369152"/>
              <a:gd name="connsiteX15-1569" fmla="*/ 1124906 w 2296406"/>
              <a:gd name="connsiteY15-1570" fmla="*/ 1004182 h 2369152"/>
              <a:gd name="connsiteX16-1571" fmla="*/ 1676517 w 2296406"/>
              <a:gd name="connsiteY16-1572" fmla="*/ 1608523 h 2369152"/>
              <a:gd name="connsiteX17-1573" fmla="*/ 2094931 w 2296406"/>
              <a:gd name="connsiteY17-1574" fmla="*/ 1557316 h 2369152"/>
              <a:gd name="connsiteX0-1575" fmla="*/ 2279640 w 2296406"/>
              <a:gd name="connsiteY0-1576" fmla="*/ 1747818 h 2354521"/>
              <a:gd name="connsiteX1-1577" fmla="*/ 1838519 w 2296406"/>
              <a:gd name="connsiteY1-1578" fmla="*/ 1873852 h 2354521"/>
              <a:gd name="connsiteX2-1579" fmla="*/ 2009969 w 2296406"/>
              <a:gd name="connsiteY2-1580" fmla="*/ 2121502 h 2354521"/>
              <a:gd name="connsiteX3-1581" fmla="*/ 1733744 w 2296406"/>
              <a:gd name="connsiteY3-1582" fmla="*/ 1988152 h 2354521"/>
              <a:gd name="connsiteX4-1583" fmla="*/ 1528613 w 2296406"/>
              <a:gd name="connsiteY4-1584" fmla="*/ 2354521 h 2354521"/>
              <a:gd name="connsiteX5-1585" fmla="*/ 1380482 w 2296406"/>
              <a:gd name="connsiteY5-1586" fmla="*/ 2120816 h 2354521"/>
              <a:gd name="connsiteX6-1587" fmla="*/ 1495542 w 2296406"/>
              <a:gd name="connsiteY6-1588" fmla="*/ 1788127 h 2354521"/>
              <a:gd name="connsiteX7-1589" fmla="*/ 909489 w 2296406"/>
              <a:gd name="connsiteY7-1590" fmla="*/ 1225390 h 2354521"/>
              <a:gd name="connsiteX8-1591" fmla="*/ 414951 w 2296406"/>
              <a:gd name="connsiteY8-1592" fmla="*/ 2322212 h 2354521"/>
              <a:gd name="connsiteX9-1593" fmla="*/ 293184 w 2296406"/>
              <a:gd name="connsiteY9-1594" fmla="*/ 2052845 h 2354521"/>
              <a:gd name="connsiteX10-1595" fmla="*/ 520411 w 2296406"/>
              <a:gd name="connsiteY10-1596" fmla="*/ 767428 h 2354521"/>
              <a:gd name="connsiteX11-1597" fmla="*/ 11167 w 2296406"/>
              <a:gd name="connsiteY11-1598" fmla="*/ 5505 h 2354521"/>
              <a:gd name="connsiteX12-1599" fmla="*/ 771719 w 2296406"/>
              <a:gd name="connsiteY12-1600" fmla="*/ 578452 h 2354521"/>
              <a:gd name="connsiteX13-1601" fmla="*/ 2041440 w 2296406"/>
              <a:gd name="connsiteY13-1602" fmla="*/ 514597 h 2354521"/>
              <a:gd name="connsiteX14-1603" fmla="*/ 2296406 w 2296406"/>
              <a:gd name="connsiteY14-1604" fmla="*/ 662729 h 2354521"/>
              <a:gd name="connsiteX15-1605" fmla="*/ 1124906 w 2296406"/>
              <a:gd name="connsiteY15-1606" fmla="*/ 1004182 h 2354521"/>
              <a:gd name="connsiteX16-1607" fmla="*/ 1676517 w 2296406"/>
              <a:gd name="connsiteY16-1608" fmla="*/ 1608523 h 2354521"/>
              <a:gd name="connsiteX17-1609" fmla="*/ 2094931 w 2296406"/>
              <a:gd name="connsiteY17-1610" fmla="*/ 1557316 h 2354521"/>
              <a:gd name="connsiteX0-1611" fmla="*/ 2279640 w 2296406"/>
              <a:gd name="connsiteY0-1612" fmla="*/ 1747818 h 2354521"/>
              <a:gd name="connsiteX1-1613" fmla="*/ 1838519 w 2296406"/>
              <a:gd name="connsiteY1-1614" fmla="*/ 1873852 h 2354521"/>
              <a:gd name="connsiteX2-1615" fmla="*/ 2009969 w 2296406"/>
              <a:gd name="connsiteY2-1616" fmla="*/ 2121502 h 2354521"/>
              <a:gd name="connsiteX3-1617" fmla="*/ 1682537 w 2296406"/>
              <a:gd name="connsiteY3-1618" fmla="*/ 1962549 h 2354521"/>
              <a:gd name="connsiteX4-1619" fmla="*/ 1528613 w 2296406"/>
              <a:gd name="connsiteY4-1620" fmla="*/ 2354521 h 2354521"/>
              <a:gd name="connsiteX5-1621" fmla="*/ 1380482 w 2296406"/>
              <a:gd name="connsiteY5-1622" fmla="*/ 2120816 h 2354521"/>
              <a:gd name="connsiteX6-1623" fmla="*/ 1495542 w 2296406"/>
              <a:gd name="connsiteY6-1624" fmla="*/ 1788127 h 2354521"/>
              <a:gd name="connsiteX7-1625" fmla="*/ 909489 w 2296406"/>
              <a:gd name="connsiteY7-1626" fmla="*/ 1225390 h 2354521"/>
              <a:gd name="connsiteX8-1627" fmla="*/ 414951 w 2296406"/>
              <a:gd name="connsiteY8-1628" fmla="*/ 2322212 h 2354521"/>
              <a:gd name="connsiteX9-1629" fmla="*/ 293184 w 2296406"/>
              <a:gd name="connsiteY9-1630" fmla="*/ 2052845 h 2354521"/>
              <a:gd name="connsiteX10-1631" fmla="*/ 520411 w 2296406"/>
              <a:gd name="connsiteY10-1632" fmla="*/ 767428 h 2354521"/>
              <a:gd name="connsiteX11-1633" fmla="*/ 11167 w 2296406"/>
              <a:gd name="connsiteY11-1634" fmla="*/ 5505 h 2354521"/>
              <a:gd name="connsiteX12-1635" fmla="*/ 771719 w 2296406"/>
              <a:gd name="connsiteY12-1636" fmla="*/ 578452 h 2354521"/>
              <a:gd name="connsiteX13-1637" fmla="*/ 2041440 w 2296406"/>
              <a:gd name="connsiteY13-1638" fmla="*/ 514597 h 2354521"/>
              <a:gd name="connsiteX14-1639" fmla="*/ 2296406 w 2296406"/>
              <a:gd name="connsiteY14-1640" fmla="*/ 662729 h 2354521"/>
              <a:gd name="connsiteX15-1641" fmla="*/ 1124906 w 2296406"/>
              <a:gd name="connsiteY15-1642" fmla="*/ 1004182 h 2354521"/>
              <a:gd name="connsiteX16-1643" fmla="*/ 1676517 w 2296406"/>
              <a:gd name="connsiteY16-1644" fmla="*/ 1608523 h 2354521"/>
              <a:gd name="connsiteX17-1645" fmla="*/ 2094931 w 2296406"/>
              <a:gd name="connsiteY17-1646" fmla="*/ 1557316 h 2354521"/>
              <a:gd name="connsiteX0-1647" fmla="*/ 2279640 w 2296406"/>
              <a:gd name="connsiteY0-1648" fmla="*/ 1747818 h 2354521"/>
              <a:gd name="connsiteX1-1649" fmla="*/ 1816574 w 2296406"/>
              <a:gd name="connsiteY1-1650" fmla="*/ 1851907 h 2354521"/>
              <a:gd name="connsiteX2-1651" fmla="*/ 2009969 w 2296406"/>
              <a:gd name="connsiteY2-1652" fmla="*/ 2121502 h 2354521"/>
              <a:gd name="connsiteX3-1653" fmla="*/ 1682537 w 2296406"/>
              <a:gd name="connsiteY3-1654" fmla="*/ 1962549 h 2354521"/>
              <a:gd name="connsiteX4-1655" fmla="*/ 1528613 w 2296406"/>
              <a:gd name="connsiteY4-1656" fmla="*/ 2354521 h 2354521"/>
              <a:gd name="connsiteX5-1657" fmla="*/ 1380482 w 2296406"/>
              <a:gd name="connsiteY5-1658" fmla="*/ 2120816 h 2354521"/>
              <a:gd name="connsiteX6-1659" fmla="*/ 1495542 w 2296406"/>
              <a:gd name="connsiteY6-1660" fmla="*/ 1788127 h 2354521"/>
              <a:gd name="connsiteX7-1661" fmla="*/ 909489 w 2296406"/>
              <a:gd name="connsiteY7-1662" fmla="*/ 1225390 h 2354521"/>
              <a:gd name="connsiteX8-1663" fmla="*/ 414951 w 2296406"/>
              <a:gd name="connsiteY8-1664" fmla="*/ 2322212 h 2354521"/>
              <a:gd name="connsiteX9-1665" fmla="*/ 293184 w 2296406"/>
              <a:gd name="connsiteY9-1666" fmla="*/ 2052845 h 2354521"/>
              <a:gd name="connsiteX10-1667" fmla="*/ 520411 w 2296406"/>
              <a:gd name="connsiteY10-1668" fmla="*/ 767428 h 2354521"/>
              <a:gd name="connsiteX11-1669" fmla="*/ 11167 w 2296406"/>
              <a:gd name="connsiteY11-1670" fmla="*/ 5505 h 2354521"/>
              <a:gd name="connsiteX12-1671" fmla="*/ 771719 w 2296406"/>
              <a:gd name="connsiteY12-1672" fmla="*/ 578452 h 2354521"/>
              <a:gd name="connsiteX13-1673" fmla="*/ 2041440 w 2296406"/>
              <a:gd name="connsiteY13-1674" fmla="*/ 514597 h 2354521"/>
              <a:gd name="connsiteX14-1675" fmla="*/ 2296406 w 2296406"/>
              <a:gd name="connsiteY14-1676" fmla="*/ 662729 h 2354521"/>
              <a:gd name="connsiteX15-1677" fmla="*/ 1124906 w 2296406"/>
              <a:gd name="connsiteY15-1678" fmla="*/ 1004182 h 2354521"/>
              <a:gd name="connsiteX16-1679" fmla="*/ 1676517 w 2296406"/>
              <a:gd name="connsiteY16-1680" fmla="*/ 1608523 h 2354521"/>
              <a:gd name="connsiteX17-1681" fmla="*/ 2094931 w 2296406"/>
              <a:gd name="connsiteY17-1682" fmla="*/ 1557316 h 2354521"/>
              <a:gd name="connsiteX0-1683" fmla="*/ 2279640 w 2296406"/>
              <a:gd name="connsiteY0-1684" fmla="*/ 1747818 h 2354521"/>
              <a:gd name="connsiteX1-1685" fmla="*/ 1816574 w 2296406"/>
              <a:gd name="connsiteY1-1686" fmla="*/ 1851907 h 2354521"/>
              <a:gd name="connsiteX2-1687" fmla="*/ 1991681 w 2296406"/>
              <a:gd name="connsiteY2-1688" fmla="*/ 2136133 h 2354521"/>
              <a:gd name="connsiteX3-1689" fmla="*/ 1682537 w 2296406"/>
              <a:gd name="connsiteY3-1690" fmla="*/ 1962549 h 2354521"/>
              <a:gd name="connsiteX4-1691" fmla="*/ 1528613 w 2296406"/>
              <a:gd name="connsiteY4-1692" fmla="*/ 2354521 h 2354521"/>
              <a:gd name="connsiteX5-1693" fmla="*/ 1380482 w 2296406"/>
              <a:gd name="connsiteY5-1694" fmla="*/ 2120816 h 2354521"/>
              <a:gd name="connsiteX6-1695" fmla="*/ 1495542 w 2296406"/>
              <a:gd name="connsiteY6-1696" fmla="*/ 1788127 h 2354521"/>
              <a:gd name="connsiteX7-1697" fmla="*/ 909489 w 2296406"/>
              <a:gd name="connsiteY7-1698" fmla="*/ 1225390 h 2354521"/>
              <a:gd name="connsiteX8-1699" fmla="*/ 414951 w 2296406"/>
              <a:gd name="connsiteY8-1700" fmla="*/ 2322212 h 2354521"/>
              <a:gd name="connsiteX9-1701" fmla="*/ 293184 w 2296406"/>
              <a:gd name="connsiteY9-1702" fmla="*/ 2052845 h 2354521"/>
              <a:gd name="connsiteX10-1703" fmla="*/ 520411 w 2296406"/>
              <a:gd name="connsiteY10-1704" fmla="*/ 767428 h 2354521"/>
              <a:gd name="connsiteX11-1705" fmla="*/ 11167 w 2296406"/>
              <a:gd name="connsiteY11-1706" fmla="*/ 5505 h 2354521"/>
              <a:gd name="connsiteX12-1707" fmla="*/ 771719 w 2296406"/>
              <a:gd name="connsiteY12-1708" fmla="*/ 578452 h 2354521"/>
              <a:gd name="connsiteX13-1709" fmla="*/ 2041440 w 2296406"/>
              <a:gd name="connsiteY13-1710" fmla="*/ 514597 h 2354521"/>
              <a:gd name="connsiteX14-1711" fmla="*/ 2296406 w 2296406"/>
              <a:gd name="connsiteY14-1712" fmla="*/ 662729 h 2354521"/>
              <a:gd name="connsiteX15-1713" fmla="*/ 1124906 w 2296406"/>
              <a:gd name="connsiteY15-1714" fmla="*/ 1004182 h 2354521"/>
              <a:gd name="connsiteX16-1715" fmla="*/ 1676517 w 2296406"/>
              <a:gd name="connsiteY16-1716" fmla="*/ 1608523 h 2354521"/>
              <a:gd name="connsiteX17-1717" fmla="*/ 2094931 w 2296406"/>
              <a:gd name="connsiteY17-1718" fmla="*/ 1557316 h 2354521"/>
              <a:gd name="connsiteX0-1719" fmla="*/ 2279640 w 2296406"/>
              <a:gd name="connsiteY0-1720" fmla="*/ 1747818 h 2354521"/>
              <a:gd name="connsiteX1-1721" fmla="*/ 1816574 w 2296406"/>
              <a:gd name="connsiteY1-1722" fmla="*/ 1851907 h 2354521"/>
              <a:gd name="connsiteX2-1723" fmla="*/ 2042887 w 2296406"/>
              <a:gd name="connsiteY2-1724" fmla="*/ 2194655 h 2354521"/>
              <a:gd name="connsiteX3-1725" fmla="*/ 1682537 w 2296406"/>
              <a:gd name="connsiteY3-1726" fmla="*/ 1962549 h 2354521"/>
              <a:gd name="connsiteX4-1727" fmla="*/ 1528613 w 2296406"/>
              <a:gd name="connsiteY4-1728" fmla="*/ 2354521 h 2354521"/>
              <a:gd name="connsiteX5-1729" fmla="*/ 1380482 w 2296406"/>
              <a:gd name="connsiteY5-1730" fmla="*/ 2120816 h 2354521"/>
              <a:gd name="connsiteX6-1731" fmla="*/ 1495542 w 2296406"/>
              <a:gd name="connsiteY6-1732" fmla="*/ 1788127 h 2354521"/>
              <a:gd name="connsiteX7-1733" fmla="*/ 909489 w 2296406"/>
              <a:gd name="connsiteY7-1734" fmla="*/ 1225390 h 2354521"/>
              <a:gd name="connsiteX8-1735" fmla="*/ 414951 w 2296406"/>
              <a:gd name="connsiteY8-1736" fmla="*/ 2322212 h 2354521"/>
              <a:gd name="connsiteX9-1737" fmla="*/ 293184 w 2296406"/>
              <a:gd name="connsiteY9-1738" fmla="*/ 2052845 h 2354521"/>
              <a:gd name="connsiteX10-1739" fmla="*/ 520411 w 2296406"/>
              <a:gd name="connsiteY10-1740" fmla="*/ 767428 h 2354521"/>
              <a:gd name="connsiteX11-1741" fmla="*/ 11167 w 2296406"/>
              <a:gd name="connsiteY11-1742" fmla="*/ 5505 h 2354521"/>
              <a:gd name="connsiteX12-1743" fmla="*/ 771719 w 2296406"/>
              <a:gd name="connsiteY12-1744" fmla="*/ 578452 h 2354521"/>
              <a:gd name="connsiteX13-1745" fmla="*/ 2041440 w 2296406"/>
              <a:gd name="connsiteY13-1746" fmla="*/ 514597 h 2354521"/>
              <a:gd name="connsiteX14-1747" fmla="*/ 2296406 w 2296406"/>
              <a:gd name="connsiteY14-1748" fmla="*/ 662729 h 2354521"/>
              <a:gd name="connsiteX15-1749" fmla="*/ 1124906 w 2296406"/>
              <a:gd name="connsiteY15-1750" fmla="*/ 1004182 h 2354521"/>
              <a:gd name="connsiteX16-1751" fmla="*/ 1676517 w 2296406"/>
              <a:gd name="connsiteY16-1752" fmla="*/ 1608523 h 2354521"/>
              <a:gd name="connsiteX17-1753" fmla="*/ 2094931 w 2296406"/>
              <a:gd name="connsiteY17-1754" fmla="*/ 1557316 h 2354521"/>
              <a:gd name="connsiteX0-1755" fmla="*/ 2279640 w 2296406"/>
              <a:gd name="connsiteY0-1756" fmla="*/ 1747818 h 2354521"/>
              <a:gd name="connsiteX1-1757" fmla="*/ 1816574 w 2296406"/>
              <a:gd name="connsiteY1-1758" fmla="*/ 1851907 h 2354521"/>
              <a:gd name="connsiteX2-1759" fmla="*/ 1955104 w 2296406"/>
              <a:gd name="connsiteY2-1760" fmla="*/ 2095900 h 2354521"/>
              <a:gd name="connsiteX3-1761" fmla="*/ 1682537 w 2296406"/>
              <a:gd name="connsiteY3-1762" fmla="*/ 1962549 h 2354521"/>
              <a:gd name="connsiteX4-1763" fmla="*/ 1528613 w 2296406"/>
              <a:gd name="connsiteY4-1764" fmla="*/ 2354521 h 2354521"/>
              <a:gd name="connsiteX5-1765" fmla="*/ 1380482 w 2296406"/>
              <a:gd name="connsiteY5-1766" fmla="*/ 2120816 h 2354521"/>
              <a:gd name="connsiteX6-1767" fmla="*/ 1495542 w 2296406"/>
              <a:gd name="connsiteY6-1768" fmla="*/ 1788127 h 2354521"/>
              <a:gd name="connsiteX7-1769" fmla="*/ 909489 w 2296406"/>
              <a:gd name="connsiteY7-1770" fmla="*/ 1225390 h 2354521"/>
              <a:gd name="connsiteX8-1771" fmla="*/ 414951 w 2296406"/>
              <a:gd name="connsiteY8-1772" fmla="*/ 2322212 h 2354521"/>
              <a:gd name="connsiteX9-1773" fmla="*/ 293184 w 2296406"/>
              <a:gd name="connsiteY9-1774" fmla="*/ 2052845 h 2354521"/>
              <a:gd name="connsiteX10-1775" fmla="*/ 520411 w 2296406"/>
              <a:gd name="connsiteY10-1776" fmla="*/ 767428 h 2354521"/>
              <a:gd name="connsiteX11-1777" fmla="*/ 11167 w 2296406"/>
              <a:gd name="connsiteY11-1778" fmla="*/ 5505 h 2354521"/>
              <a:gd name="connsiteX12-1779" fmla="*/ 771719 w 2296406"/>
              <a:gd name="connsiteY12-1780" fmla="*/ 578452 h 2354521"/>
              <a:gd name="connsiteX13-1781" fmla="*/ 2041440 w 2296406"/>
              <a:gd name="connsiteY13-1782" fmla="*/ 514597 h 2354521"/>
              <a:gd name="connsiteX14-1783" fmla="*/ 2296406 w 2296406"/>
              <a:gd name="connsiteY14-1784" fmla="*/ 662729 h 2354521"/>
              <a:gd name="connsiteX15-1785" fmla="*/ 1124906 w 2296406"/>
              <a:gd name="connsiteY15-1786" fmla="*/ 1004182 h 2354521"/>
              <a:gd name="connsiteX16-1787" fmla="*/ 1676517 w 2296406"/>
              <a:gd name="connsiteY16-1788" fmla="*/ 1608523 h 2354521"/>
              <a:gd name="connsiteX17-1789" fmla="*/ 2094931 w 2296406"/>
              <a:gd name="connsiteY17-1790" fmla="*/ 1557316 h 2354521"/>
              <a:gd name="connsiteX0-1791" fmla="*/ 2279640 w 2296406"/>
              <a:gd name="connsiteY0-1792" fmla="*/ 1747818 h 2354521"/>
              <a:gd name="connsiteX1-1793" fmla="*/ 1816574 w 2296406"/>
              <a:gd name="connsiteY1-1794" fmla="*/ 1851907 h 2354521"/>
              <a:gd name="connsiteX2-1795" fmla="*/ 1955104 w 2296406"/>
              <a:gd name="connsiteY2-1796" fmla="*/ 2095900 h 2354521"/>
              <a:gd name="connsiteX3-1797" fmla="*/ 1682537 w 2296406"/>
              <a:gd name="connsiteY3-1798" fmla="*/ 1962549 h 2354521"/>
              <a:gd name="connsiteX4-1799" fmla="*/ 1528613 w 2296406"/>
              <a:gd name="connsiteY4-1800" fmla="*/ 2354521 h 2354521"/>
              <a:gd name="connsiteX5-1801" fmla="*/ 1380482 w 2296406"/>
              <a:gd name="connsiteY5-1802" fmla="*/ 2120816 h 2354521"/>
              <a:gd name="connsiteX6-1803" fmla="*/ 1495542 w 2296406"/>
              <a:gd name="connsiteY6-1804" fmla="*/ 1788127 h 2354521"/>
              <a:gd name="connsiteX7-1805" fmla="*/ 909489 w 2296406"/>
              <a:gd name="connsiteY7-1806" fmla="*/ 1225390 h 2354521"/>
              <a:gd name="connsiteX8-1807" fmla="*/ 414951 w 2296406"/>
              <a:gd name="connsiteY8-1808" fmla="*/ 2322212 h 2354521"/>
              <a:gd name="connsiteX9-1809" fmla="*/ 293184 w 2296406"/>
              <a:gd name="connsiteY9-1810" fmla="*/ 2052845 h 2354521"/>
              <a:gd name="connsiteX10-1811" fmla="*/ 520411 w 2296406"/>
              <a:gd name="connsiteY10-1812" fmla="*/ 767428 h 2354521"/>
              <a:gd name="connsiteX11-1813" fmla="*/ 11167 w 2296406"/>
              <a:gd name="connsiteY11-1814" fmla="*/ 5505 h 2354521"/>
              <a:gd name="connsiteX12-1815" fmla="*/ 771719 w 2296406"/>
              <a:gd name="connsiteY12-1816" fmla="*/ 578452 h 2354521"/>
              <a:gd name="connsiteX13-1817" fmla="*/ 2041440 w 2296406"/>
              <a:gd name="connsiteY13-1818" fmla="*/ 514597 h 2354521"/>
              <a:gd name="connsiteX14-1819" fmla="*/ 2296406 w 2296406"/>
              <a:gd name="connsiteY14-1820" fmla="*/ 662729 h 2354521"/>
              <a:gd name="connsiteX15-1821" fmla="*/ 1124906 w 2296406"/>
              <a:gd name="connsiteY15-1822" fmla="*/ 1004182 h 2354521"/>
              <a:gd name="connsiteX16-1823" fmla="*/ 1676517 w 2296406"/>
              <a:gd name="connsiteY16-1824" fmla="*/ 1608523 h 2354521"/>
              <a:gd name="connsiteX17-1825" fmla="*/ 2094931 w 2296406"/>
              <a:gd name="connsiteY17-1826" fmla="*/ 1557316 h 2354521"/>
              <a:gd name="connsiteX0-1827" fmla="*/ 2279640 w 2296406"/>
              <a:gd name="connsiteY0-1828" fmla="*/ 1747818 h 2354521"/>
              <a:gd name="connsiteX1-1829" fmla="*/ 1816574 w 2296406"/>
              <a:gd name="connsiteY1-1830" fmla="*/ 1851907 h 2354521"/>
              <a:gd name="connsiteX2-1831" fmla="*/ 1955104 w 2296406"/>
              <a:gd name="connsiteY2-1832" fmla="*/ 2095900 h 2354521"/>
              <a:gd name="connsiteX3-1833" fmla="*/ 1682537 w 2296406"/>
              <a:gd name="connsiteY3-1834" fmla="*/ 1962549 h 2354521"/>
              <a:gd name="connsiteX4-1835" fmla="*/ 1528613 w 2296406"/>
              <a:gd name="connsiteY4-1836" fmla="*/ 2354521 h 2354521"/>
              <a:gd name="connsiteX5-1837" fmla="*/ 1380482 w 2296406"/>
              <a:gd name="connsiteY5-1838" fmla="*/ 2120816 h 2354521"/>
              <a:gd name="connsiteX6-1839" fmla="*/ 1495542 w 2296406"/>
              <a:gd name="connsiteY6-1840" fmla="*/ 1788127 h 2354521"/>
              <a:gd name="connsiteX7-1841" fmla="*/ 909489 w 2296406"/>
              <a:gd name="connsiteY7-1842" fmla="*/ 1225390 h 2354521"/>
              <a:gd name="connsiteX8-1843" fmla="*/ 414951 w 2296406"/>
              <a:gd name="connsiteY8-1844" fmla="*/ 2322212 h 2354521"/>
              <a:gd name="connsiteX9-1845" fmla="*/ 293184 w 2296406"/>
              <a:gd name="connsiteY9-1846" fmla="*/ 2052845 h 2354521"/>
              <a:gd name="connsiteX10-1847" fmla="*/ 520411 w 2296406"/>
              <a:gd name="connsiteY10-1848" fmla="*/ 767428 h 2354521"/>
              <a:gd name="connsiteX11-1849" fmla="*/ 11167 w 2296406"/>
              <a:gd name="connsiteY11-1850" fmla="*/ 5505 h 2354521"/>
              <a:gd name="connsiteX12-1851" fmla="*/ 771719 w 2296406"/>
              <a:gd name="connsiteY12-1852" fmla="*/ 578452 h 2354521"/>
              <a:gd name="connsiteX13-1853" fmla="*/ 2041440 w 2296406"/>
              <a:gd name="connsiteY13-1854" fmla="*/ 514597 h 2354521"/>
              <a:gd name="connsiteX14-1855" fmla="*/ 2296406 w 2296406"/>
              <a:gd name="connsiteY14-1856" fmla="*/ 662729 h 2354521"/>
              <a:gd name="connsiteX15-1857" fmla="*/ 1124906 w 2296406"/>
              <a:gd name="connsiteY15-1858" fmla="*/ 1004182 h 2354521"/>
              <a:gd name="connsiteX16-1859" fmla="*/ 1676517 w 2296406"/>
              <a:gd name="connsiteY16-1860" fmla="*/ 1608523 h 2354521"/>
              <a:gd name="connsiteX17-1861" fmla="*/ 2094931 w 2296406"/>
              <a:gd name="connsiteY17-1862" fmla="*/ 1557316 h 2354521"/>
              <a:gd name="connsiteX0-1863" fmla="*/ 2279640 w 2296406"/>
              <a:gd name="connsiteY0-1864" fmla="*/ 1747818 h 2354521"/>
              <a:gd name="connsiteX1-1865" fmla="*/ 1823889 w 2296406"/>
              <a:gd name="connsiteY1-1866" fmla="*/ 1837277 h 2354521"/>
              <a:gd name="connsiteX2-1867" fmla="*/ 1955104 w 2296406"/>
              <a:gd name="connsiteY2-1868" fmla="*/ 2095900 h 2354521"/>
              <a:gd name="connsiteX3-1869" fmla="*/ 1682537 w 2296406"/>
              <a:gd name="connsiteY3-1870" fmla="*/ 1962549 h 2354521"/>
              <a:gd name="connsiteX4-1871" fmla="*/ 1528613 w 2296406"/>
              <a:gd name="connsiteY4-1872" fmla="*/ 2354521 h 2354521"/>
              <a:gd name="connsiteX5-1873" fmla="*/ 1380482 w 2296406"/>
              <a:gd name="connsiteY5-1874" fmla="*/ 2120816 h 2354521"/>
              <a:gd name="connsiteX6-1875" fmla="*/ 1495542 w 2296406"/>
              <a:gd name="connsiteY6-1876" fmla="*/ 1788127 h 2354521"/>
              <a:gd name="connsiteX7-1877" fmla="*/ 909489 w 2296406"/>
              <a:gd name="connsiteY7-1878" fmla="*/ 1225390 h 2354521"/>
              <a:gd name="connsiteX8-1879" fmla="*/ 414951 w 2296406"/>
              <a:gd name="connsiteY8-1880" fmla="*/ 2322212 h 2354521"/>
              <a:gd name="connsiteX9-1881" fmla="*/ 293184 w 2296406"/>
              <a:gd name="connsiteY9-1882" fmla="*/ 2052845 h 2354521"/>
              <a:gd name="connsiteX10-1883" fmla="*/ 520411 w 2296406"/>
              <a:gd name="connsiteY10-1884" fmla="*/ 767428 h 2354521"/>
              <a:gd name="connsiteX11-1885" fmla="*/ 11167 w 2296406"/>
              <a:gd name="connsiteY11-1886" fmla="*/ 5505 h 2354521"/>
              <a:gd name="connsiteX12-1887" fmla="*/ 771719 w 2296406"/>
              <a:gd name="connsiteY12-1888" fmla="*/ 578452 h 2354521"/>
              <a:gd name="connsiteX13-1889" fmla="*/ 2041440 w 2296406"/>
              <a:gd name="connsiteY13-1890" fmla="*/ 514597 h 2354521"/>
              <a:gd name="connsiteX14-1891" fmla="*/ 2296406 w 2296406"/>
              <a:gd name="connsiteY14-1892" fmla="*/ 662729 h 2354521"/>
              <a:gd name="connsiteX15-1893" fmla="*/ 1124906 w 2296406"/>
              <a:gd name="connsiteY15-1894" fmla="*/ 1004182 h 2354521"/>
              <a:gd name="connsiteX16-1895" fmla="*/ 1676517 w 2296406"/>
              <a:gd name="connsiteY16-1896" fmla="*/ 1608523 h 2354521"/>
              <a:gd name="connsiteX17-1897" fmla="*/ 2094931 w 2296406"/>
              <a:gd name="connsiteY17-1898" fmla="*/ 1557316 h 2354521"/>
              <a:gd name="connsiteX0-1899" fmla="*/ 2279640 w 2296406"/>
              <a:gd name="connsiteY0-1900" fmla="*/ 1747818 h 2354521"/>
              <a:gd name="connsiteX1-1901" fmla="*/ 1827546 w 2296406"/>
              <a:gd name="connsiteY1-1902" fmla="*/ 1826304 h 2354521"/>
              <a:gd name="connsiteX2-1903" fmla="*/ 1955104 w 2296406"/>
              <a:gd name="connsiteY2-1904" fmla="*/ 2095900 h 2354521"/>
              <a:gd name="connsiteX3-1905" fmla="*/ 1682537 w 2296406"/>
              <a:gd name="connsiteY3-1906" fmla="*/ 1962549 h 2354521"/>
              <a:gd name="connsiteX4-1907" fmla="*/ 1528613 w 2296406"/>
              <a:gd name="connsiteY4-1908" fmla="*/ 2354521 h 2354521"/>
              <a:gd name="connsiteX5-1909" fmla="*/ 1380482 w 2296406"/>
              <a:gd name="connsiteY5-1910" fmla="*/ 2120816 h 2354521"/>
              <a:gd name="connsiteX6-1911" fmla="*/ 1495542 w 2296406"/>
              <a:gd name="connsiteY6-1912" fmla="*/ 1788127 h 2354521"/>
              <a:gd name="connsiteX7-1913" fmla="*/ 909489 w 2296406"/>
              <a:gd name="connsiteY7-1914" fmla="*/ 1225390 h 2354521"/>
              <a:gd name="connsiteX8-1915" fmla="*/ 414951 w 2296406"/>
              <a:gd name="connsiteY8-1916" fmla="*/ 2322212 h 2354521"/>
              <a:gd name="connsiteX9-1917" fmla="*/ 293184 w 2296406"/>
              <a:gd name="connsiteY9-1918" fmla="*/ 2052845 h 2354521"/>
              <a:gd name="connsiteX10-1919" fmla="*/ 520411 w 2296406"/>
              <a:gd name="connsiteY10-1920" fmla="*/ 767428 h 2354521"/>
              <a:gd name="connsiteX11-1921" fmla="*/ 11167 w 2296406"/>
              <a:gd name="connsiteY11-1922" fmla="*/ 5505 h 2354521"/>
              <a:gd name="connsiteX12-1923" fmla="*/ 771719 w 2296406"/>
              <a:gd name="connsiteY12-1924" fmla="*/ 578452 h 2354521"/>
              <a:gd name="connsiteX13-1925" fmla="*/ 2041440 w 2296406"/>
              <a:gd name="connsiteY13-1926" fmla="*/ 514597 h 2354521"/>
              <a:gd name="connsiteX14-1927" fmla="*/ 2296406 w 2296406"/>
              <a:gd name="connsiteY14-1928" fmla="*/ 662729 h 2354521"/>
              <a:gd name="connsiteX15-1929" fmla="*/ 1124906 w 2296406"/>
              <a:gd name="connsiteY15-1930" fmla="*/ 1004182 h 2354521"/>
              <a:gd name="connsiteX16-1931" fmla="*/ 1676517 w 2296406"/>
              <a:gd name="connsiteY16-1932" fmla="*/ 1608523 h 2354521"/>
              <a:gd name="connsiteX17-1933" fmla="*/ 2094931 w 2296406"/>
              <a:gd name="connsiteY17-1934" fmla="*/ 1557316 h 23545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/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/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/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/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/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26216</Words>
  <Application>WPS 演示</Application>
  <PresentationFormat>Widescreen</PresentationFormat>
  <Paragraphs>927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64" baseType="lpstr">
      <vt:lpstr>Arial</vt:lpstr>
      <vt:lpstr>宋体</vt:lpstr>
      <vt:lpstr>Wingdings</vt:lpstr>
      <vt:lpstr>方正舒体</vt:lpstr>
      <vt:lpstr>Calibri</vt:lpstr>
      <vt:lpstr>Calibri Light</vt:lpstr>
      <vt:lpstr>微软雅黑</vt:lpstr>
      <vt:lpstr>Arial Unicode MS</vt:lpstr>
      <vt:lpstr>等线</vt:lpstr>
      <vt:lpstr>Brush Script Std</vt:lpstr>
      <vt:lpstr>Mongolian Baiti</vt:lpstr>
      <vt:lpstr>HY견명조</vt:lpstr>
      <vt:lpstr>Malgun Gothic</vt:lpstr>
      <vt:lpstr>Cover and End Slide Master</vt:lpstr>
      <vt:lpstr>Contents Slide Master</vt:lpstr>
      <vt:lpstr>Section Break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JuanjuanCaier</cp:lastModifiedBy>
  <cp:revision>88</cp:revision>
  <dcterms:created xsi:type="dcterms:W3CDTF">2020-01-20T05:08:00Z</dcterms:created>
  <dcterms:modified xsi:type="dcterms:W3CDTF">2025-12-27T07:26:11Z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4B0110F240324A259EE5E8B8208D5F15_12</vt:lpwstr>
  </property>
  <property fmtid="{D5CDD505-2E9C-101B-9397-08002B2CF9AE}" pid="3" name="KSOProductBuildVer">
    <vt:lpwstr>2052-12.1.0.22529</vt:lpwstr>
  </property>
</Properties>
</file>